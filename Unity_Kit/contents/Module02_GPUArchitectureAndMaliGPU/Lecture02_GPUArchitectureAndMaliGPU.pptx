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5"/>
  </p:notesMasterIdLst>
  <p:handoutMasterIdLst>
    <p:handoutMasterId r:id="rId36"/>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372" r:id="rId3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84A2E8-EBDC-4F16-8B5E-1A0634CA3548}" v="4" dt="2026-08-03T10:16:31.765"/>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81988" autoAdjust="0"/>
  </p:normalViewPr>
  <p:slideViewPr>
    <p:cSldViewPr snapToGrid="0">
      <p:cViewPr>
        <p:scale>
          <a:sx n="75" d="100"/>
          <a:sy n="75" d="100"/>
        </p:scale>
        <p:origin x="228" y="9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heme" Target="theme/theme1.xml"/><Relationship Id="rId21" Type="http://schemas.openxmlformats.org/officeDocument/2006/relationships/slide" Target="slides/slide14.xml"/><Relationship Id="rId34" Type="http://schemas.openxmlformats.org/officeDocument/2006/relationships/slide" Target="slides/slide27.xml"/><Relationship Id="rId42" Type="http://schemas.microsoft.com/office/2015/10/relationships/revisionInfo" Target="revisionInfo.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notesMaster" Target="notesMasters/notesMaster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delSld modSld">
      <pc:chgData name="Tom Carter" userId="db1a6269-4a98-40f4-850a-a379349c8455" providerId="ADAL" clId="{ABAF003C-6A2E-48CA-BA6D-D6D12E9B1187}" dt="2026-08-03T10:23:25.609" v="337" actId="1036"/>
      <pc:docMkLst>
        <pc:docMk/>
      </pc:docMkLst>
      <pc:sldChg chg="modSp add mod">
        <pc:chgData name="Tom Carter" userId="db1a6269-4a98-40f4-850a-a379349c8455" providerId="ADAL" clId="{ABAF003C-6A2E-48CA-BA6D-D6D12E9B1187}" dt="2026-08-03T10:02:29.624" v="42" actId="20577"/>
        <pc:sldMkLst>
          <pc:docMk/>
          <pc:sldMk cId="1237245834" sldId="256"/>
        </pc:sldMkLst>
        <pc:spChg chg="mod">
          <ac:chgData name="Tom Carter" userId="db1a6269-4a98-40f4-850a-a379349c8455" providerId="ADAL" clId="{ABAF003C-6A2E-48CA-BA6D-D6D12E9B1187}" dt="2026-08-03T10:02:29.624" v="42" actId="20577"/>
          <ac:spMkLst>
            <pc:docMk/>
            <pc:sldMk cId="1237245834" sldId="256"/>
            <ac:spMk id="2" creationId="{720272F2-7B4D-556D-DB89-999AA9031C3F}"/>
          </ac:spMkLst>
        </pc:spChg>
      </pc:sldChg>
      <pc:sldChg chg="modSp mod">
        <pc:chgData name="Tom Carter" userId="db1a6269-4a98-40f4-850a-a379349c8455" providerId="ADAL" clId="{ABAF003C-6A2E-48CA-BA6D-D6D12E9B1187}" dt="2026-08-03T10:03:51.586" v="48" actId="20577"/>
        <pc:sldMkLst>
          <pc:docMk/>
          <pc:sldMk cId="3132392353" sldId="257"/>
        </pc:sldMkLst>
        <pc:spChg chg="mod">
          <ac:chgData name="Tom Carter" userId="db1a6269-4a98-40f4-850a-a379349c8455" providerId="ADAL" clId="{ABAF003C-6A2E-48CA-BA6D-D6D12E9B1187}" dt="2026-08-03T10:03:51.586" v="48" actId="20577"/>
          <ac:spMkLst>
            <pc:docMk/>
            <pc:sldMk cId="3132392353" sldId="257"/>
            <ac:spMk id="5123" creationId="{00000000-0000-0000-0000-000000000000}"/>
          </ac:spMkLst>
        </pc:spChg>
      </pc:sldChg>
      <pc:sldChg chg="modSp mod">
        <pc:chgData name="Tom Carter" userId="db1a6269-4a98-40f4-850a-a379349c8455" providerId="ADAL" clId="{ABAF003C-6A2E-48CA-BA6D-D6D12E9B1187}" dt="2026-08-03T10:04:12.348" v="54" actId="20577"/>
        <pc:sldMkLst>
          <pc:docMk/>
          <pc:sldMk cId="1592927971" sldId="258"/>
        </pc:sldMkLst>
        <pc:spChg chg="mod">
          <ac:chgData name="Tom Carter" userId="db1a6269-4a98-40f4-850a-a379349c8455" providerId="ADAL" clId="{ABAF003C-6A2E-48CA-BA6D-D6D12E9B1187}" dt="2026-08-03T10:04:12.348" v="54" actId="20577"/>
          <ac:spMkLst>
            <pc:docMk/>
            <pc:sldMk cId="1592927971" sldId="258"/>
            <ac:spMk id="5" creationId="{00000000-0000-0000-0000-000000000000}"/>
          </ac:spMkLst>
        </pc:spChg>
      </pc:sldChg>
      <pc:sldChg chg="modSp mod modNotes">
        <pc:chgData name="Tom Carter" userId="db1a6269-4a98-40f4-850a-a379349c8455" providerId="ADAL" clId="{ABAF003C-6A2E-48CA-BA6D-D6D12E9B1187}" dt="2026-08-03T10:05:17.518" v="57" actId="20577"/>
        <pc:sldMkLst>
          <pc:docMk/>
          <pc:sldMk cId="3763755703" sldId="259"/>
        </pc:sldMkLst>
        <pc:spChg chg="mod">
          <ac:chgData name="Tom Carter" userId="db1a6269-4a98-40f4-850a-a379349c8455" providerId="ADAL" clId="{ABAF003C-6A2E-48CA-BA6D-D6D12E9B1187}" dt="2026-08-03T10:05:17.518" v="57" actId="20577"/>
          <ac:spMkLst>
            <pc:docMk/>
            <pc:sldMk cId="3763755703" sldId="259"/>
            <ac:spMk id="5" creationId="{00000000-0000-0000-0000-000000000000}"/>
          </ac:spMkLst>
        </pc:spChg>
        <pc:picChg chg="mod">
          <ac:chgData name="Tom Carter" userId="db1a6269-4a98-40f4-850a-a379349c8455" providerId="ADAL" clId="{ABAF003C-6A2E-48CA-BA6D-D6D12E9B1187}" dt="2026-08-03T10:05:15.762" v="56" actId="1076"/>
          <ac:picMkLst>
            <pc:docMk/>
            <pc:sldMk cId="3763755703" sldId="259"/>
            <ac:picMk id="4" creationId="{DD59A6E5-6366-4144-B29E-B540D2EF5D64}"/>
          </ac:picMkLst>
        </pc:picChg>
      </pc:sldChg>
      <pc:sldChg chg="modSp mod">
        <pc:chgData name="Tom Carter" userId="db1a6269-4a98-40f4-850a-a379349c8455" providerId="ADAL" clId="{ABAF003C-6A2E-48CA-BA6D-D6D12E9B1187}" dt="2026-08-03T10:06:34.258" v="71" actId="5793"/>
        <pc:sldMkLst>
          <pc:docMk/>
          <pc:sldMk cId="1489845065" sldId="260"/>
        </pc:sldMkLst>
        <pc:spChg chg="mod">
          <ac:chgData name="Tom Carter" userId="db1a6269-4a98-40f4-850a-a379349c8455" providerId="ADAL" clId="{ABAF003C-6A2E-48CA-BA6D-D6D12E9B1187}" dt="2026-08-03T10:06:34.258" v="71" actId="5793"/>
          <ac:spMkLst>
            <pc:docMk/>
            <pc:sldMk cId="1489845065" sldId="260"/>
            <ac:spMk id="31" creationId="{00000000-0000-0000-0000-000000000000}"/>
          </ac:spMkLst>
        </pc:spChg>
      </pc:sldChg>
      <pc:sldChg chg="modSp mod">
        <pc:chgData name="Tom Carter" userId="db1a6269-4a98-40f4-850a-a379349c8455" providerId="ADAL" clId="{ABAF003C-6A2E-48CA-BA6D-D6D12E9B1187}" dt="2026-08-03T10:07:00.236" v="75" actId="2710"/>
        <pc:sldMkLst>
          <pc:docMk/>
          <pc:sldMk cId="886502042" sldId="261"/>
        </pc:sldMkLst>
        <pc:spChg chg="mod">
          <ac:chgData name="Tom Carter" userId="db1a6269-4a98-40f4-850a-a379349c8455" providerId="ADAL" clId="{ABAF003C-6A2E-48CA-BA6D-D6D12E9B1187}" dt="2026-08-03T10:07:00.236" v="75" actId="2710"/>
          <ac:spMkLst>
            <pc:docMk/>
            <pc:sldMk cId="886502042" sldId="261"/>
            <ac:spMk id="31" creationId="{00000000-0000-0000-0000-000000000000}"/>
          </ac:spMkLst>
        </pc:spChg>
      </pc:sldChg>
      <pc:sldChg chg="modSp mod">
        <pc:chgData name="Tom Carter" userId="db1a6269-4a98-40f4-850a-a379349c8455" providerId="ADAL" clId="{ABAF003C-6A2E-48CA-BA6D-D6D12E9B1187}" dt="2026-08-03T10:07:47.169" v="93" actId="1035"/>
        <pc:sldMkLst>
          <pc:docMk/>
          <pc:sldMk cId="1686890908" sldId="262"/>
        </pc:sldMkLst>
        <pc:spChg chg="mod">
          <ac:chgData name="Tom Carter" userId="db1a6269-4a98-40f4-850a-a379349c8455" providerId="ADAL" clId="{ABAF003C-6A2E-48CA-BA6D-D6D12E9B1187}" dt="2026-08-03T10:07:47.169" v="93" actId="1035"/>
          <ac:spMkLst>
            <pc:docMk/>
            <pc:sldMk cId="1686890908" sldId="262"/>
            <ac:spMk id="31" creationId="{00000000-0000-0000-0000-000000000000}"/>
          </ac:spMkLst>
        </pc:spChg>
      </pc:sldChg>
      <pc:sldChg chg="modSp mod">
        <pc:chgData name="Tom Carter" userId="db1a6269-4a98-40f4-850a-a379349c8455" providerId="ADAL" clId="{ABAF003C-6A2E-48CA-BA6D-D6D12E9B1187}" dt="2026-08-03T10:08:13.142" v="113" actId="1035"/>
        <pc:sldMkLst>
          <pc:docMk/>
          <pc:sldMk cId="1481392347" sldId="263"/>
        </pc:sldMkLst>
        <pc:spChg chg="mod">
          <ac:chgData name="Tom Carter" userId="db1a6269-4a98-40f4-850a-a379349c8455" providerId="ADAL" clId="{ABAF003C-6A2E-48CA-BA6D-D6D12E9B1187}" dt="2026-08-03T10:08:13.142" v="113" actId="1035"/>
          <ac:spMkLst>
            <pc:docMk/>
            <pc:sldMk cId="1481392347" sldId="263"/>
            <ac:spMk id="31" creationId="{00000000-0000-0000-0000-000000000000}"/>
          </ac:spMkLst>
        </pc:spChg>
      </pc:sldChg>
      <pc:sldChg chg="modSp mod">
        <pc:chgData name="Tom Carter" userId="db1a6269-4a98-40f4-850a-a379349c8455" providerId="ADAL" clId="{ABAF003C-6A2E-48CA-BA6D-D6D12E9B1187}" dt="2026-08-03T10:08:30.101" v="115" actId="2710"/>
        <pc:sldMkLst>
          <pc:docMk/>
          <pc:sldMk cId="3746375853" sldId="264"/>
        </pc:sldMkLst>
        <pc:spChg chg="mod">
          <ac:chgData name="Tom Carter" userId="db1a6269-4a98-40f4-850a-a379349c8455" providerId="ADAL" clId="{ABAF003C-6A2E-48CA-BA6D-D6D12E9B1187}" dt="2026-08-03T10:08:30.101" v="115" actId="2710"/>
          <ac:spMkLst>
            <pc:docMk/>
            <pc:sldMk cId="3746375853" sldId="264"/>
            <ac:spMk id="5" creationId="{00000000-0000-0000-0000-000000000000}"/>
          </ac:spMkLst>
        </pc:spChg>
      </pc:sldChg>
      <pc:sldChg chg="modSp mod">
        <pc:chgData name="Tom Carter" userId="db1a6269-4a98-40f4-850a-a379349c8455" providerId="ADAL" clId="{ABAF003C-6A2E-48CA-BA6D-D6D12E9B1187}" dt="2026-08-03T10:10:06.082" v="152" actId="1035"/>
        <pc:sldMkLst>
          <pc:docMk/>
          <pc:sldMk cId="545726143" sldId="265"/>
        </pc:sldMkLst>
        <pc:spChg chg="mod">
          <ac:chgData name="Tom Carter" userId="db1a6269-4a98-40f4-850a-a379349c8455" providerId="ADAL" clId="{ABAF003C-6A2E-48CA-BA6D-D6D12E9B1187}" dt="2026-08-03T10:10:06.082" v="152" actId="1035"/>
          <ac:spMkLst>
            <pc:docMk/>
            <pc:sldMk cId="545726143" sldId="265"/>
            <ac:spMk id="9" creationId="{00000000-0000-0000-0000-000000000000}"/>
          </ac:spMkLst>
        </pc:spChg>
        <pc:spChg chg="mod">
          <ac:chgData name="Tom Carter" userId="db1a6269-4a98-40f4-850a-a379349c8455" providerId="ADAL" clId="{ABAF003C-6A2E-48CA-BA6D-D6D12E9B1187}" dt="2026-08-03T10:10:06.082" v="152" actId="1035"/>
          <ac:spMkLst>
            <pc:docMk/>
            <pc:sldMk cId="545726143" sldId="265"/>
            <ac:spMk id="10" creationId="{00000000-0000-0000-0000-000000000000}"/>
          </ac:spMkLst>
        </pc:spChg>
        <pc:spChg chg="mod">
          <ac:chgData name="Tom Carter" userId="db1a6269-4a98-40f4-850a-a379349c8455" providerId="ADAL" clId="{ABAF003C-6A2E-48CA-BA6D-D6D12E9B1187}" dt="2026-08-03T10:10:06.082" v="152" actId="1035"/>
          <ac:spMkLst>
            <pc:docMk/>
            <pc:sldMk cId="545726143" sldId="265"/>
            <ac:spMk id="14" creationId="{00000000-0000-0000-0000-000000000000}"/>
          </ac:spMkLst>
        </pc:spChg>
        <pc:spChg chg="mod">
          <ac:chgData name="Tom Carter" userId="db1a6269-4a98-40f4-850a-a379349c8455" providerId="ADAL" clId="{ABAF003C-6A2E-48CA-BA6D-D6D12E9B1187}" dt="2026-08-03T10:10:06.082" v="152" actId="1035"/>
          <ac:spMkLst>
            <pc:docMk/>
            <pc:sldMk cId="545726143" sldId="265"/>
            <ac:spMk id="15" creationId="{00000000-0000-0000-0000-000000000000}"/>
          </ac:spMkLst>
        </pc:spChg>
        <pc:spChg chg="mod">
          <ac:chgData name="Tom Carter" userId="db1a6269-4a98-40f4-850a-a379349c8455" providerId="ADAL" clId="{ABAF003C-6A2E-48CA-BA6D-D6D12E9B1187}" dt="2026-08-03T10:10:06.082" v="152" actId="1035"/>
          <ac:spMkLst>
            <pc:docMk/>
            <pc:sldMk cId="545726143" sldId="265"/>
            <ac:spMk id="16" creationId="{00000000-0000-0000-0000-000000000000}"/>
          </ac:spMkLst>
        </pc:spChg>
        <pc:spChg chg="mod">
          <ac:chgData name="Tom Carter" userId="db1a6269-4a98-40f4-850a-a379349c8455" providerId="ADAL" clId="{ABAF003C-6A2E-48CA-BA6D-D6D12E9B1187}" dt="2026-08-03T10:10:06.082" v="152" actId="1035"/>
          <ac:spMkLst>
            <pc:docMk/>
            <pc:sldMk cId="545726143" sldId="265"/>
            <ac:spMk id="21" creationId="{00000000-0000-0000-0000-000000000000}"/>
          </ac:spMkLst>
        </pc:spChg>
        <pc:spChg chg="mod">
          <ac:chgData name="Tom Carter" userId="db1a6269-4a98-40f4-850a-a379349c8455" providerId="ADAL" clId="{ABAF003C-6A2E-48CA-BA6D-D6D12E9B1187}" dt="2026-08-03T10:10:06.082" v="152" actId="1035"/>
          <ac:spMkLst>
            <pc:docMk/>
            <pc:sldMk cId="545726143" sldId="265"/>
            <ac:spMk id="23" creationId="{00000000-0000-0000-0000-000000000000}"/>
          </ac:spMkLst>
        </pc:spChg>
        <pc:spChg chg="mod">
          <ac:chgData name="Tom Carter" userId="db1a6269-4a98-40f4-850a-a379349c8455" providerId="ADAL" clId="{ABAF003C-6A2E-48CA-BA6D-D6D12E9B1187}" dt="2026-08-03T10:10:06.082" v="152" actId="1035"/>
          <ac:spMkLst>
            <pc:docMk/>
            <pc:sldMk cId="545726143" sldId="265"/>
            <ac:spMk id="25" creationId="{00000000-0000-0000-0000-000000000000}"/>
          </ac:spMkLst>
        </pc:spChg>
        <pc:spChg chg="mod">
          <ac:chgData name="Tom Carter" userId="db1a6269-4a98-40f4-850a-a379349c8455" providerId="ADAL" clId="{ABAF003C-6A2E-48CA-BA6D-D6D12E9B1187}" dt="2026-08-03T10:10:06.082" v="152" actId="1035"/>
          <ac:spMkLst>
            <pc:docMk/>
            <pc:sldMk cId="545726143" sldId="265"/>
            <ac:spMk id="27" creationId="{00000000-0000-0000-0000-000000000000}"/>
          </ac:spMkLst>
        </pc:spChg>
        <pc:spChg chg="mod">
          <ac:chgData name="Tom Carter" userId="db1a6269-4a98-40f4-850a-a379349c8455" providerId="ADAL" clId="{ABAF003C-6A2E-48CA-BA6D-D6D12E9B1187}" dt="2026-08-03T10:10:06.082" v="152" actId="1035"/>
          <ac:spMkLst>
            <pc:docMk/>
            <pc:sldMk cId="545726143" sldId="265"/>
            <ac:spMk id="28" creationId="{00000000-0000-0000-0000-000000000000}"/>
          </ac:spMkLst>
        </pc:spChg>
        <pc:spChg chg="mod">
          <ac:chgData name="Tom Carter" userId="db1a6269-4a98-40f4-850a-a379349c8455" providerId="ADAL" clId="{ABAF003C-6A2E-48CA-BA6D-D6D12E9B1187}" dt="2026-08-03T10:09:55.155" v="119" actId="14100"/>
          <ac:spMkLst>
            <pc:docMk/>
            <pc:sldMk cId="545726143" sldId="265"/>
            <ac:spMk id="20483" creationId="{00000000-0000-0000-0000-000000000000}"/>
          </ac:spMkLst>
        </pc:spChg>
      </pc:sldChg>
      <pc:sldChg chg="modSp mod">
        <pc:chgData name="Tom Carter" userId="db1a6269-4a98-40f4-850a-a379349c8455" providerId="ADAL" clId="{ABAF003C-6A2E-48CA-BA6D-D6D12E9B1187}" dt="2026-08-03T10:11:19.901" v="200" actId="1036"/>
        <pc:sldMkLst>
          <pc:docMk/>
          <pc:sldMk cId="982522031" sldId="266"/>
        </pc:sldMkLst>
        <pc:spChg chg="mod">
          <ac:chgData name="Tom Carter" userId="db1a6269-4a98-40f4-850a-a379349c8455" providerId="ADAL" clId="{ABAF003C-6A2E-48CA-BA6D-D6D12E9B1187}" dt="2026-08-03T10:11:19.901" v="200" actId="1036"/>
          <ac:spMkLst>
            <pc:docMk/>
            <pc:sldMk cId="982522031" sldId="266"/>
            <ac:spMk id="3" creationId="{00000000-0000-0000-0000-000000000000}"/>
          </ac:spMkLst>
        </pc:spChg>
        <pc:spChg chg="mod">
          <ac:chgData name="Tom Carter" userId="db1a6269-4a98-40f4-850a-a379349c8455" providerId="ADAL" clId="{ABAF003C-6A2E-48CA-BA6D-D6D12E9B1187}" dt="2026-08-03T10:11:13.284" v="193" actId="1035"/>
          <ac:spMkLst>
            <pc:docMk/>
            <pc:sldMk cId="982522031" sldId="266"/>
            <ac:spMk id="10" creationId="{00000000-0000-0000-0000-000000000000}"/>
          </ac:spMkLst>
        </pc:spChg>
        <pc:spChg chg="mod">
          <ac:chgData name="Tom Carter" userId="db1a6269-4a98-40f4-850a-a379349c8455" providerId="ADAL" clId="{ABAF003C-6A2E-48CA-BA6D-D6D12E9B1187}" dt="2026-08-03T10:11:13.284" v="193" actId="1035"/>
          <ac:spMkLst>
            <pc:docMk/>
            <pc:sldMk cId="982522031" sldId="266"/>
            <ac:spMk id="11" creationId="{00000000-0000-0000-0000-000000000000}"/>
          </ac:spMkLst>
        </pc:spChg>
        <pc:spChg chg="mod">
          <ac:chgData name="Tom Carter" userId="db1a6269-4a98-40f4-850a-a379349c8455" providerId="ADAL" clId="{ABAF003C-6A2E-48CA-BA6D-D6D12E9B1187}" dt="2026-08-03T10:11:13.284" v="193" actId="1035"/>
          <ac:spMkLst>
            <pc:docMk/>
            <pc:sldMk cId="982522031" sldId="266"/>
            <ac:spMk id="12" creationId="{00000000-0000-0000-0000-000000000000}"/>
          </ac:spMkLst>
        </pc:spChg>
        <pc:cxnChg chg="mod">
          <ac:chgData name="Tom Carter" userId="db1a6269-4a98-40f4-850a-a379349c8455" providerId="ADAL" clId="{ABAF003C-6A2E-48CA-BA6D-D6D12E9B1187}" dt="2026-08-03T10:11:13.284" v="193" actId="1035"/>
          <ac:cxnSpMkLst>
            <pc:docMk/>
            <pc:sldMk cId="982522031" sldId="266"/>
            <ac:cxnSpMk id="8" creationId="{00000000-0000-0000-0000-000000000000}"/>
          </ac:cxnSpMkLst>
        </pc:cxnChg>
        <pc:cxnChg chg="mod">
          <ac:chgData name="Tom Carter" userId="db1a6269-4a98-40f4-850a-a379349c8455" providerId="ADAL" clId="{ABAF003C-6A2E-48CA-BA6D-D6D12E9B1187}" dt="2026-08-03T10:11:13.284" v="193" actId="1035"/>
          <ac:cxnSpMkLst>
            <pc:docMk/>
            <pc:sldMk cId="982522031" sldId="266"/>
            <ac:cxnSpMk id="9" creationId="{00000000-0000-0000-0000-000000000000}"/>
          </ac:cxnSpMkLst>
        </pc:cxnChg>
      </pc:sldChg>
      <pc:sldChg chg="modSp mod">
        <pc:chgData name="Tom Carter" userId="db1a6269-4a98-40f4-850a-a379349c8455" providerId="ADAL" clId="{ABAF003C-6A2E-48CA-BA6D-D6D12E9B1187}" dt="2026-08-03T10:14:24.387" v="212" actId="1035"/>
        <pc:sldMkLst>
          <pc:docMk/>
          <pc:sldMk cId="2818738748" sldId="267"/>
        </pc:sldMkLst>
        <pc:spChg chg="mod">
          <ac:chgData name="Tom Carter" userId="db1a6269-4a98-40f4-850a-a379349c8455" providerId="ADAL" clId="{ABAF003C-6A2E-48CA-BA6D-D6D12E9B1187}" dt="2026-08-03T10:14:24.387" v="212" actId="1035"/>
          <ac:spMkLst>
            <pc:docMk/>
            <pc:sldMk cId="2818738748" sldId="267"/>
            <ac:spMk id="3" creationId="{00000000-0000-0000-0000-000000000000}"/>
          </ac:spMkLst>
        </pc:spChg>
      </pc:sldChg>
      <pc:sldChg chg="modSp mod">
        <pc:chgData name="Tom Carter" userId="db1a6269-4a98-40f4-850a-a379349c8455" providerId="ADAL" clId="{ABAF003C-6A2E-48CA-BA6D-D6D12E9B1187}" dt="2026-08-03T10:14:40.466" v="216" actId="5793"/>
        <pc:sldMkLst>
          <pc:docMk/>
          <pc:sldMk cId="228367113" sldId="268"/>
        </pc:sldMkLst>
        <pc:spChg chg="mod">
          <ac:chgData name="Tom Carter" userId="db1a6269-4a98-40f4-850a-a379349c8455" providerId="ADAL" clId="{ABAF003C-6A2E-48CA-BA6D-D6D12E9B1187}" dt="2026-08-03T10:14:40.466" v="216" actId="5793"/>
          <ac:spMkLst>
            <pc:docMk/>
            <pc:sldMk cId="228367113" sldId="268"/>
            <ac:spMk id="5" creationId="{00000000-0000-0000-0000-000000000000}"/>
          </ac:spMkLst>
        </pc:spChg>
      </pc:sldChg>
      <pc:sldChg chg="modSp mod">
        <pc:chgData name="Tom Carter" userId="db1a6269-4a98-40f4-850a-a379349c8455" providerId="ADAL" clId="{ABAF003C-6A2E-48CA-BA6D-D6D12E9B1187}" dt="2026-08-03T10:15:07.087" v="223" actId="5793"/>
        <pc:sldMkLst>
          <pc:docMk/>
          <pc:sldMk cId="3189552314" sldId="269"/>
        </pc:sldMkLst>
        <pc:spChg chg="mod">
          <ac:chgData name="Tom Carter" userId="db1a6269-4a98-40f4-850a-a379349c8455" providerId="ADAL" clId="{ABAF003C-6A2E-48CA-BA6D-D6D12E9B1187}" dt="2026-08-03T10:15:07.087" v="223" actId="5793"/>
          <ac:spMkLst>
            <pc:docMk/>
            <pc:sldMk cId="3189552314" sldId="269"/>
            <ac:spMk id="6147" creationId="{00000000-0000-0000-0000-000000000000}"/>
          </ac:spMkLst>
        </pc:spChg>
      </pc:sldChg>
      <pc:sldChg chg="modSp mod">
        <pc:chgData name="Tom Carter" userId="db1a6269-4a98-40f4-850a-a379349c8455" providerId="ADAL" clId="{ABAF003C-6A2E-48CA-BA6D-D6D12E9B1187}" dt="2026-08-03T10:15:35.084" v="227" actId="2710"/>
        <pc:sldMkLst>
          <pc:docMk/>
          <pc:sldMk cId="2445359573" sldId="271"/>
        </pc:sldMkLst>
        <pc:spChg chg="mod">
          <ac:chgData name="Tom Carter" userId="db1a6269-4a98-40f4-850a-a379349c8455" providerId="ADAL" clId="{ABAF003C-6A2E-48CA-BA6D-D6D12E9B1187}" dt="2026-08-03T10:15:35.084" v="227" actId="2710"/>
          <ac:spMkLst>
            <pc:docMk/>
            <pc:sldMk cId="2445359573" sldId="271"/>
            <ac:spMk id="4" creationId="{00000000-0000-0000-0000-000000000000}"/>
          </ac:spMkLst>
        </pc:spChg>
      </pc:sldChg>
      <pc:sldChg chg="modSp mod">
        <pc:chgData name="Tom Carter" userId="db1a6269-4a98-40f4-850a-a379349c8455" providerId="ADAL" clId="{ABAF003C-6A2E-48CA-BA6D-D6D12E9B1187}" dt="2026-08-03T10:15:53.376" v="228" actId="2710"/>
        <pc:sldMkLst>
          <pc:docMk/>
          <pc:sldMk cId="3035843636" sldId="272"/>
        </pc:sldMkLst>
        <pc:spChg chg="mod">
          <ac:chgData name="Tom Carter" userId="db1a6269-4a98-40f4-850a-a379349c8455" providerId="ADAL" clId="{ABAF003C-6A2E-48CA-BA6D-D6D12E9B1187}" dt="2026-08-03T10:15:53.376" v="228" actId="2710"/>
          <ac:spMkLst>
            <pc:docMk/>
            <pc:sldMk cId="3035843636" sldId="272"/>
            <ac:spMk id="4" creationId="{00000000-0000-0000-0000-000000000000}"/>
          </ac:spMkLst>
        </pc:spChg>
      </pc:sldChg>
      <pc:sldChg chg="addSp delSp modSp mod">
        <pc:chgData name="Tom Carter" userId="db1a6269-4a98-40f4-850a-a379349c8455" providerId="ADAL" clId="{ABAF003C-6A2E-48CA-BA6D-D6D12E9B1187}" dt="2026-08-03T10:17:27.693" v="246" actId="1076"/>
        <pc:sldMkLst>
          <pc:docMk/>
          <pc:sldMk cId="1267659904" sldId="273"/>
        </pc:sldMkLst>
        <pc:spChg chg="mod">
          <ac:chgData name="Tom Carter" userId="db1a6269-4a98-40f4-850a-a379349c8455" providerId="ADAL" clId="{ABAF003C-6A2E-48CA-BA6D-D6D12E9B1187}" dt="2026-08-03T10:16:08.313" v="229" actId="2710"/>
          <ac:spMkLst>
            <pc:docMk/>
            <pc:sldMk cId="1267659904" sldId="273"/>
            <ac:spMk id="4" creationId="{00000000-0000-0000-0000-000000000000}"/>
          </ac:spMkLst>
        </pc:spChg>
        <pc:spChg chg="mod">
          <ac:chgData name="Tom Carter" userId="db1a6269-4a98-40f4-850a-a379349c8455" providerId="ADAL" clId="{ABAF003C-6A2E-48CA-BA6D-D6D12E9B1187}" dt="2026-08-03T10:16:27.826" v="231"/>
          <ac:spMkLst>
            <pc:docMk/>
            <pc:sldMk cId="1267659904" sldId="273"/>
            <ac:spMk id="546" creationId="{0C159D90-CA4D-19E2-5722-209540DCB347}"/>
          </ac:spMkLst>
        </pc:spChg>
        <pc:spChg chg="mod">
          <ac:chgData name="Tom Carter" userId="db1a6269-4a98-40f4-850a-a379349c8455" providerId="ADAL" clId="{ABAF003C-6A2E-48CA-BA6D-D6D12E9B1187}" dt="2026-08-03T10:16:27.826" v="231"/>
          <ac:spMkLst>
            <pc:docMk/>
            <pc:sldMk cId="1267659904" sldId="273"/>
            <ac:spMk id="564" creationId="{097B580B-4844-1AAE-3622-86709A3F1CC0}"/>
          </ac:spMkLst>
        </pc:spChg>
        <pc:spChg chg="mod">
          <ac:chgData name="Tom Carter" userId="db1a6269-4a98-40f4-850a-a379349c8455" providerId="ADAL" clId="{ABAF003C-6A2E-48CA-BA6D-D6D12E9B1187}" dt="2026-08-03T10:16:27.826" v="231"/>
          <ac:spMkLst>
            <pc:docMk/>
            <pc:sldMk cId="1267659904" sldId="273"/>
            <ac:spMk id="21550" creationId="{8C6DF362-9B9C-94EA-233C-D2D8854B6873}"/>
          </ac:spMkLst>
        </pc:spChg>
        <pc:spChg chg="mod">
          <ac:chgData name="Tom Carter" userId="db1a6269-4a98-40f4-850a-a379349c8455" providerId="ADAL" clId="{ABAF003C-6A2E-48CA-BA6D-D6D12E9B1187}" dt="2026-08-03T10:16:27.826" v="231"/>
          <ac:spMkLst>
            <pc:docMk/>
            <pc:sldMk cId="1267659904" sldId="273"/>
            <ac:spMk id="21607" creationId="{9284EBBF-6A4D-22D9-DCC9-2568E64D19DD}"/>
          </ac:spMkLst>
        </pc:spChg>
        <pc:spChg chg="mod">
          <ac:chgData name="Tom Carter" userId="db1a6269-4a98-40f4-850a-a379349c8455" providerId="ADAL" clId="{ABAF003C-6A2E-48CA-BA6D-D6D12E9B1187}" dt="2026-08-03T10:16:27.826" v="231"/>
          <ac:spMkLst>
            <pc:docMk/>
            <pc:sldMk cId="1267659904" sldId="273"/>
            <ac:spMk id="21664" creationId="{985F7B11-3CDA-72A0-3875-AC400B50D9F9}"/>
          </ac:spMkLst>
        </pc:spChg>
        <pc:spChg chg="mod">
          <ac:chgData name="Tom Carter" userId="db1a6269-4a98-40f4-850a-a379349c8455" providerId="ADAL" clId="{ABAF003C-6A2E-48CA-BA6D-D6D12E9B1187}" dt="2026-08-03T10:16:27.826" v="231"/>
          <ac:spMkLst>
            <pc:docMk/>
            <pc:sldMk cId="1267659904" sldId="273"/>
            <ac:spMk id="21737" creationId="{883C42EE-943C-4D4B-DD88-698E6280D59F}"/>
          </ac:spMkLst>
        </pc:spChg>
        <pc:spChg chg="mod">
          <ac:chgData name="Tom Carter" userId="db1a6269-4a98-40f4-850a-a379349c8455" providerId="ADAL" clId="{ABAF003C-6A2E-48CA-BA6D-D6D12E9B1187}" dt="2026-08-03T10:16:27.826" v="231"/>
          <ac:spMkLst>
            <pc:docMk/>
            <pc:sldMk cId="1267659904" sldId="273"/>
            <ac:spMk id="21768" creationId="{8549F076-01B1-468D-D475-3217E136DF62}"/>
          </ac:spMkLst>
        </pc:spChg>
        <pc:spChg chg="mod">
          <ac:chgData name="Tom Carter" userId="db1a6269-4a98-40f4-850a-a379349c8455" providerId="ADAL" clId="{ABAF003C-6A2E-48CA-BA6D-D6D12E9B1187}" dt="2026-08-03T10:16:27.826" v="231"/>
          <ac:spMkLst>
            <pc:docMk/>
            <pc:sldMk cId="1267659904" sldId="273"/>
            <ac:spMk id="21793" creationId="{A464C0FB-EE98-4DBB-B761-37BB21138DD7}"/>
          </ac:spMkLst>
        </pc:spChg>
        <pc:spChg chg="mod">
          <ac:chgData name="Tom Carter" userId="db1a6269-4a98-40f4-850a-a379349c8455" providerId="ADAL" clId="{ABAF003C-6A2E-48CA-BA6D-D6D12E9B1187}" dt="2026-08-03T10:16:27.826" v="231"/>
          <ac:spMkLst>
            <pc:docMk/>
            <pc:sldMk cId="1267659904" sldId="273"/>
            <ac:spMk id="21912" creationId="{053D5919-84FC-E9D4-4072-65ACB3096502}"/>
          </ac:spMkLst>
        </pc:spChg>
        <pc:spChg chg="mod">
          <ac:chgData name="Tom Carter" userId="db1a6269-4a98-40f4-850a-a379349c8455" providerId="ADAL" clId="{ABAF003C-6A2E-48CA-BA6D-D6D12E9B1187}" dt="2026-08-03T10:16:27.826" v="231"/>
          <ac:spMkLst>
            <pc:docMk/>
            <pc:sldMk cId="1267659904" sldId="273"/>
            <ac:spMk id="21950" creationId="{123EB1B4-BE19-C730-0CA6-80B4EE9ACA1F}"/>
          </ac:spMkLst>
        </pc:spChg>
        <pc:spChg chg="mod">
          <ac:chgData name="Tom Carter" userId="db1a6269-4a98-40f4-850a-a379349c8455" providerId="ADAL" clId="{ABAF003C-6A2E-48CA-BA6D-D6D12E9B1187}" dt="2026-08-03T10:16:31.765" v="232"/>
          <ac:spMkLst>
            <pc:docMk/>
            <pc:sldMk cId="1267659904" sldId="273"/>
            <ac:spMk id="22095" creationId="{CC737C56-0649-7E38-580B-0431EE56D7B2}"/>
          </ac:spMkLst>
        </pc:spChg>
        <pc:spChg chg="mod">
          <ac:chgData name="Tom Carter" userId="db1a6269-4a98-40f4-850a-a379349c8455" providerId="ADAL" clId="{ABAF003C-6A2E-48CA-BA6D-D6D12E9B1187}" dt="2026-08-03T10:16:31.765" v="232"/>
          <ac:spMkLst>
            <pc:docMk/>
            <pc:sldMk cId="1267659904" sldId="273"/>
            <ac:spMk id="22172" creationId="{E7975FD8-99E2-4FEC-DE9B-0296E7445240}"/>
          </ac:spMkLst>
        </pc:spChg>
        <pc:spChg chg="mod">
          <ac:chgData name="Tom Carter" userId="db1a6269-4a98-40f4-850a-a379349c8455" providerId="ADAL" clId="{ABAF003C-6A2E-48CA-BA6D-D6D12E9B1187}" dt="2026-08-03T10:16:31.765" v="232"/>
          <ac:spMkLst>
            <pc:docMk/>
            <pc:sldMk cId="1267659904" sldId="273"/>
            <ac:spMk id="22242" creationId="{D2B33379-AF05-2281-5A77-C36CC83CACB5}"/>
          </ac:spMkLst>
        </pc:spChg>
        <pc:spChg chg="mod">
          <ac:chgData name="Tom Carter" userId="db1a6269-4a98-40f4-850a-a379349c8455" providerId="ADAL" clId="{ABAF003C-6A2E-48CA-BA6D-D6D12E9B1187}" dt="2026-08-03T10:16:31.765" v="232"/>
          <ac:spMkLst>
            <pc:docMk/>
            <pc:sldMk cId="1267659904" sldId="273"/>
            <ac:spMk id="22243" creationId="{91564F04-7F94-E02B-1241-609CB2419CF6}"/>
          </ac:spMkLst>
        </pc:spChg>
        <pc:spChg chg="mod">
          <ac:chgData name="Tom Carter" userId="db1a6269-4a98-40f4-850a-a379349c8455" providerId="ADAL" clId="{ABAF003C-6A2E-48CA-BA6D-D6D12E9B1187}" dt="2026-08-03T10:16:31.765" v="232"/>
          <ac:spMkLst>
            <pc:docMk/>
            <pc:sldMk cId="1267659904" sldId="273"/>
            <ac:spMk id="22310" creationId="{D942AFFA-01C9-E9AF-CFEF-65714093F463}"/>
          </ac:spMkLst>
        </pc:spChg>
        <pc:spChg chg="mod">
          <ac:chgData name="Tom Carter" userId="db1a6269-4a98-40f4-850a-a379349c8455" providerId="ADAL" clId="{ABAF003C-6A2E-48CA-BA6D-D6D12E9B1187}" dt="2026-08-03T10:16:31.765" v="232"/>
          <ac:spMkLst>
            <pc:docMk/>
            <pc:sldMk cId="1267659904" sldId="273"/>
            <ac:spMk id="22388" creationId="{C2164E65-4E37-FD06-E296-2E1586AF4FC1}"/>
          </ac:spMkLst>
        </pc:spChg>
        <pc:spChg chg="mod">
          <ac:chgData name="Tom Carter" userId="db1a6269-4a98-40f4-850a-a379349c8455" providerId="ADAL" clId="{ABAF003C-6A2E-48CA-BA6D-D6D12E9B1187}" dt="2026-08-03T10:16:40.338" v="238" actId="1036"/>
          <ac:spMkLst>
            <pc:docMk/>
            <pc:sldMk cId="1267659904" sldId="273"/>
            <ac:spMk id="22392" creationId="{EFED8FEC-ACB8-E8E0-0B59-061290E1EF17}"/>
          </ac:spMkLst>
        </pc:spChg>
        <pc:spChg chg="mod">
          <ac:chgData name="Tom Carter" userId="db1a6269-4a98-40f4-850a-a379349c8455" providerId="ADAL" clId="{ABAF003C-6A2E-48CA-BA6D-D6D12E9B1187}" dt="2026-08-03T10:16:31.765" v="232"/>
          <ac:spMkLst>
            <pc:docMk/>
            <pc:sldMk cId="1267659904" sldId="273"/>
            <ac:spMk id="22397" creationId="{90B66817-C9EA-522F-A369-7DA446964E68}"/>
          </ac:spMkLst>
        </pc:spChg>
        <pc:spChg chg="mod">
          <ac:chgData name="Tom Carter" userId="db1a6269-4a98-40f4-850a-a379349c8455" providerId="ADAL" clId="{ABAF003C-6A2E-48CA-BA6D-D6D12E9B1187}" dt="2026-08-03T10:16:31.765" v="232"/>
          <ac:spMkLst>
            <pc:docMk/>
            <pc:sldMk cId="1267659904" sldId="273"/>
            <ac:spMk id="22460" creationId="{2E4A47D3-82FB-6E71-849B-70F16E7B9CCE}"/>
          </ac:spMkLst>
        </pc:spChg>
        <pc:spChg chg="mod">
          <ac:chgData name="Tom Carter" userId="db1a6269-4a98-40f4-850a-a379349c8455" providerId="ADAL" clId="{ABAF003C-6A2E-48CA-BA6D-D6D12E9B1187}" dt="2026-08-03T10:16:31.765" v="232"/>
          <ac:spMkLst>
            <pc:docMk/>
            <pc:sldMk cId="1267659904" sldId="273"/>
            <ac:spMk id="22463" creationId="{F8880D3F-EF92-CD9B-EDB7-0568E1926E25}"/>
          </ac:spMkLst>
        </pc:spChg>
        <pc:spChg chg="mod">
          <ac:chgData name="Tom Carter" userId="db1a6269-4a98-40f4-850a-a379349c8455" providerId="ADAL" clId="{ABAF003C-6A2E-48CA-BA6D-D6D12E9B1187}" dt="2026-08-03T10:16:31.765" v="232"/>
          <ac:spMkLst>
            <pc:docMk/>
            <pc:sldMk cId="1267659904" sldId="273"/>
            <ac:spMk id="22509" creationId="{336C4FCE-6D1A-E574-BCA3-6BD091B0BD68}"/>
          </ac:spMkLst>
        </pc:spChg>
        <pc:grpChg chg="del">
          <ac:chgData name="Tom Carter" userId="db1a6269-4a98-40f4-850a-a379349c8455" providerId="ADAL" clId="{ABAF003C-6A2E-48CA-BA6D-D6D12E9B1187}" dt="2026-08-03T10:16:27.363" v="230" actId="478"/>
          <ac:grpSpMkLst>
            <pc:docMk/>
            <pc:sldMk cId="1267659904" sldId="273"/>
            <ac:grpSpMk id="3" creationId="{00000000-0000-0000-0000-000000000000}"/>
          </ac:grpSpMkLst>
        </pc:grpChg>
        <pc:grpChg chg="mod">
          <ac:chgData name="Tom Carter" userId="db1a6269-4a98-40f4-850a-a379349c8455" providerId="ADAL" clId="{ABAF003C-6A2E-48CA-BA6D-D6D12E9B1187}" dt="2026-08-03T10:17:27.693" v="246" actId="1076"/>
          <ac:grpSpMkLst>
            <pc:docMk/>
            <pc:sldMk cId="1267659904" sldId="273"/>
            <ac:grpSpMk id="21992" creationId="{02098D28-B44E-290A-FB65-2641D2C9103D}"/>
          </ac:grpSpMkLst>
        </pc:grpChg>
      </pc:sldChg>
      <pc:sldChg chg="modSp mod">
        <pc:chgData name="Tom Carter" userId="db1a6269-4a98-40f4-850a-a379349c8455" providerId="ADAL" clId="{ABAF003C-6A2E-48CA-BA6D-D6D12E9B1187}" dt="2026-08-03T10:18:08.440" v="272" actId="1035"/>
        <pc:sldMkLst>
          <pc:docMk/>
          <pc:sldMk cId="2359920932" sldId="274"/>
        </pc:sldMkLst>
        <pc:spChg chg="mod">
          <ac:chgData name="Tom Carter" userId="db1a6269-4a98-40f4-850a-a379349c8455" providerId="ADAL" clId="{ABAF003C-6A2E-48CA-BA6D-D6D12E9B1187}" dt="2026-08-03T10:18:08.440" v="272" actId="1035"/>
          <ac:spMkLst>
            <pc:docMk/>
            <pc:sldMk cId="2359920932" sldId="274"/>
            <ac:spMk id="5" creationId="{00000000-0000-0000-0000-000000000000}"/>
          </ac:spMkLst>
        </pc:spChg>
        <pc:spChg chg="mod">
          <ac:chgData name="Tom Carter" userId="db1a6269-4a98-40f4-850a-a379349c8455" providerId="ADAL" clId="{ABAF003C-6A2E-48CA-BA6D-D6D12E9B1187}" dt="2026-08-03T10:17:57.290" v="250" actId="2710"/>
          <ac:spMkLst>
            <pc:docMk/>
            <pc:sldMk cId="2359920932" sldId="274"/>
            <ac:spMk id="41987" creationId="{00000000-0000-0000-0000-000000000000}"/>
          </ac:spMkLst>
        </pc:spChg>
      </pc:sldChg>
      <pc:sldChg chg="modSp mod">
        <pc:chgData name="Tom Carter" userId="db1a6269-4a98-40f4-850a-a379349c8455" providerId="ADAL" clId="{ABAF003C-6A2E-48CA-BA6D-D6D12E9B1187}" dt="2026-08-03T10:18:25.998" v="278" actId="5793"/>
        <pc:sldMkLst>
          <pc:docMk/>
          <pc:sldMk cId="3408483664" sldId="275"/>
        </pc:sldMkLst>
        <pc:spChg chg="mod">
          <ac:chgData name="Tom Carter" userId="db1a6269-4a98-40f4-850a-a379349c8455" providerId="ADAL" clId="{ABAF003C-6A2E-48CA-BA6D-D6D12E9B1187}" dt="2026-08-03T10:18:25.998" v="278" actId="5793"/>
          <ac:spMkLst>
            <pc:docMk/>
            <pc:sldMk cId="3408483664" sldId="275"/>
            <ac:spMk id="35843" creationId="{00000000-0000-0000-0000-000000000000}"/>
          </ac:spMkLst>
        </pc:spChg>
      </pc:sldChg>
      <pc:sldChg chg="modSp mod">
        <pc:chgData name="Tom Carter" userId="db1a6269-4a98-40f4-850a-a379349c8455" providerId="ADAL" clId="{ABAF003C-6A2E-48CA-BA6D-D6D12E9B1187}" dt="2026-08-03T10:20:19.516" v="283" actId="2710"/>
        <pc:sldMkLst>
          <pc:docMk/>
          <pc:sldMk cId="2306100361" sldId="276"/>
        </pc:sldMkLst>
        <pc:spChg chg="mod">
          <ac:chgData name="Tom Carter" userId="db1a6269-4a98-40f4-850a-a379349c8455" providerId="ADAL" clId="{ABAF003C-6A2E-48CA-BA6D-D6D12E9B1187}" dt="2026-08-03T10:20:19.516" v="283" actId="2710"/>
          <ac:spMkLst>
            <pc:docMk/>
            <pc:sldMk cId="2306100361" sldId="276"/>
            <ac:spMk id="5" creationId="{00000000-0000-0000-0000-000000000000}"/>
          </ac:spMkLst>
        </pc:spChg>
      </pc:sldChg>
      <pc:sldChg chg="modSp mod">
        <pc:chgData name="Tom Carter" userId="db1a6269-4a98-40f4-850a-a379349c8455" providerId="ADAL" clId="{ABAF003C-6A2E-48CA-BA6D-D6D12E9B1187}" dt="2026-08-03T10:20:44.064" v="285" actId="5793"/>
        <pc:sldMkLst>
          <pc:docMk/>
          <pc:sldMk cId="1066235993" sldId="277"/>
        </pc:sldMkLst>
        <pc:spChg chg="mod">
          <ac:chgData name="Tom Carter" userId="db1a6269-4a98-40f4-850a-a379349c8455" providerId="ADAL" clId="{ABAF003C-6A2E-48CA-BA6D-D6D12E9B1187}" dt="2026-08-03T10:20:44.064" v="285" actId="5793"/>
          <ac:spMkLst>
            <pc:docMk/>
            <pc:sldMk cId="1066235993" sldId="277"/>
            <ac:spMk id="23" creationId="{00000000-0000-0000-0000-000000000000}"/>
          </ac:spMkLst>
        </pc:spChg>
      </pc:sldChg>
      <pc:sldChg chg="modSp mod">
        <pc:chgData name="Tom Carter" userId="db1a6269-4a98-40f4-850a-a379349c8455" providerId="ADAL" clId="{ABAF003C-6A2E-48CA-BA6D-D6D12E9B1187}" dt="2026-08-03T10:21:38.400" v="289" actId="255"/>
        <pc:sldMkLst>
          <pc:docMk/>
          <pc:sldMk cId="294611562" sldId="278"/>
        </pc:sldMkLst>
        <pc:spChg chg="mod">
          <ac:chgData name="Tom Carter" userId="db1a6269-4a98-40f4-850a-a379349c8455" providerId="ADAL" clId="{ABAF003C-6A2E-48CA-BA6D-D6D12E9B1187}" dt="2026-08-03T10:21:38.400" v="289" actId="255"/>
          <ac:spMkLst>
            <pc:docMk/>
            <pc:sldMk cId="294611562" sldId="278"/>
            <ac:spMk id="26" creationId="{00000000-0000-0000-0000-000000000000}"/>
          </ac:spMkLst>
        </pc:spChg>
        <pc:spChg chg="mod">
          <ac:chgData name="Tom Carter" userId="db1a6269-4a98-40f4-850a-a379349c8455" providerId="ADAL" clId="{ABAF003C-6A2E-48CA-BA6D-D6D12E9B1187}" dt="2026-08-03T10:21:02.880" v="287" actId="5793"/>
          <ac:spMkLst>
            <pc:docMk/>
            <pc:sldMk cId="294611562" sldId="278"/>
            <ac:spMk id="30" creationId="{00000000-0000-0000-0000-000000000000}"/>
          </ac:spMkLst>
        </pc:spChg>
      </pc:sldChg>
      <pc:sldChg chg="modSp mod">
        <pc:chgData name="Tom Carter" userId="db1a6269-4a98-40f4-850a-a379349c8455" providerId="ADAL" clId="{ABAF003C-6A2E-48CA-BA6D-D6D12E9B1187}" dt="2026-08-03T10:22:16.361" v="292" actId="5793"/>
        <pc:sldMkLst>
          <pc:docMk/>
          <pc:sldMk cId="4131892945" sldId="279"/>
        </pc:sldMkLst>
        <pc:spChg chg="mod">
          <ac:chgData name="Tom Carter" userId="db1a6269-4a98-40f4-850a-a379349c8455" providerId="ADAL" clId="{ABAF003C-6A2E-48CA-BA6D-D6D12E9B1187}" dt="2026-08-03T10:22:16.361" v="292" actId="5793"/>
          <ac:spMkLst>
            <pc:docMk/>
            <pc:sldMk cId="4131892945" sldId="279"/>
            <ac:spMk id="27" creationId="{00000000-0000-0000-0000-000000000000}"/>
          </ac:spMkLst>
        </pc:spChg>
        <pc:spChg chg="mod">
          <ac:chgData name="Tom Carter" userId="db1a6269-4a98-40f4-850a-a379349c8455" providerId="ADAL" clId="{ABAF003C-6A2E-48CA-BA6D-D6D12E9B1187}" dt="2026-08-03T10:22:03.260" v="290" actId="255"/>
          <ac:spMkLst>
            <pc:docMk/>
            <pc:sldMk cId="4131892945" sldId="279"/>
            <ac:spMk id="48" creationId="{00000000-0000-0000-0000-000000000000}"/>
          </ac:spMkLst>
        </pc:spChg>
      </pc:sldChg>
      <pc:sldChg chg="modSp mod">
        <pc:chgData name="Tom Carter" userId="db1a6269-4a98-40f4-850a-a379349c8455" providerId="ADAL" clId="{ABAF003C-6A2E-48CA-BA6D-D6D12E9B1187}" dt="2026-08-03T10:22:45.041" v="297" actId="2710"/>
        <pc:sldMkLst>
          <pc:docMk/>
          <pc:sldMk cId="2327666934" sldId="280"/>
        </pc:sldMkLst>
        <pc:spChg chg="mod">
          <ac:chgData name="Tom Carter" userId="db1a6269-4a98-40f4-850a-a379349c8455" providerId="ADAL" clId="{ABAF003C-6A2E-48CA-BA6D-D6D12E9B1187}" dt="2026-08-03T10:22:45.041" v="297" actId="2710"/>
          <ac:spMkLst>
            <pc:docMk/>
            <pc:sldMk cId="2327666934" sldId="280"/>
            <ac:spMk id="8" creationId="{00000000-0000-0000-0000-000000000000}"/>
          </ac:spMkLst>
        </pc:spChg>
      </pc:sldChg>
      <pc:sldChg chg="modSp mod">
        <pc:chgData name="Tom Carter" userId="db1a6269-4a98-40f4-850a-a379349c8455" providerId="ADAL" clId="{ABAF003C-6A2E-48CA-BA6D-D6D12E9B1187}" dt="2026-08-03T10:23:25.609" v="337" actId="1036"/>
        <pc:sldMkLst>
          <pc:docMk/>
          <pc:sldMk cId="2007928164" sldId="281"/>
        </pc:sldMkLst>
        <pc:spChg chg="mod">
          <ac:chgData name="Tom Carter" userId="db1a6269-4a98-40f4-850a-a379349c8455" providerId="ADAL" clId="{ABAF003C-6A2E-48CA-BA6D-D6D12E9B1187}" dt="2026-08-03T10:23:01.982" v="302" actId="20577"/>
          <ac:spMkLst>
            <pc:docMk/>
            <pc:sldMk cId="2007928164" sldId="281"/>
            <ac:spMk id="8" creationId="{00000000-0000-0000-0000-000000000000}"/>
          </ac:spMkLst>
        </pc:spChg>
        <pc:grpChg chg="mod">
          <ac:chgData name="Tom Carter" userId="db1a6269-4a98-40f4-850a-a379349c8455" providerId="ADAL" clId="{ABAF003C-6A2E-48CA-BA6D-D6D12E9B1187}" dt="2026-08-03T10:23:25.609" v="337" actId="1036"/>
          <ac:grpSpMkLst>
            <pc:docMk/>
            <pc:sldMk cId="2007928164" sldId="281"/>
            <ac:grpSpMk id="2" creationId="{00000000-0000-0000-0000-000000000000}"/>
          </ac:grpSpMkLst>
        </pc:grpChg>
        <pc:grpChg chg="mod">
          <ac:chgData name="Tom Carter" userId="db1a6269-4a98-40f4-850a-a379349c8455" providerId="ADAL" clId="{ABAF003C-6A2E-48CA-BA6D-D6D12E9B1187}" dt="2026-08-03T10:23:25.609" v="337" actId="1036"/>
          <ac:grpSpMkLst>
            <pc:docMk/>
            <pc:sldMk cId="2007928164" sldId="281"/>
            <ac:grpSpMk id="4" creationId="{00000000-0000-0000-0000-000000000000}"/>
          </ac:grpSpMkLst>
        </pc:grpChg>
      </pc:sldChg>
      <pc:sldChg chg="del">
        <pc:chgData name="Tom Carter" userId="db1a6269-4a98-40f4-850a-a379349c8455" providerId="ADAL" clId="{ABAF003C-6A2E-48CA-BA6D-D6D12E9B1187}" dt="2026-08-03T10:02:35.628" v="43" actId="47"/>
        <pc:sldMkLst>
          <pc:docMk/>
          <pc:sldMk cId="310301952" sldId="371"/>
        </pc:sldMkLst>
      </pc:sldChg>
      <pc:sldMasterChg chg="delSldLayout">
        <pc:chgData name="Tom Carter" userId="db1a6269-4a98-40f4-850a-a379349c8455" providerId="ADAL" clId="{ABAF003C-6A2E-48CA-BA6D-D6D12E9B1187}" dt="2026-08-03T10:02:35.628" v="43" actId="47"/>
        <pc:sldMasterMkLst>
          <pc:docMk/>
          <pc:sldMasterMk cId="1077791022" sldId="2147485431"/>
        </pc:sldMasterMkLst>
        <pc:sldLayoutChg chg="del">
          <pc:chgData name="Tom Carter" userId="db1a6269-4a98-40f4-850a-a379349c8455" providerId="ADAL" clId="{ABAF003C-6A2E-48CA-BA6D-D6D12E9B1187}" dt="2026-08-03T10:02:35.628" v="43" actId="47"/>
          <pc:sldLayoutMkLst>
            <pc:docMk/>
            <pc:sldMasterMk cId="1077791022" sldId="2147485431"/>
            <pc:sldLayoutMk cId="334797691" sldId="21474858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8/3/2026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DFB2CB39-219B-4417-A2C4-57B855E1F3E3}" type="slidenum">
              <a:rPr lang="en-GB" smtClean="0"/>
              <a:pPr/>
              <a:t>2</a:t>
            </a:fld>
            <a:endParaRPr lang="en-GB" dirty="0"/>
          </a:p>
        </p:txBody>
      </p:sp>
      <p:sp>
        <p:nvSpPr>
          <p:cNvPr id="28675" name="Rectangle 2"/>
          <p:cNvSpPr>
            <a:spLocks noGrp="1" noRot="1" noChangeAspect="1" noChangeArrowheads="1" noTextEdit="1"/>
          </p:cNvSpPr>
          <p:nvPr>
            <p:ph type="sldImg"/>
          </p:nvPr>
        </p:nvSpPr>
        <p:spPr>
          <a:xfrm>
            <a:off x="92075" y="744538"/>
            <a:ext cx="6618288" cy="3724275"/>
          </a:xfrm>
          <a:ln/>
        </p:spPr>
      </p:sp>
      <p:sp>
        <p:nvSpPr>
          <p:cNvPr id="28676" name="Rectangle 3"/>
          <p:cNvSpPr>
            <a:spLocks noGrp="1" noChangeArrowheads="1"/>
          </p:cNvSpPr>
          <p:nvPr>
            <p:ph type="body" idx="1"/>
          </p:nvPr>
        </p:nvSpPr>
        <p:spPr>
          <a:noFill/>
          <a:ln/>
        </p:spPr>
        <p:txBody>
          <a:bodyPr/>
          <a:lstStyle/>
          <a:p>
            <a:pPr eaLnBrk="1" hangingPunct="1"/>
            <a:r>
              <a:rPr lang="en-US" dirty="0"/>
              <a:t>In this module, we will introduce GPU architectures,</a:t>
            </a:r>
            <a:r>
              <a:rPr lang="en-US" baseline="0" dirty="0"/>
              <a:t> including a brief GPU history and an illustration of principles and rendering models.</a:t>
            </a:r>
          </a:p>
          <a:p>
            <a:pPr eaLnBrk="1" hangingPunct="1"/>
            <a:endParaRPr lang="en-US" dirty="0"/>
          </a:p>
          <a:p>
            <a:pPr eaLnBrk="1" hangingPunct="1"/>
            <a:r>
              <a:rPr lang="en-US" dirty="0"/>
              <a:t>Then, we will</a:t>
            </a:r>
            <a:r>
              <a:rPr lang="en-US" baseline="0" dirty="0"/>
              <a:t> study t</a:t>
            </a:r>
            <a:r>
              <a:rPr lang="en-US" dirty="0"/>
              <a:t>he Arm Mali GPU</a:t>
            </a:r>
            <a:r>
              <a:rPr lang="en-US" baseline="0" dirty="0"/>
              <a:t> family, which are energy-efficient GPUs widely used in mobile applications. </a:t>
            </a:r>
          </a:p>
          <a:p>
            <a:pPr eaLnBrk="1" hangingPunct="1"/>
            <a:endParaRPr lang="en-US" dirty="0"/>
          </a:p>
        </p:txBody>
      </p:sp>
    </p:spTree>
    <p:extLst>
      <p:ext uri="{BB962C8B-B14F-4D97-AF65-F5344CB8AC3E}">
        <p14:creationId xmlns:p14="http://schemas.microsoft.com/office/powerpoint/2010/main" val="3544899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4538"/>
            <a:ext cx="6618288" cy="3724275"/>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77880385-FE2E-411D-A5C1-783A59248E5D}" type="slidenum">
              <a:rPr lang="en-GB" smtClean="0"/>
              <a:pPr>
                <a:defRPr/>
              </a:pPr>
              <a:t>3</a:t>
            </a:fld>
            <a:endParaRPr lang="en-GB" dirty="0"/>
          </a:p>
        </p:txBody>
      </p:sp>
    </p:spTree>
    <p:extLst>
      <p:ext uri="{BB962C8B-B14F-4D97-AF65-F5344CB8AC3E}">
        <p14:creationId xmlns:p14="http://schemas.microsoft.com/office/powerpoint/2010/main" val="4236562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9875" cy="3724275"/>
          </a:xfrm>
        </p:spPr>
      </p:sp>
      <p:sp>
        <p:nvSpPr>
          <p:cNvPr id="3" name="Notes Placeholder 2"/>
          <p:cNvSpPr>
            <a:spLocks noGrp="1"/>
          </p:cNvSpPr>
          <p:nvPr>
            <p:ph type="body" idx="1"/>
          </p:nvPr>
        </p:nvSpPr>
        <p:spPr/>
        <p:txBody>
          <a:bodyPr>
            <a:normAutofit fontScale="55000" lnSpcReduction="20000"/>
          </a:bodyPr>
          <a:lstStyle/>
          <a:p>
            <a:r>
              <a:rPr lang="en-GB" dirty="0"/>
              <a:t>This slide provides a recap of the previous module’s pipeline diagram</a:t>
            </a:r>
            <a:r>
              <a:rPr lang="en-GB" b="0" baseline="0" dirty="0"/>
              <a:t>.</a:t>
            </a:r>
          </a:p>
          <a:p>
            <a:r>
              <a:rPr lang="en-GB" b="0" baseline="0" dirty="0"/>
              <a:t>Remember the transform feedback feature is just included from pipeline 3.0</a:t>
            </a:r>
          </a:p>
          <a:p>
            <a:endParaRPr lang="en-GB" b="0" baseline="0" dirty="0"/>
          </a:p>
          <a:p>
            <a:r>
              <a:rPr lang="en-GB" b="0" baseline="0" dirty="0"/>
              <a:t>Green blocks are fixed function, although often configurable (on/off/mode select), and blue blocks are the outputs of the render.  These are entirely fixed functions.</a:t>
            </a:r>
          </a:p>
          <a:p>
            <a:endParaRPr lang="en-GB" b="0" baseline="0" dirty="0"/>
          </a:p>
          <a:p>
            <a:r>
              <a:rPr lang="en-GB" b="0" baseline="0" dirty="0"/>
              <a:t>The Geometry Processing block operates on each vertex and translates it from model-space coordinates into eye-space coordinate. </a:t>
            </a:r>
          </a:p>
          <a:p>
            <a:r>
              <a:rPr lang="en-GB" b="0" baseline="0" dirty="0"/>
              <a:t>The Primitive Assembly block takes groups of vertices and converts </a:t>
            </a:r>
            <a:r>
              <a:rPr lang="en-GB" b="0" baseline="0"/>
              <a:t>them </a:t>
            </a:r>
            <a:r>
              <a:rPr lang="en-GB"/>
              <a:t>into </a:t>
            </a:r>
            <a:r>
              <a:rPr lang="en-GB" b="0" baseline="0"/>
              <a:t>primitives</a:t>
            </a:r>
            <a:r>
              <a:rPr lang="en-GB" b="0" baseline="0" dirty="0"/>
              <a:t>: points</a:t>
            </a:r>
            <a:r>
              <a:rPr lang="en-GB" b="0" baseline="0"/>
              <a:t>, lines</a:t>
            </a:r>
            <a:r>
              <a:rPr lang="en-GB"/>
              <a:t>,</a:t>
            </a:r>
            <a:r>
              <a:rPr lang="en-GB" b="0" baseline="0"/>
              <a:t> </a:t>
            </a:r>
            <a:r>
              <a:rPr lang="en-GB" b="0" baseline="0" dirty="0"/>
              <a:t>and triangles in the case of OpenGL ES. This stage is also responsible for determining which of the primitives are visible, discarding them from the pipeline if they are. This includes </a:t>
            </a:r>
            <a:r>
              <a:rPr lang="en-GB" b="0" baseline="0"/>
              <a:t>primitives </a:t>
            </a:r>
            <a:r>
              <a:rPr lang="en-GB"/>
              <a:t>that </a:t>
            </a:r>
            <a:r>
              <a:rPr lang="en-GB" b="0" baseline="0"/>
              <a:t>are </a:t>
            </a:r>
            <a:r>
              <a:rPr lang="en-GB" b="0" baseline="0" dirty="0"/>
              <a:t>outside of the viewing frustum and </a:t>
            </a:r>
            <a:r>
              <a:rPr lang="en-GB" b="0" baseline="0"/>
              <a:t>primitives </a:t>
            </a:r>
            <a:r>
              <a:rPr lang="en-GB"/>
              <a:t>that </a:t>
            </a:r>
            <a:r>
              <a:rPr lang="en-GB" b="0" baseline="0"/>
              <a:t>are </a:t>
            </a:r>
            <a:r>
              <a:rPr lang="en-GB" b="0" baseline="0" dirty="0"/>
              <a:t>single-sided and facing away from the view-port.</a:t>
            </a:r>
          </a:p>
          <a:p>
            <a:pPr defTabSz="879378">
              <a:defRPr/>
            </a:pPr>
            <a:r>
              <a:rPr lang="en-GB" b="0" baseline="0" dirty="0"/>
              <a:t>The Rasterizer block takes each primitive and converts </a:t>
            </a:r>
            <a:r>
              <a:rPr lang="en-GB" b="0" baseline="0"/>
              <a:t>it </a:t>
            </a:r>
            <a:r>
              <a:rPr lang="en-GB"/>
              <a:t>into </a:t>
            </a:r>
            <a:r>
              <a:rPr lang="en-GB" b="0" baseline="0"/>
              <a:t>a </a:t>
            </a:r>
            <a:r>
              <a:rPr lang="en-GB" b="0" baseline="0" dirty="0"/>
              <a:t>group </a:t>
            </a:r>
            <a:r>
              <a:rPr lang="en-GB" b="0" baseline="0"/>
              <a:t>of pixels </a:t>
            </a:r>
            <a:r>
              <a:rPr lang="en-GB" b="0" baseline="0" dirty="0"/>
              <a:t>known as fragments because each pixel is only a fragment of the whole primitive raster.</a:t>
            </a:r>
          </a:p>
          <a:p>
            <a:pPr defTabSz="879378">
              <a:defRPr/>
            </a:pPr>
            <a:r>
              <a:rPr lang="en-GB" b="0" baseline="0" dirty="0"/>
              <a:t>The Fragment Processing block takes each fragment and calculates its color and depth (distance </a:t>
            </a:r>
            <a:r>
              <a:rPr lang="en-GB" b="0" baseline="0"/>
              <a:t>from camera</a:t>
            </a:r>
            <a:r>
              <a:rPr lang="en-GB"/>
              <a:t>) </a:t>
            </a:r>
            <a:r>
              <a:rPr lang="en-GB" b="0" baseline="0"/>
              <a:t>and </a:t>
            </a:r>
            <a:r>
              <a:rPr lang="en-GB" b="0" baseline="0" dirty="0"/>
              <a:t>decides whether it should have been drawn or not.</a:t>
            </a:r>
          </a:p>
          <a:p>
            <a:pPr defTabSz="879378">
              <a:buFont typeface="Arial" charset="0"/>
              <a:buNone/>
              <a:defRPr/>
            </a:pPr>
            <a:r>
              <a:rPr lang="en-GB" b="0" baseline="0" dirty="0"/>
              <a:t>The Fragment Operations block takes each fragment and performs a standard set of operations: </a:t>
            </a:r>
          </a:p>
          <a:p>
            <a:pPr defTabSz="879378">
              <a:buFont typeface="Arial" charset="0"/>
              <a:buNone/>
              <a:defRPr/>
            </a:pPr>
            <a:r>
              <a:rPr lang="en-GB" b="0" baseline="0" dirty="0"/>
              <a:t>	Pixel ownership: Does this program own this pixel? If not, it is discarded and not drawn.</a:t>
            </a:r>
          </a:p>
          <a:p>
            <a:pPr defTabSz="879378">
              <a:buFont typeface="Arial" charset="0"/>
              <a:buNone/>
              <a:defRPr/>
            </a:pPr>
            <a:r>
              <a:rPr lang="en-GB" b="0" baseline="0" dirty="0"/>
              <a:t>	Scissor</a:t>
            </a:r>
            <a:r>
              <a:rPr lang="en-GB" b="0" baseline="0"/>
              <a:t>, stencil</a:t>
            </a:r>
            <a:r>
              <a:rPr lang="en-GB"/>
              <a:t>,</a:t>
            </a:r>
            <a:r>
              <a:rPr lang="en-GB" b="0" baseline="0"/>
              <a:t> </a:t>
            </a:r>
            <a:r>
              <a:rPr lang="en-GB" b="0" baseline="0" dirty="0"/>
              <a:t>and depth tests: Is this pixel visible based on stencil and what we have drawn already?</a:t>
            </a:r>
          </a:p>
          <a:p>
            <a:pPr defTabSz="879378">
              <a:buFont typeface="Arial" charset="0"/>
              <a:buNone/>
              <a:defRPr/>
            </a:pPr>
            <a:r>
              <a:rPr lang="en-GB" b="0" baseline="0" dirty="0"/>
              <a:t>	Blending for partially </a:t>
            </a:r>
            <a:r>
              <a:rPr lang="en-GB" b="0" baseline="0"/>
              <a:t>transparent pixels </a:t>
            </a:r>
            <a:r>
              <a:rPr lang="en-GB" b="0" baseline="0" dirty="0"/>
              <a:t>and dithering to hide </a:t>
            </a:r>
            <a:r>
              <a:rPr lang="en-GB" b="0" baseline="0"/>
              <a:t>rendering </a:t>
            </a:r>
            <a:r>
              <a:rPr lang="en-GB"/>
              <a:t>artifacts </a:t>
            </a:r>
            <a:r>
              <a:rPr lang="en-GB" b="0" baseline="0"/>
              <a:t>on </a:t>
            </a:r>
            <a:r>
              <a:rPr lang="en-GB" b="0" baseline="0" dirty="0"/>
              <a:t>low color-depth displays</a:t>
            </a:r>
          </a:p>
          <a:p>
            <a:pPr defTabSz="879378">
              <a:defRPr/>
            </a:pPr>
            <a:r>
              <a:rPr lang="en-GB" b="0" baseline="0" dirty="0"/>
              <a:t>The Color Value is the value written in to the Color Buffer output display color for this fragment.</a:t>
            </a:r>
          </a:p>
          <a:p>
            <a:pPr defTabSz="879378">
              <a:defRPr/>
            </a:pPr>
            <a:r>
              <a:rPr lang="en-GB" b="0" baseline="0" dirty="0"/>
              <a:t>The Depth Value (also known as the Z-value) is the value written in to the Depth Buffer – distance from the viewer – which is used to discard </a:t>
            </a:r>
            <a:r>
              <a:rPr lang="en-GB" b="0" baseline="0"/>
              <a:t>pixels </a:t>
            </a:r>
            <a:r>
              <a:rPr lang="en-GB"/>
              <a:t>that </a:t>
            </a:r>
            <a:r>
              <a:rPr lang="en-GB" b="0" baseline="0"/>
              <a:t>are </a:t>
            </a:r>
            <a:r>
              <a:rPr lang="en-GB" b="0" baseline="0" dirty="0"/>
              <a:t>further away from the viewer than the current pixel.</a:t>
            </a:r>
          </a:p>
          <a:p>
            <a:pPr defTabSz="879378">
              <a:defRPr/>
            </a:pPr>
            <a:r>
              <a:rPr lang="en-GB" b="0" baseline="0" dirty="0"/>
              <a:t>The Stencil Value is the updated stencil </a:t>
            </a:r>
            <a:r>
              <a:rPr lang="en-GB" b="0" baseline="0"/>
              <a:t>value </a:t>
            </a:r>
            <a:r>
              <a:rPr lang="en-GB"/>
              <a:t>that </a:t>
            </a:r>
            <a:r>
              <a:rPr lang="en-GB" b="0" baseline="0"/>
              <a:t>is </a:t>
            </a:r>
            <a:r>
              <a:rPr lang="en-GB" b="0" baseline="0" dirty="0"/>
              <a:t>written back into the Stencil Buffer. This is used to allow per-pixel stencil testing.</a:t>
            </a:r>
          </a:p>
          <a:p>
            <a:endParaRPr lang="en-GB" baseline="0" dirty="0"/>
          </a:p>
        </p:txBody>
      </p:sp>
      <p:sp>
        <p:nvSpPr>
          <p:cNvPr id="4" name="Slide Number Placeholder 3"/>
          <p:cNvSpPr>
            <a:spLocks noGrp="1"/>
          </p:cNvSpPr>
          <p:nvPr>
            <p:ph type="sldNum" sz="quarter" idx="10"/>
          </p:nvPr>
        </p:nvSpPr>
        <p:spPr/>
        <p:txBody>
          <a:bodyPr/>
          <a:lstStyle/>
          <a:p>
            <a:pPr>
              <a:defRPr/>
            </a:pPr>
            <a:fld id="{77880385-FE2E-411D-A5C1-783A59248E5D}" type="slidenum">
              <a:rPr lang="en-GB" smtClean="0"/>
              <a:pPr>
                <a:defRPr/>
              </a:pPr>
              <a:t>4</a:t>
            </a:fld>
            <a:endParaRPr lang="en-GB" dirty="0"/>
          </a:p>
        </p:txBody>
      </p:sp>
    </p:spTree>
    <p:extLst>
      <p:ext uri="{BB962C8B-B14F-4D97-AF65-F5344CB8AC3E}">
        <p14:creationId xmlns:p14="http://schemas.microsoft.com/office/powerpoint/2010/main" val="793767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4538"/>
            <a:ext cx="6618288" cy="3724275"/>
          </a:xfrm>
        </p:spPr>
      </p:sp>
      <p:sp>
        <p:nvSpPr>
          <p:cNvPr id="3" name="Notes Placeholder 2"/>
          <p:cNvSpPr>
            <a:spLocks noGrp="1"/>
          </p:cNvSpPr>
          <p:nvPr>
            <p:ph type="body" idx="1"/>
          </p:nvPr>
        </p:nvSpPr>
        <p:spPr/>
        <p:txBody>
          <a:bodyPr>
            <a:normAutofit/>
          </a:bodyPr>
          <a:lstStyle/>
          <a:p>
            <a:r>
              <a:rPr lang="en-GB" dirty="0"/>
              <a:t>Note that most </a:t>
            </a:r>
            <a:r>
              <a:rPr lang="en-GB" baseline="0" dirty="0"/>
              <a:t>components </a:t>
            </a:r>
            <a:r>
              <a:rPr lang="en-GB" baseline="0"/>
              <a:t>are </a:t>
            </a:r>
            <a:r>
              <a:rPr lang="en-GB"/>
              <a:t>nonprogrammable </a:t>
            </a:r>
            <a:r>
              <a:rPr lang="en-GB" baseline="0"/>
              <a:t>because </a:t>
            </a:r>
            <a:r>
              <a:rPr lang="en-GB" baseline="0" dirty="0"/>
              <a:t>they use Open GL ES 1.0.</a:t>
            </a:r>
            <a:endParaRPr lang="en-GB" u="sng" dirty="0">
              <a:solidFill>
                <a:srgbClr val="FF0000"/>
              </a:solidFill>
            </a:endParaRPr>
          </a:p>
        </p:txBody>
      </p:sp>
      <p:sp>
        <p:nvSpPr>
          <p:cNvPr id="4" name="Slide Number Placeholder 3"/>
          <p:cNvSpPr>
            <a:spLocks noGrp="1"/>
          </p:cNvSpPr>
          <p:nvPr>
            <p:ph type="sldNum" sz="quarter" idx="10"/>
          </p:nvPr>
        </p:nvSpPr>
        <p:spPr/>
        <p:txBody>
          <a:bodyPr/>
          <a:lstStyle/>
          <a:p>
            <a:pPr>
              <a:defRPr/>
            </a:pPr>
            <a:fld id="{77880385-FE2E-411D-A5C1-783A59248E5D}" type="slidenum">
              <a:rPr lang="en-GB" smtClean="0"/>
              <a:pPr>
                <a:defRPr/>
              </a:pPr>
              <a:t>5</a:t>
            </a:fld>
            <a:endParaRPr lang="en-GB" dirty="0"/>
          </a:p>
        </p:txBody>
      </p:sp>
    </p:spTree>
    <p:extLst>
      <p:ext uri="{BB962C8B-B14F-4D97-AF65-F5344CB8AC3E}">
        <p14:creationId xmlns:p14="http://schemas.microsoft.com/office/powerpoint/2010/main" val="1640146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6</a:t>
            </a:fld>
            <a:endParaRPr lang="en-US" altLang="en-US" dirty="0"/>
          </a:p>
        </p:txBody>
      </p:sp>
    </p:spTree>
    <p:extLst>
      <p:ext uri="{BB962C8B-B14F-4D97-AF65-F5344CB8AC3E}">
        <p14:creationId xmlns:p14="http://schemas.microsoft.com/office/powerpoint/2010/main" val="868630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diagram shows the hardware architecture</a:t>
            </a:r>
            <a:r>
              <a:rPr lang="en-GB" baseline="0" dirty="0"/>
              <a:t> for OpenGL 2.0. Note the addition of the programmable vertex shader and fragment shader.</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7</a:t>
            </a:fld>
            <a:endParaRPr lang="en-GB" dirty="0"/>
          </a:p>
        </p:txBody>
      </p:sp>
    </p:spTree>
    <p:extLst>
      <p:ext uri="{BB962C8B-B14F-4D97-AF65-F5344CB8AC3E}">
        <p14:creationId xmlns:p14="http://schemas.microsoft.com/office/powerpoint/2010/main" val="3130051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8</a:t>
            </a:fld>
            <a:endParaRPr lang="en-US" altLang="en-US" dirty="0"/>
          </a:p>
        </p:txBody>
      </p:sp>
    </p:spTree>
    <p:extLst>
      <p:ext uri="{BB962C8B-B14F-4D97-AF65-F5344CB8AC3E}">
        <p14:creationId xmlns:p14="http://schemas.microsoft.com/office/powerpoint/2010/main" val="14157326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4538"/>
            <a:ext cx="6618288" cy="3724275"/>
          </a:xfrm>
        </p:spPr>
      </p:sp>
      <p:sp>
        <p:nvSpPr>
          <p:cNvPr id="3" name="Notes Placeholder 2"/>
          <p:cNvSpPr>
            <a:spLocks noGrp="1"/>
          </p:cNvSpPr>
          <p:nvPr>
            <p:ph type="body" idx="1"/>
          </p:nvPr>
        </p:nvSpPr>
        <p:spPr/>
        <p:txBody>
          <a:bodyPr>
            <a:normAutofit/>
          </a:bodyPr>
          <a:lstStyle/>
          <a:p>
            <a:r>
              <a:rPr lang="en-GB" baseline="0" dirty="0"/>
              <a:t>As a result of hardware improvements, OpenGL ES  now accommodates more points </a:t>
            </a:r>
            <a:r>
              <a:rPr lang="en-GB" baseline="0"/>
              <a:t>of control</a:t>
            </a:r>
            <a:r>
              <a:rPr lang="en-GB"/>
              <a:t>, </a:t>
            </a:r>
            <a:r>
              <a:rPr lang="en-GB" baseline="0"/>
              <a:t>specifically </a:t>
            </a:r>
            <a:r>
              <a:rPr lang="en-GB" baseline="0" dirty="0"/>
              <a:t>tessellation control, geometry processing, and fragment processing.</a:t>
            </a:r>
          </a:p>
          <a:p>
            <a:endParaRPr lang="en-GB" baseline="0" dirty="0"/>
          </a:p>
        </p:txBody>
      </p:sp>
      <p:sp>
        <p:nvSpPr>
          <p:cNvPr id="4" name="Slide Number Placeholder 3"/>
          <p:cNvSpPr>
            <a:spLocks noGrp="1"/>
          </p:cNvSpPr>
          <p:nvPr>
            <p:ph type="sldNum" sz="quarter" idx="10"/>
          </p:nvPr>
        </p:nvSpPr>
        <p:spPr/>
        <p:txBody>
          <a:bodyPr/>
          <a:lstStyle/>
          <a:p>
            <a:pPr>
              <a:defRPr/>
            </a:pPr>
            <a:fld id="{77880385-FE2E-411D-A5C1-783A59248E5D}" type="slidenum">
              <a:rPr lang="en-GB" smtClean="0"/>
              <a:pPr>
                <a:defRPr/>
              </a:pPr>
              <a:t>9</a:t>
            </a:fld>
            <a:endParaRPr lang="en-GB" dirty="0"/>
          </a:p>
        </p:txBody>
      </p:sp>
    </p:spTree>
    <p:extLst>
      <p:ext uri="{BB962C8B-B14F-4D97-AF65-F5344CB8AC3E}">
        <p14:creationId xmlns:p14="http://schemas.microsoft.com/office/powerpoint/2010/main" val="33762738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77880385-FE2E-411D-A5C1-783A59248E5D}" type="slidenum">
              <a:rPr lang="en-GB" smtClean="0"/>
              <a:pPr>
                <a:defRPr/>
              </a:pPr>
              <a:t>10</a:t>
            </a:fld>
            <a:endParaRPr lang="en-GB" dirty="0"/>
          </a:p>
        </p:txBody>
      </p:sp>
    </p:spTree>
    <p:extLst>
      <p:ext uri="{BB962C8B-B14F-4D97-AF65-F5344CB8AC3E}">
        <p14:creationId xmlns:p14="http://schemas.microsoft.com/office/powerpoint/2010/main" val="408814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xfrm>
            <a:off x="92075" y="744538"/>
            <a:ext cx="6618288" cy="3724275"/>
          </a:xfrm>
          <a:noFill/>
          <a:ln>
            <a:solidFill>
              <a:srgbClr val="000000"/>
            </a:solidFill>
            <a:miter lim="800000"/>
            <a:headEnd/>
            <a:tailEnd/>
          </a:ln>
        </p:spPr>
      </p:sp>
      <p:sp>
        <p:nvSpPr>
          <p:cNvPr id="5017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GB" dirty="0"/>
          </a:p>
        </p:txBody>
      </p:sp>
      <p:sp>
        <p:nvSpPr>
          <p:cNvPr id="4" name="Slide Number Placeholder 3"/>
          <p:cNvSpPr>
            <a:spLocks noGrp="1"/>
          </p:cNvSpPr>
          <p:nvPr>
            <p:ph type="sldNum" sz="quarter" idx="5"/>
          </p:nvPr>
        </p:nvSpPr>
        <p:spPr/>
        <p:txBody>
          <a:bodyPr/>
          <a:lstStyle/>
          <a:p>
            <a:pPr>
              <a:defRPr/>
            </a:pPr>
            <a:fld id="{D17DF526-83F0-4BC3-9824-CC45FC6F6775}" type="slidenum">
              <a:rPr lang="en-GB" smtClean="0"/>
              <a:pPr>
                <a:defRPr/>
              </a:pPr>
              <a:t>11</a:t>
            </a:fld>
            <a:endParaRPr lang="en-GB" dirty="0"/>
          </a:p>
        </p:txBody>
      </p:sp>
    </p:spTree>
    <p:extLst>
      <p:ext uri="{BB962C8B-B14F-4D97-AF65-F5344CB8AC3E}">
        <p14:creationId xmlns:p14="http://schemas.microsoft.com/office/powerpoint/2010/main" val="3125468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12</a:t>
            </a:fld>
            <a:endParaRPr lang="en-US" altLang="en-US" dirty="0"/>
          </a:p>
        </p:txBody>
      </p:sp>
    </p:spTree>
    <p:extLst>
      <p:ext uri="{BB962C8B-B14F-4D97-AF65-F5344CB8AC3E}">
        <p14:creationId xmlns:p14="http://schemas.microsoft.com/office/powerpoint/2010/main" val="15571458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13</a:t>
            </a:fld>
            <a:endParaRPr lang="en-GB" dirty="0"/>
          </a:p>
        </p:txBody>
      </p:sp>
    </p:spTree>
    <p:extLst>
      <p:ext uri="{BB962C8B-B14F-4D97-AF65-F5344CB8AC3E}">
        <p14:creationId xmlns:p14="http://schemas.microsoft.com/office/powerpoint/2010/main" val="2837012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xfrm>
            <a:off x="92075" y="744538"/>
            <a:ext cx="6618288" cy="3724275"/>
          </a:xfrm>
          <a:noFill/>
          <a:ln>
            <a:solidFill>
              <a:srgbClr val="000000"/>
            </a:solidFill>
            <a:miter lim="800000"/>
            <a:headEnd/>
            <a:tailEnd/>
          </a:ln>
        </p:spPr>
      </p:sp>
      <p:sp>
        <p:nvSpPr>
          <p:cNvPr id="7065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GB" dirty="0"/>
          </a:p>
        </p:txBody>
      </p:sp>
      <p:sp>
        <p:nvSpPr>
          <p:cNvPr id="4" name="Slide Number Placeholder 3"/>
          <p:cNvSpPr>
            <a:spLocks noGrp="1"/>
          </p:cNvSpPr>
          <p:nvPr>
            <p:ph type="sldNum" sz="quarter" idx="5"/>
          </p:nvPr>
        </p:nvSpPr>
        <p:spPr/>
        <p:txBody>
          <a:bodyPr/>
          <a:lstStyle/>
          <a:p>
            <a:pPr>
              <a:defRPr/>
            </a:pPr>
            <a:fld id="{E451D9A4-CB68-403E-93FC-2C07B4636509}" type="slidenum">
              <a:rPr lang="en-GB" smtClean="0"/>
              <a:pPr>
                <a:defRPr/>
              </a:pPr>
              <a:t>14</a:t>
            </a:fld>
            <a:endParaRPr lang="en-GB" dirty="0"/>
          </a:p>
        </p:txBody>
      </p:sp>
    </p:spTree>
    <p:extLst>
      <p:ext uri="{BB962C8B-B14F-4D97-AF65-F5344CB8AC3E}">
        <p14:creationId xmlns:p14="http://schemas.microsoft.com/office/powerpoint/2010/main" val="8958011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xfrm>
            <a:off x="92075" y="744538"/>
            <a:ext cx="6618288" cy="3724275"/>
          </a:xfrm>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r>
              <a:rPr lang="en-GB" dirty="0"/>
              <a:t>Now you *could* execute shaders on CPU-style cores to help execute one thread fast, but maybe it would be better to use all that out-of-order, branch prediction, cache, etc. area for something else...</a:t>
            </a:r>
          </a:p>
        </p:txBody>
      </p:sp>
      <p:sp>
        <p:nvSpPr>
          <p:cNvPr id="4" name="Slide Number Placeholder 3"/>
          <p:cNvSpPr>
            <a:spLocks noGrp="1"/>
          </p:cNvSpPr>
          <p:nvPr>
            <p:ph type="sldNum" sz="quarter" idx="5"/>
          </p:nvPr>
        </p:nvSpPr>
        <p:spPr/>
        <p:txBody>
          <a:bodyPr/>
          <a:lstStyle/>
          <a:p>
            <a:pPr>
              <a:defRPr/>
            </a:pPr>
            <a:fld id="{844D19BB-2AB5-4F1D-BD7A-7C1D01022D64}" type="slidenum">
              <a:rPr lang="en-GB" smtClean="0"/>
              <a:pPr>
                <a:defRPr/>
              </a:pPr>
              <a:t>15</a:t>
            </a:fld>
            <a:endParaRPr lang="en-GB" dirty="0"/>
          </a:p>
        </p:txBody>
      </p:sp>
    </p:spTree>
    <p:extLst>
      <p:ext uri="{BB962C8B-B14F-4D97-AF65-F5344CB8AC3E}">
        <p14:creationId xmlns:p14="http://schemas.microsoft.com/office/powerpoint/2010/main" val="2324954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xfrm>
            <a:off x="92075" y="744538"/>
            <a:ext cx="6618288" cy="3724275"/>
          </a:xfrm>
          <a:noFill/>
          <a:ln>
            <a:solidFill>
              <a:srgbClr val="000000"/>
            </a:solidFill>
            <a:miter lim="800000"/>
            <a:headEnd/>
            <a:tailEnd/>
          </a:ln>
        </p:spPr>
      </p:sp>
      <p:sp>
        <p:nvSpPr>
          <p:cNvPr id="7577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GB" dirty="0"/>
          </a:p>
        </p:txBody>
      </p:sp>
      <p:sp>
        <p:nvSpPr>
          <p:cNvPr id="4" name="Slide Number Placeholder 3"/>
          <p:cNvSpPr>
            <a:spLocks noGrp="1"/>
          </p:cNvSpPr>
          <p:nvPr>
            <p:ph type="sldNum" sz="quarter" idx="5"/>
          </p:nvPr>
        </p:nvSpPr>
        <p:spPr/>
        <p:txBody>
          <a:bodyPr/>
          <a:lstStyle/>
          <a:p>
            <a:pPr>
              <a:defRPr/>
            </a:pPr>
            <a:fld id="{67EE18B3-6231-44F0-8875-EE897AAFDB95}" type="slidenum">
              <a:rPr lang="en-GB" smtClean="0"/>
              <a:pPr>
                <a:defRPr/>
              </a:pPr>
              <a:t>16</a:t>
            </a:fld>
            <a:endParaRPr lang="en-GB" dirty="0"/>
          </a:p>
        </p:txBody>
      </p:sp>
    </p:spTree>
    <p:extLst>
      <p:ext uri="{BB962C8B-B14F-4D97-AF65-F5344CB8AC3E}">
        <p14:creationId xmlns:p14="http://schemas.microsoft.com/office/powerpoint/2010/main" val="1898908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xfrm>
            <a:off x="92075" y="744538"/>
            <a:ext cx="6618288" cy="3724275"/>
          </a:xfrm>
          <a:noFill/>
          <a:ln>
            <a:solidFill>
              <a:srgbClr val="000000"/>
            </a:solidFill>
            <a:miter lim="800000"/>
            <a:headEnd/>
            <a:tailEnd/>
          </a:ln>
        </p:spPr>
      </p:sp>
      <p:sp>
        <p:nvSpPr>
          <p:cNvPr id="7577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GB" dirty="0"/>
          </a:p>
        </p:txBody>
      </p:sp>
      <p:sp>
        <p:nvSpPr>
          <p:cNvPr id="4" name="Slide Number Placeholder 3"/>
          <p:cNvSpPr>
            <a:spLocks noGrp="1"/>
          </p:cNvSpPr>
          <p:nvPr>
            <p:ph type="sldNum" sz="quarter" idx="5"/>
          </p:nvPr>
        </p:nvSpPr>
        <p:spPr/>
        <p:txBody>
          <a:bodyPr/>
          <a:lstStyle/>
          <a:p>
            <a:pPr>
              <a:defRPr/>
            </a:pPr>
            <a:fld id="{67EE18B3-6231-44F0-8875-EE897AAFDB95}" type="slidenum">
              <a:rPr lang="en-GB" smtClean="0"/>
              <a:pPr>
                <a:defRPr/>
              </a:pPr>
              <a:t>17</a:t>
            </a:fld>
            <a:endParaRPr lang="en-GB" dirty="0"/>
          </a:p>
        </p:txBody>
      </p:sp>
    </p:spTree>
    <p:extLst>
      <p:ext uri="{BB962C8B-B14F-4D97-AF65-F5344CB8AC3E}">
        <p14:creationId xmlns:p14="http://schemas.microsoft.com/office/powerpoint/2010/main" val="1788337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xfrm>
            <a:off x="92075" y="744538"/>
            <a:ext cx="6618288" cy="3724275"/>
          </a:xfrm>
          <a:noFill/>
          <a:ln>
            <a:solidFill>
              <a:srgbClr val="000000"/>
            </a:solidFill>
            <a:miter lim="800000"/>
            <a:headEnd/>
            <a:tailEnd/>
          </a:ln>
        </p:spPr>
      </p:sp>
      <p:sp>
        <p:nvSpPr>
          <p:cNvPr id="8089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GB" dirty="0"/>
          </a:p>
        </p:txBody>
      </p:sp>
      <p:sp>
        <p:nvSpPr>
          <p:cNvPr id="4" name="Slide Number Placeholder 3"/>
          <p:cNvSpPr>
            <a:spLocks noGrp="1"/>
          </p:cNvSpPr>
          <p:nvPr>
            <p:ph type="sldNum" sz="quarter" idx="5"/>
          </p:nvPr>
        </p:nvSpPr>
        <p:spPr/>
        <p:txBody>
          <a:bodyPr/>
          <a:lstStyle/>
          <a:p>
            <a:pPr>
              <a:defRPr/>
            </a:pPr>
            <a:fld id="{1CB059CA-81ED-4CC0-B311-2D2F13BD7FCC}" type="slidenum">
              <a:rPr lang="en-GB" smtClean="0"/>
              <a:pPr>
                <a:defRPr/>
              </a:pPr>
              <a:t>18</a:t>
            </a:fld>
            <a:endParaRPr lang="en-GB" dirty="0"/>
          </a:p>
        </p:txBody>
      </p:sp>
    </p:spTree>
    <p:extLst>
      <p:ext uri="{BB962C8B-B14F-4D97-AF65-F5344CB8AC3E}">
        <p14:creationId xmlns:p14="http://schemas.microsoft.com/office/powerpoint/2010/main" val="16658128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xfrm>
            <a:off x="92075" y="744538"/>
            <a:ext cx="6618288" cy="3724275"/>
          </a:xfrm>
          <a:noFill/>
          <a:ln>
            <a:solidFill>
              <a:srgbClr val="000000"/>
            </a:solidFill>
            <a:miter lim="800000"/>
            <a:headEnd/>
            <a:tailEnd/>
          </a:ln>
        </p:spPr>
      </p:sp>
      <p:sp>
        <p:nvSpPr>
          <p:cNvPr id="95235" name="Notes Placeholder 2"/>
          <p:cNvSpPr>
            <a:spLocks noGrp="1"/>
          </p:cNvSpPr>
          <p:nvPr>
            <p:ph type="body" idx="1"/>
          </p:nvPr>
        </p:nvSpPr>
        <p:spPr bwMode="auto">
          <a:noFill/>
        </p:spPr>
        <p:txBody>
          <a:bodyPr wrap="square" numCol="1" anchor="t" anchorCtr="0" compatLnSpc="1">
            <a:prstTxWarp prst="textNoShape">
              <a:avLst/>
            </a:prstTxWarp>
          </a:bodyPr>
          <a:lstStyle/>
          <a:p>
            <a:r>
              <a:rPr lang="en-GB" dirty="0"/>
              <a:t>Any GPU workload, not just graphics workload (as described earlier)</a:t>
            </a:r>
          </a:p>
        </p:txBody>
      </p:sp>
      <p:sp>
        <p:nvSpPr>
          <p:cNvPr id="4" name="Slide Number Placeholder 3"/>
          <p:cNvSpPr>
            <a:spLocks noGrp="1"/>
          </p:cNvSpPr>
          <p:nvPr>
            <p:ph type="sldNum" sz="quarter" idx="5"/>
          </p:nvPr>
        </p:nvSpPr>
        <p:spPr/>
        <p:txBody>
          <a:bodyPr/>
          <a:lstStyle/>
          <a:p>
            <a:pPr>
              <a:defRPr/>
            </a:pPr>
            <a:fld id="{FBDA60D2-F2C1-4A85-8A7E-A45A5738047A}" type="slidenum">
              <a:rPr lang="en-GB" smtClean="0"/>
              <a:pPr>
                <a:defRPr/>
              </a:pPr>
              <a:t>19</a:t>
            </a:fld>
            <a:endParaRPr lang="en-GB" dirty="0"/>
          </a:p>
        </p:txBody>
      </p:sp>
    </p:spTree>
    <p:extLst>
      <p:ext uri="{BB962C8B-B14F-4D97-AF65-F5344CB8AC3E}">
        <p14:creationId xmlns:p14="http://schemas.microsoft.com/office/powerpoint/2010/main" val="7045651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xfrm>
            <a:off x="92075" y="744538"/>
            <a:ext cx="6618288" cy="3724275"/>
          </a:xfrm>
          <a:noFill/>
          <a:ln>
            <a:solidFill>
              <a:srgbClr val="000000"/>
            </a:solidFill>
            <a:miter lim="800000"/>
            <a:headEnd/>
            <a:tailEnd/>
          </a:ln>
        </p:spPr>
      </p:sp>
      <p:sp>
        <p:nvSpPr>
          <p:cNvPr id="91139" name="Notes Placeholder 2"/>
          <p:cNvSpPr>
            <a:spLocks noGrp="1"/>
          </p:cNvSpPr>
          <p:nvPr>
            <p:ph type="body" idx="1"/>
          </p:nvPr>
        </p:nvSpPr>
        <p:spPr bwMode="auto">
          <a:noFill/>
        </p:spPr>
        <p:txBody>
          <a:bodyPr wrap="square" numCol="1" anchor="t" anchorCtr="0" compatLnSpc="1">
            <a:prstTxWarp prst="textNoShape">
              <a:avLst/>
            </a:prstTxWarp>
          </a:bodyPr>
          <a:lstStyle/>
          <a:p>
            <a:r>
              <a:rPr lang="en-GB" dirty="0"/>
              <a:t>Bandwidth even more critical for GPUs than for CPUs because of the huge number of cores to feed with little caching.</a:t>
            </a:r>
          </a:p>
          <a:p>
            <a:endParaRPr lang="en-GB" dirty="0"/>
          </a:p>
          <a:p>
            <a:r>
              <a:rPr lang="en-GB" dirty="0"/>
              <a:t>Thanks to latency tolerance, we can buffer memory requests and re-arrange them to make the best of DRAM architecture. CPUs can also do things like this.</a:t>
            </a:r>
          </a:p>
        </p:txBody>
      </p:sp>
      <p:sp>
        <p:nvSpPr>
          <p:cNvPr id="4" name="Slide Number Placeholder 3"/>
          <p:cNvSpPr>
            <a:spLocks noGrp="1"/>
          </p:cNvSpPr>
          <p:nvPr>
            <p:ph type="sldNum" sz="quarter" idx="5"/>
          </p:nvPr>
        </p:nvSpPr>
        <p:spPr/>
        <p:txBody>
          <a:bodyPr/>
          <a:lstStyle/>
          <a:p>
            <a:pPr>
              <a:defRPr/>
            </a:pPr>
            <a:fld id="{545CA47F-43D2-49E0-86D8-FB9C0453BA73}" type="slidenum">
              <a:rPr lang="en-GB" smtClean="0"/>
              <a:pPr>
                <a:defRPr/>
              </a:pPr>
              <a:t>20</a:t>
            </a:fld>
            <a:endParaRPr lang="en-GB" dirty="0"/>
          </a:p>
        </p:txBody>
      </p:sp>
    </p:spTree>
    <p:extLst>
      <p:ext uri="{BB962C8B-B14F-4D97-AF65-F5344CB8AC3E}">
        <p14:creationId xmlns:p14="http://schemas.microsoft.com/office/powerpoint/2010/main" val="30398629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21</a:t>
            </a:fld>
            <a:endParaRPr lang="en-US" altLang="en-US" dirty="0"/>
          </a:p>
        </p:txBody>
      </p:sp>
    </p:spTree>
    <p:extLst>
      <p:ext uri="{BB962C8B-B14F-4D97-AF65-F5344CB8AC3E}">
        <p14:creationId xmlns:p14="http://schemas.microsoft.com/office/powerpoint/2010/main" val="37175740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D05C9441-A8DE-47DD-9547-726461C6869D}" type="slidenum">
              <a:rPr lang="en-GB" smtClean="0"/>
              <a:pPr/>
              <a:t>22</a:t>
            </a:fld>
            <a:endParaRPr lang="en-GB" dirty="0"/>
          </a:p>
        </p:txBody>
      </p:sp>
      <p:sp>
        <p:nvSpPr>
          <p:cNvPr id="38915" name="Rectangle 2"/>
          <p:cNvSpPr>
            <a:spLocks noGrp="1" noRot="1" noChangeAspect="1" noChangeArrowheads="1" noTextEdit="1"/>
          </p:cNvSpPr>
          <p:nvPr>
            <p:ph type="sldImg"/>
          </p:nvPr>
        </p:nvSpPr>
        <p:spPr>
          <a:xfrm>
            <a:off x="92075" y="744538"/>
            <a:ext cx="6618288" cy="3724275"/>
          </a:xfrm>
          <a:ln/>
        </p:spPr>
      </p:sp>
      <p:sp>
        <p:nvSpPr>
          <p:cNvPr id="38916" name="Rectangle 3"/>
          <p:cNvSpPr>
            <a:spLocks noGrp="1" noChangeArrowheads="1"/>
          </p:cNvSpPr>
          <p:nvPr>
            <p:ph type="body" idx="1"/>
          </p:nvPr>
        </p:nvSpPr>
        <p:spPr>
          <a:noFill/>
          <a:ln/>
        </p:spPr>
        <p:txBody>
          <a:bodyPr/>
          <a:lstStyle/>
          <a:p>
            <a:pPr eaLnBrk="1" hangingPunct="1"/>
            <a:r>
              <a:rPr lang="en-US" dirty="0"/>
              <a:t>While immediate mode rendering has some advantages, there are a significant limitations:</a:t>
            </a:r>
          </a:p>
          <a:p>
            <a:pPr eaLnBrk="1" hangingPunct="1"/>
            <a:endParaRPr lang="en-US" dirty="0"/>
          </a:p>
          <a:p>
            <a:pPr eaLnBrk="1" hangingPunct="1"/>
            <a:r>
              <a:rPr lang="en-GB" dirty="0"/>
              <a:t>Read-modify-write behavior is required, since all pixels are rendered, then their depth information is read in. Depending on this depth value, the pixels that have been completely overlapped are discarded, assuming all pixels in question are opaque. After this step, the new value of the pixels is written back </a:t>
            </a:r>
            <a:r>
              <a:rPr lang="en-GB"/>
              <a:t>to the framebuffer. </a:t>
            </a:r>
            <a:r>
              <a:rPr lang="en-GB" dirty="0"/>
              <a:t>This is a high bandwidth activity.</a:t>
            </a:r>
          </a:p>
          <a:p>
            <a:pPr eaLnBrk="1" hangingPunct="1"/>
            <a:endParaRPr lang="en-GB" dirty="0"/>
          </a:p>
          <a:p>
            <a:pPr eaLnBrk="1" hangingPunct="1"/>
            <a:r>
              <a:rPr lang="en-US" dirty="0"/>
              <a:t>A memory-hungry depth buffer is required to process </a:t>
            </a:r>
            <a:r>
              <a:rPr lang="en-US"/>
              <a:t>each fragment </a:t>
            </a:r>
            <a:r>
              <a:rPr lang="en-US" dirty="0"/>
              <a:t>and determine if that fragment sits in front of, or behind, the pixel already </a:t>
            </a:r>
            <a:r>
              <a:rPr lang="en-US"/>
              <a:t>in the framebuffer.</a:t>
            </a:r>
            <a:endParaRPr lang="en-US" dirty="0"/>
          </a:p>
          <a:p>
            <a:pPr eaLnBrk="1" hangingPunct="1"/>
            <a:endParaRPr lang="en-GB" dirty="0"/>
          </a:p>
        </p:txBody>
      </p:sp>
    </p:spTree>
    <p:extLst>
      <p:ext uri="{BB962C8B-B14F-4D97-AF65-F5344CB8AC3E}">
        <p14:creationId xmlns:p14="http://schemas.microsoft.com/office/powerpoint/2010/main" val="34081041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D05C9441-A8DE-47DD-9547-726461C6869D}" type="slidenum">
              <a:rPr lang="en-GB" smtClean="0"/>
              <a:pPr/>
              <a:t>23</a:t>
            </a:fld>
            <a:endParaRPr lang="en-GB" dirty="0"/>
          </a:p>
        </p:txBody>
      </p:sp>
      <p:sp>
        <p:nvSpPr>
          <p:cNvPr id="38915" name="Rectangle 2"/>
          <p:cNvSpPr>
            <a:spLocks noGrp="1" noRot="1" noChangeAspect="1" noChangeArrowheads="1" noTextEdit="1"/>
          </p:cNvSpPr>
          <p:nvPr>
            <p:ph type="sldImg"/>
          </p:nvPr>
        </p:nvSpPr>
        <p:spPr>
          <a:xfrm>
            <a:off x="92075" y="744538"/>
            <a:ext cx="6618288" cy="3724275"/>
          </a:xfrm>
          <a:ln/>
        </p:spPr>
      </p:sp>
      <p:sp>
        <p:nvSpPr>
          <p:cNvPr id="38916" name="Rectangle 3"/>
          <p:cNvSpPr>
            <a:spLocks noGrp="1" noChangeArrowheads="1"/>
          </p:cNvSpPr>
          <p:nvPr>
            <p:ph type="body" idx="1"/>
          </p:nvPr>
        </p:nvSpPr>
        <p:spPr>
          <a:noFill/>
          <a:ln/>
        </p:spPr>
        <p:txBody>
          <a:bodyPr/>
          <a:lstStyle/>
          <a:p>
            <a:pPr eaLnBrk="1" hangingPunct="1"/>
            <a:endParaRPr lang="en-US" u="sng" dirty="0"/>
          </a:p>
        </p:txBody>
      </p:sp>
    </p:spTree>
    <p:extLst>
      <p:ext uri="{BB962C8B-B14F-4D97-AF65-F5344CB8AC3E}">
        <p14:creationId xmlns:p14="http://schemas.microsoft.com/office/powerpoint/2010/main" val="32962170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D05C9441-A8DE-47DD-9547-726461C6869D}" type="slidenum">
              <a:rPr lang="en-GB" smtClean="0"/>
              <a:pPr/>
              <a:t>24</a:t>
            </a:fld>
            <a:endParaRPr lang="en-GB" dirty="0"/>
          </a:p>
        </p:txBody>
      </p:sp>
      <p:sp>
        <p:nvSpPr>
          <p:cNvPr id="38915" name="Rectangle 2"/>
          <p:cNvSpPr>
            <a:spLocks noGrp="1" noRot="1" noChangeAspect="1" noChangeArrowheads="1" noTextEdit="1"/>
          </p:cNvSpPr>
          <p:nvPr>
            <p:ph type="sldImg"/>
          </p:nvPr>
        </p:nvSpPr>
        <p:spPr>
          <a:xfrm>
            <a:off x="92075" y="744538"/>
            <a:ext cx="6618288" cy="3724275"/>
          </a:xfrm>
          <a:ln/>
        </p:spPr>
      </p:sp>
      <p:sp>
        <p:nvSpPr>
          <p:cNvPr id="38916"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0539732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GB" baseline="0" dirty="0"/>
              <a:t>Content with a single render target, which is hitting vsync often, lacks the right amount of rendering operations to maintain the pipeline, so the fragment shader for RT.N will finish before the vertex shader for RT.N+1 is actually available. </a:t>
            </a:r>
          </a:p>
          <a:p>
            <a:pPr>
              <a:buFont typeface="Arial" pitchFamily="34" charset="0"/>
              <a:buNone/>
            </a:pPr>
            <a:endParaRPr lang="en-GB" baseline="0" dirty="0"/>
          </a:p>
          <a:p>
            <a:pPr>
              <a:buFont typeface="Arial" pitchFamily="34" charset="0"/>
              <a:buNone/>
            </a:pPr>
            <a:r>
              <a:rPr lang="en-GB" baseline="0" dirty="0"/>
              <a:t>Content with multiple render targets per frame will often have vertex shading that is running ahead of the fragment shading by more than one render target. This is because the complexity of the targets is variable, and there are no strict data dependencies to force “in order” behavior.</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25</a:t>
            </a:fld>
            <a:endParaRPr lang="en-US" dirty="0"/>
          </a:p>
        </p:txBody>
      </p:sp>
    </p:spTree>
    <p:extLst>
      <p:ext uri="{BB962C8B-B14F-4D97-AF65-F5344CB8AC3E}">
        <p14:creationId xmlns:p14="http://schemas.microsoft.com/office/powerpoint/2010/main" val="16884147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26</a:t>
            </a:fld>
            <a:endParaRPr lang="en-US" dirty="0"/>
          </a:p>
        </p:txBody>
      </p:sp>
    </p:spTree>
    <p:extLst>
      <p:ext uri="{BB962C8B-B14F-4D97-AF65-F5344CB8AC3E}">
        <p14:creationId xmlns:p14="http://schemas.microsoft.com/office/powerpoint/2010/main" val="26741675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27</a:t>
            </a:fld>
            <a:endParaRPr lang="en-US" altLang="en-US" dirty="0"/>
          </a:p>
        </p:txBody>
      </p:sp>
    </p:spTree>
    <p:extLst>
      <p:ext uri="{BB962C8B-B14F-4D97-AF65-F5344CB8AC3E}">
        <p14:creationId xmlns:p14="http://schemas.microsoft.com/office/powerpoint/2010/main" val="2397074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image" Target="../media/image3.svg"/><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theme" Target="../theme/theme2.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GPU </a:t>
            </a:r>
            <a:br>
              <a:rPr lang="en-US" dirty="0"/>
            </a:br>
            <a:r>
              <a:rPr lang="en-US" dirty="0"/>
              <a:t>Architecture and </a:t>
            </a:r>
            <a:br>
              <a:rPr lang="en-US" dirty="0"/>
            </a:br>
            <a:r>
              <a:rPr lang="en-US" dirty="0"/>
              <a:t>Mali GPU</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sz="half" idx="1"/>
          </p:nvPr>
        </p:nvSpPr>
        <p:spPr/>
        <p:txBody>
          <a:bodyPr/>
          <a:lstStyle/>
          <a:p>
            <a:pPr marL="0" indent="0" eaLnBrk="1" hangingPunct="1">
              <a:buNone/>
            </a:pPr>
            <a:r>
              <a:rPr lang="en-GB" dirty="0"/>
              <a:t>GPU Architectures</a:t>
            </a:r>
          </a:p>
          <a:p>
            <a:pPr lvl="1" eaLnBrk="1" hangingPunct="1"/>
            <a:endParaRPr lang="en-GB" dirty="0"/>
          </a:p>
          <a:p>
            <a:pPr lvl="1" eaLnBrk="1" hangingPunct="1"/>
            <a:r>
              <a:rPr lang="en-GB" dirty="0"/>
              <a:t>Hardware Evolution</a:t>
            </a:r>
          </a:p>
          <a:p>
            <a:pPr lvl="1"/>
            <a:r>
              <a:rPr lang="en-GB" dirty="0"/>
              <a:t>GPU Architecture Design Principles </a:t>
            </a:r>
          </a:p>
          <a:p>
            <a:pPr lvl="1"/>
            <a:r>
              <a:rPr lang="en-GB" dirty="0"/>
              <a:t>GPU Rendering Approaches</a:t>
            </a:r>
          </a:p>
          <a:p>
            <a:pPr marL="0" indent="0">
              <a:buNone/>
            </a:pPr>
            <a:endParaRPr lang="en-GB" dirty="0"/>
          </a:p>
          <a:p>
            <a:pPr marL="0" indent="0">
              <a:buNone/>
            </a:pPr>
            <a:r>
              <a:rPr lang="en-GB" dirty="0"/>
              <a:t>Mali GPU Family</a:t>
            </a:r>
          </a:p>
          <a:p>
            <a:pPr lvl="1"/>
            <a:endParaRPr lang="en-GB" dirty="0"/>
          </a:p>
          <a:p>
            <a:pPr lvl="1"/>
            <a:r>
              <a:rPr lang="en-GB" dirty="0"/>
              <a:t>Mali Architecture and Data Models</a:t>
            </a:r>
          </a:p>
          <a:p>
            <a:pPr lvl="1" eaLnBrk="1" hangingPunct="1"/>
            <a:endParaRPr lang="en-GB" dirty="0"/>
          </a:p>
          <a:p>
            <a:pPr lvl="2" eaLnBrk="1" hangingPunct="1"/>
            <a:endParaRPr lang="en-GB" dirty="0"/>
          </a:p>
        </p:txBody>
      </p:sp>
      <p:sp>
        <p:nvSpPr>
          <p:cNvPr id="5122" name="Rectangle 2"/>
          <p:cNvSpPr>
            <a:spLocks noGrp="1" noChangeArrowheads="1"/>
          </p:cNvSpPr>
          <p:nvPr>
            <p:ph type="title"/>
          </p:nvPr>
        </p:nvSpPr>
        <p:spPr/>
        <p:txBody>
          <a:bodyPr>
            <a:normAutofit/>
          </a:bodyPr>
          <a:lstStyle/>
          <a:p>
            <a:pPr eaLnBrk="1" hangingPunct="1"/>
            <a:r>
              <a:rPr lang="en-GB" dirty="0"/>
              <a:t>Module Syllabus</a:t>
            </a:r>
          </a:p>
        </p:txBody>
      </p:sp>
    </p:spTree>
    <p:extLst>
      <p:ext uri="{BB962C8B-B14F-4D97-AF65-F5344CB8AC3E}">
        <p14:creationId xmlns:p14="http://schemas.microsoft.com/office/powerpoint/2010/main" val="313239235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p:txBody>
          <a:bodyPr/>
          <a:lstStyle/>
          <a:p>
            <a:pPr marL="0" indent="0">
              <a:buNone/>
            </a:pPr>
            <a:r>
              <a:rPr lang="en-GB" dirty="0"/>
              <a:t>GPU hardware evolution closely tied to evolution in usage patterns</a:t>
            </a:r>
          </a:p>
          <a:p>
            <a:pPr lvl="1"/>
            <a:endParaRPr lang="en-GB" dirty="0"/>
          </a:p>
          <a:p>
            <a:pPr lvl="1"/>
            <a:r>
              <a:rPr lang="en-GB" dirty="0"/>
              <a:t>Desire for improved visual effects driven by games</a:t>
            </a:r>
          </a:p>
          <a:p>
            <a:pPr lvl="1"/>
            <a:r>
              <a:rPr lang="en-GB" dirty="0"/>
              <a:t>More realism, more effects, more screen resolution, more frames per second</a:t>
            </a:r>
          </a:p>
          <a:p>
            <a:endParaRPr lang="en-GB" sz="800" dirty="0"/>
          </a:p>
          <a:p>
            <a:pPr marL="0" indent="0">
              <a:buNone/>
            </a:pPr>
            <a:r>
              <a:rPr lang="en-GB" dirty="0"/>
              <a:t>Hardware architecture based on desirable software </a:t>
            </a:r>
            <a:r>
              <a:rPr lang="en-GB" dirty="0">
                <a:ea typeface="ＭＳ Ｐゴシック"/>
              </a:rPr>
              <a:t>application programming interfaces     (</a:t>
            </a:r>
            <a:r>
              <a:rPr lang="en-GB" dirty="0"/>
              <a:t>API) features</a:t>
            </a:r>
          </a:p>
          <a:p>
            <a:pPr lvl="1"/>
            <a:endParaRPr lang="en-GB" dirty="0"/>
          </a:p>
          <a:p>
            <a:pPr lvl="1"/>
            <a:r>
              <a:rPr lang="en-GB" dirty="0"/>
              <a:t>Incremental extensions to logical graphics pipelines</a:t>
            </a:r>
          </a:p>
          <a:p>
            <a:pPr lvl="1"/>
            <a:endParaRPr lang="en-GB" sz="800" dirty="0"/>
          </a:p>
          <a:p>
            <a:pPr marL="0" indent="0">
              <a:buNone/>
            </a:pPr>
            <a:r>
              <a:rPr lang="en-GB" dirty="0"/>
              <a:t>Real-time rendering with new features needs better hardware</a:t>
            </a:r>
          </a:p>
          <a:p>
            <a:pPr marL="399600" lvl="1" indent="-165600"/>
            <a:endParaRPr lang="en-GB" dirty="0"/>
          </a:p>
          <a:p>
            <a:pPr marL="399600" lvl="1" indent="-165600"/>
            <a:r>
              <a:rPr lang="en-GB" dirty="0"/>
              <a:t>Incremental addition of fixed-function hardware and programmable units</a:t>
            </a:r>
          </a:p>
          <a:p>
            <a:endParaRPr lang="en-GB" dirty="0"/>
          </a:p>
          <a:p>
            <a:pPr lvl="1"/>
            <a:endParaRPr lang="en-GB" dirty="0"/>
          </a:p>
        </p:txBody>
      </p:sp>
      <p:sp>
        <p:nvSpPr>
          <p:cNvPr id="4" name="Title 3"/>
          <p:cNvSpPr>
            <a:spLocks noGrp="1"/>
          </p:cNvSpPr>
          <p:nvPr>
            <p:ph type="title"/>
          </p:nvPr>
        </p:nvSpPr>
        <p:spPr/>
        <p:txBody>
          <a:bodyPr>
            <a:normAutofit/>
          </a:bodyPr>
          <a:lstStyle/>
          <a:p>
            <a:r>
              <a:rPr lang="en-GB" dirty="0"/>
              <a:t>GPU Architectures: Hardware Evolution</a:t>
            </a:r>
          </a:p>
        </p:txBody>
      </p:sp>
    </p:spTree>
    <p:extLst>
      <p:ext uri="{BB962C8B-B14F-4D97-AF65-F5344CB8AC3E}">
        <p14:creationId xmlns:p14="http://schemas.microsoft.com/office/powerpoint/2010/main" val="1592927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p:txBody>
          <a:bodyPr/>
          <a:lstStyle/>
          <a:p>
            <a:pPr marL="0" indent="0">
              <a:buNone/>
            </a:pPr>
            <a:endParaRPr lang="en-GB" dirty="0"/>
          </a:p>
          <a:p>
            <a:pPr marL="0" indent="0">
              <a:buNone/>
            </a:pPr>
            <a:r>
              <a:rPr lang="en-GB" dirty="0"/>
              <a:t>Entirely fixed function pipeline</a:t>
            </a:r>
          </a:p>
        </p:txBody>
      </p:sp>
      <p:sp>
        <p:nvSpPr>
          <p:cNvPr id="2" name="Title 1"/>
          <p:cNvSpPr>
            <a:spLocks noGrp="1"/>
          </p:cNvSpPr>
          <p:nvPr>
            <p:ph type="title"/>
          </p:nvPr>
        </p:nvSpPr>
        <p:spPr/>
        <p:txBody>
          <a:bodyPr>
            <a:normAutofit/>
          </a:bodyPr>
          <a:lstStyle/>
          <a:p>
            <a:r>
              <a:rPr lang="en-GB" dirty="0"/>
              <a:t>OpenGL ES </a:t>
            </a:r>
            <a:r>
              <a:rPr lang="en-GB"/>
              <a:t>Pipelines:1.0/2.0</a:t>
            </a:r>
            <a:endParaRPr lang="en-GB" dirty="0"/>
          </a:p>
        </p:txBody>
      </p:sp>
      <p:pic>
        <p:nvPicPr>
          <p:cNvPr id="4" name="Picture 3">
            <a:extLst>
              <a:ext uri="{FF2B5EF4-FFF2-40B4-BE49-F238E27FC236}">
                <a16:creationId xmlns:a16="http://schemas.microsoft.com/office/drawing/2014/main" id="{DD59A6E5-6366-4144-B29E-B540D2EF5D64}"/>
              </a:ext>
            </a:extLst>
          </p:cNvPr>
          <p:cNvPicPr>
            <a:picLocks noChangeAspect="1"/>
          </p:cNvPicPr>
          <p:nvPr/>
        </p:nvPicPr>
        <p:blipFill rotWithShape="1">
          <a:blip r:embed="rId3"/>
          <a:srcRect t="17643" b="16809"/>
          <a:stretch/>
        </p:blipFill>
        <p:spPr>
          <a:xfrm>
            <a:off x="0" y="1669313"/>
            <a:ext cx="12192000" cy="4495267"/>
          </a:xfrm>
          <a:prstGeom prst="rect">
            <a:avLst/>
          </a:prstGeom>
        </p:spPr>
      </p:pic>
    </p:spTree>
    <p:extLst>
      <p:ext uri="{BB962C8B-B14F-4D97-AF65-F5344CB8AC3E}">
        <p14:creationId xmlns:p14="http://schemas.microsoft.com/office/powerpoint/2010/main" val="3763755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Straight Arrow Connector 33"/>
          <p:cNvCxnSpPr>
            <a:stCxn id="18" idx="2"/>
            <a:endCxn id="16" idx="0"/>
          </p:cNvCxnSpPr>
          <p:nvPr/>
        </p:nvCxnSpPr>
        <p:spPr bwMode="auto">
          <a:xfrm flipH="1">
            <a:off x="2048783" y="1874477"/>
            <a:ext cx="2" cy="1677356"/>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sp>
        <p:nvSpPr>
          <p:cNvPr id="31" name="Content Placeholder 2"/>
          <p:cNvSpPr>
            <a:spLocks noGrp="1"/>
          </p:cNvSpPr>
          <p:nvPr>
            <p:ph sz="half" idx="1"/>
          </p:nvPr>
        </p:nvSpPr>
        <p:spPr>
          <a:xfrm>
            <a:off x="4192244" y="1182464"/>
            <a:ext cx="7445920" cy="4680000"/>
          </a:xfrm>
        </p:spPr>
        <p:txBody>
          <a:bodyPr/>
          <a:lstStyle/>
          <a:p>
            <a:pPr marL="0" indent="0">
              <a:lnSpc>
                <a:spcPct val="150000"/>
              </a:lnSpc>
              <a:buNone/>
            </a:pPr>
            <a:r>
              <a:rPr lang="en-GB" dirty="0"/>
              <a:t>First commercial GPU hardware appears</a:t>
            </a:r>
          </a:p>
          <a:p>
            <a:pPr lvl="1">
              <a:lnSpc>
                <a:spcPct val="150000"/>
              </a:lnSpc>
            </a:pPr>
            <a:r>
              <a:rPr lang="en-GB" dirty="0"/>
              <a:t>3dfx Voodoo (1996)</a:t>
            </a:r>
          </a:p>
          <a:p>
            <a:pPr lvl="1">
              <a:lnSpc>
                <a:spcPct val="150000"/>
              </a:lnSpc>
            </a:pPr>
            <a:r>
              <a:rPr lang="en-GB" b="1" i="1" dirty="0">
                <a:solidFill>
                  <a:schemeClr val="accent3"/>
                </a:solidFill>
              </a:rPr>
              <a:t>Mali-55</a:t>
            </a:r>
            <a:r>
              <a:rPr lang="en-GB" b="1" i="1" dirty="0">
                <a:solidFill>
                  <a:schemeClr val="bg2"/>
                </a:solidFill>
              </a:rPr>
              <a:t> </a:t>
            </a:r>
            <a:endParaRPr lang="en-GB" sz="1400" dirty="0"/>
          </a:p>
          <a:p>
            <a:pPr marL="0" indent="0">
              <a:lnSpc>
                <a:spcPct val="150000"/>
              </a:lnSpc>
              <a:buNone/>
            </a:pPr>
            <a:r>
              <a:rPr lang="en-GB" dirty="0"/>
              <a:t>Simple fixed function pipeline</a:t>
            </a:r>
          </a:p>
          <a:p>
            <a:pPr lvl="1">
              <a:lnSpc>
                <a:spcPct val="150000"/>
              </a:lnSpc>
            </a:pPr>
            <a:r>
              <a:rPr lang="en-IN" dirty="0">
                <a:solidFill>
                  <a:srgbClr val="666666"/>
                </a:solidFill>
                <a:latin typeface="Roboto"/>
              </a:rPr>
              <a:t> </a:t>
            </a:r>
            <a:r>
              <a:rPr lang="en-GB" dirty="0"/>
              <a:t>OpenGL, Direct3D, 3dfx Glide API</a:t>
            </a:r>
            <a:endParaRPr lang="en-GB" sz="1400" dirty="0"/>
          </a:p>
          <a:p>
            <a:pPr marL="0" indent="0">
              <a:lnSpc>
                <a:spcPct val="150000"/>
              </a:lnSpc>
              <a:buNone/>
            </a:pPr>
            <a:r>
              <a:rPr lang="en-GB" dirty="0"/>
              <a:t>CPU runs the vertex processing and T&amp;L</a:t>
            </a:r>
          </a:p>
          <a:p>
            <a:pPr lvl="1">
              <a:lnSpc>
                <a:spcPct val="150000"/>
              </a:lnSpc>
            </a:pPr>
            <a:r>
              <a:rPr lang="en-GB" dirty="0"/>
              <a:t>CPU SIMD provides added performance</a:t>
            </a:r>
          </a:p>
          <a:p>
            <a:pPr marL="0" indent="0">
              <a:lnSpc>
                <a:spcPct val="150000"/>
              </a:lnSpc>
              <a:buNone/>
            </a:pPr>
            <a:r>
              <a:rPr lang="en-GB" dirty="0"/>
              <a:t>GPU runs at least texturing and blending</a:t>
            </a:r>
          </a:p>
          <a:p>
            <a:pPr lvl="1">
              <a:lnSpc>
                <a:spcPct val="150000"/>
              </a:lnSpc>
            </a:pPr>
            <a:r>
              <a:rPr lang="en-GB" dirty="0"/>
              <a:t>Originally no more than texturing accelerators</a:t>
            </a:r>
          </a:p>
          <a:p>
            <a:pPr lvl="1">
              <a:lnSpc>
                <a:spcPct val="150000"/>
              </a:lnSpc>
            </a:pPr>
            <a:r>
              <a:rPr lang="en-GB" dirty="0"/>
              <a:t>Later incorporating primitive assembly and rasterization</a:t>
            </a:r>
          </a:p>
          <a:p>
            <a:pPr marL="0" indent="0">
              <a:lnSpc>
                <a:spcPct val="150000"/>
              </a:lnSpc>
              <a:buNone/>
            </a:pPr>
            <a:r>
              <a:rPr lang="en-GB" dirty="0"/>
              <a:t>Mixed solutions 3D only or 2D/3D</a:t>
            </a:r>
          </a:p>
        </p:txBody>
      </p:sp>
      <p:sp>
        <p:nvSpPr>
          <p:cNvPr id="4" name="Title 3"/>
          <p:cNvSpPr>
            <a:spLocks noGrp="1"/>
          </p:cNvSpPr>
          <p:nvPr>
            <p:ph type="title"/>
          </p:nvPr>
        </p:nvSpPr>
        <p:spPr/>
        <p:txBody>
          <a:bodyPr>
            <a:normAutofit/>
          </a:bodyPr>
          <a:lstStyle/>
          <a:p>
            <a:r>
              <a:rPr lang="en-GB" dirty="0"/>
              <a:t>GPU Hardware Generation 1</a:t>
            </a:r>
          </a:p>
        </p:txBody>
      </p:sp>
      <p:sp>
        <p:nvSpPr>
          <p:cNvPr id="10" name="Rectangle 9"/>
          <p:cNvSpPr/>
          <p:nvPr/>
        </p:nvSpPr>
        <p:spPr bwMode="auto">
          <a:xfrm>
            <a:off x="1049044" y="5694973"/>
            <a:ext cx="1999483" cy="428628"/>
          </a:xfrm>
          <a:prstGeom prst="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defRPr/>
            </a:pPr>
            <a:r>
              <a:rPr lang="en-GB" sz="1400" b="1">
                <a:solidFill>
                  <a:schemeClr val="bg1"/>
                </a:solidFill>
                <a:ea typeface="MS PGothic" pitchFamily="34" charset="-128"/>
              </a:rPr>
              <a:t>Framebuffer</a:t>
            </a:r>
            <a:endParaRPr lang="en-GB" sz="1400" b="1" dirty="0">
              <a:solidFill>
                <a:schemeClr val="bg1"/>
              </a:solidFill>
              <a:ea typeface="MS PGothic" pitchFamily="34" charset="-128"/>
            </a:endParaRPr>
          </a:p>
        </p:txBody>
      </p:sp>
      <p:sp>
        <p:nvSpPr>
          <p:cNvPr id="12" name="Cloud 11"/>
          <p:cNvSpPr/>
          <p:nvPr/>
        </p:nvSpPr>
        <p:spPr bwMode="auto">
          <a:xfrm>
            <a:off x="889488" y="1978924"/>
            <a:ext cx="2361063" cy="1132767"/>
          </a:xfrm>
          <a:prstGeom prst="cloud">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r>
              <a:rPr lang="en-GB" sz="1400" b="1" i="1" dirty="0"/>
              <a:t>T&amp;L, </a:t>
            </a:r>
            <a:br>
              <a:rPr lang="en-GB" sz="1400" b="1" i="1" dirty="0"/>
            </a:br>
            <a:r>
              <a:rPr lang="en-GB" sz="1400" b="1" i="1" dirty="0"/>
              <a:t>Primitive Assembly,</a:t>
            </a:r>
            <a:br>
              <a:rPr lang="en-GB" sz="1400" b="1" i="1" dirty="0"/>
            </a:br>
            <a:r>
              <a:rPr lang="en-GB" sz="1400" b="1" i="1" dirty="0"/>
              <a:t>Clip/Cull</a:t>
            </a:r>
          </a:p>
        </p:txBody>
      </p:sp>
      <p:sp>
        <p:nvSpPr>
          <p:cNvPr id="16" name="Rectangle 15"/>
          <p:cNvSpPr/>
          <p:nvPr/>
        </p:nvSpPr>
        <p:spPr bwMode="auto">
          <a:xfrm>
            <a:off x="1049044" y="3551833"/>
            <a:ext cx="1999483" cy="428628"/>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Rasterization</a:t>
            </a:r>
          </a:p>
        </p:txBody>
      </p:sp>
      <p:sp>
        <p:nvSpPr>
          <p:cNvPr id="18" name="Rectangle 17"/>
          <p:cNvSpPr/>
          <p:nvPr/>
        </p:nvSpPr>
        <p:spPr bwMode="auto">
          <a:xfrm>
            <a:off x="1049045" y="1445854"/>
            <a:ext cx="1999483" cy="428625"/>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lgn="ctr">
              <a:defRPr/>
            </a:pPr>
            <a:r>
              <a:rPr lang="en-GB" sz="1400" b="1" dirty="0">
                <a:solidFill>
                  <a:schemeClr val="bg1"/>
                </a:solidFill>
                <a:ea typeface="MS PGothic" pitchFamily="34" charset="-128"/>
              </a:rPr>
              <a:t>Input Data</a:t>
            </a:r>
          </a:p>
        </p:txBody>
      </p:sp>
      <p:sp>
        <p:nvSpPr>
          <p:cNvPr id="21" name="Rectangle 20"/>
          <p:cNvSpPr/>
          <p:nvPr/>
        </p:nvSpPr>
        <p:spPr bwMode="auto">
          <a:xfrm>
            <a:off x="1049045" y="4266214"/>
            <a:ext cx="1999481" cy="428627"/>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Texturing</a:t>
            </a:r>
          </a:p>
        </p:txBody>
      </p:sp>
      <p:sp>
        <p:nvSpPr>
          <p:cNvPr id="24" name="Rectangle 23"/>
          <p:cNvSpPr/>
          <p:nvPr/>
        </p:nvSpPr>
        <p:spPr bwMode="auto">
          <a:xfrm>
            <a:off x="1049045" y="4980595"/>
            <a:ext cx="1999481" cy="428627"/>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Z-Buffer, Blend</a:t>
            </a:r>
          </a:p>
        </p:txBody>
      </p:sp>
      <p:cxnSp>
        <p:nvCxnSpPr>
          <p:cNvPr id="28" name="Straight Connector 25"/>
          <p:cNvCxnSpPr>
            <a:cxnSpLocks noChangeShapeType="1"/>
          </p:cNvCxnSpPr>
          <p:nvPr/>
        </p:nvCxnSpPr>
        <p:spPr bwMode="auto">
          <a:xfrm>
            <a:off x="573661" y="3214686"/>
            <a:ext cx="3209153" cy="0"/>
          </a:xfrm>
          <a:prstGeom prst="line">
            <a:avLst/>
          </a:prstGeom>
          <a:noFill/>
          <a:ln w="28575" algn="ctr">
            <a:solidFill>
              <a:schemeClr val="tx1">
                <a:lumMod val="50000"/>
                <a:lumOff val="50000"/>
              </a:schemeClr>
            </a:solidFill>
            <a:prstDash val="lgDash"/>
            <a:round/>
            <a:headEnd/>
            <a:tailEnd/>
          </a:ln>
        </p:spPr>
      </p:cxnSp>
      <p:sp>
        <p:nvSpPr>
          <p:cNvPr id="29" name="TextBox 29"/>
          <p:cNvSpPr txBox="1">
            <a:spLocks noChangeArrowheads="1"/>
          </p:cNvSpPr>
          <p:nvPr/>
        </p:nvSpPr>
        <p:spPr bwMode="auto">
          <a:xfrm>
            <a:off x="3242187" y="2913041"/>
            <a:ext cx="492443" cy="307777"/>
          </a:xfrm>
          <a:prstGeom prst="rect">
            <a:avLst/>
          </a:prstGeom>
          <a:noFill/>
          <a:ln w="9525">
            <a:noFill/>
            <a:miter lim="800000"/>
            <a:headEnd/>
            <a:tailEnd/>
          </a:ln>
        </p:spPr>
        <p:txBody>
          <a:bodyPr wrap="none">
            <a:spAutoFit/>
          </a:bodyPr>
          <a:lstStyle/>
          <a:p>
            <a:r>
              <a:rPr lang="en-GB" sz="1400" b="1" dirty="0">
                <a:solidFill>
                  <a:schemeClr val="tx1">
                    <a:lumMod val="65000"/>
                    <a:lumOff val="35000"/>
                  </a:schemeClr>
                </a:solidFill>
                <a:latin typeface="+mn-lt"/>
              </a:rPr>
              <a:t>CPU</a:t>
            </a:r>
          </a:p>
        </p:txBody>
      </p:sp>
      <p:sp>
        <p:nvSpPr>
          <p:cNvPr id="30" name="TextBox 30"/>
          <p:cNvSpPr txBox="1">
            <a:spLocks noChangeArrowheads="1"/>
          </p:cNvSpPr>
          <p:nvPr/>
        </p:nvSpPr>
        <p:spPr bwMode="auto">
          <a:xfrm>
            <a:off x="3246644" y="3214688"/>
            <a:ext cx="511679" cy="307777"/>
          </a:xfrm>
          <a:prstGeom prst="rect">
            <a:avLst/>
          </a:prstGeom>
          <a:noFill/>
          <a:ln w="9525">
            <a:noFill/>
            <a:miter lim="800000"/>
            <a:headEnd/>
            <a:tailEnd/>
          </a:ln>
        </p:spPr>
        <p:txBody>
          <a:bodyPr wrap="none">
            <a:spAutoFit/>
          </a:bodyPr>
          <a:lstStyle/>
          <a:p>
            <a:r>
              <a:rPr lang="en-GB" sz="1400" b="1" dirty="0">
                <a:solidFill>
                  <a:schemeClr val="tx1">
                    <a:lumMod val="65000"/>
                    <a:lumOff val="35000"/>
                  </a:schemeClr>
                </a:solidFill>
                <a:latin typeface="+mn-lt"/>
              </a:rPr>
              <a:t>GPU</a:t>
            </a:r>
          </a:p>
        </p:txBody>
      </p:sp>
      <p:cxnSp>
        <p:nvCxnSpPr>
          <p:cNvPr id="37" name="Straight Arrow Connector 36"/>
          <p:cNvCxnSpPr>
            <a:stCxn id="16" idx="2"/>
            <a:endCxn id="21" idx="0"/>
          </p:cNvCxnSpPr>
          <p:nvPr/>
        </p:nvCxnSpPr>
        <p:spPr bwMode="auto">
          <a:xfrm rot="5400000">
            <a:off x="1905911" y="4123074"/>
            <a:ext cx="285751" cy="2117"/>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41" name="Straight Arrow Connector 40"/>
          <p:cNvCxnSpPr>
            <a:stCxn id="21" idx="2"/>
            <a:endCxn id="24" idx="0"/>
          </p:cNvCxnSpPr>
          <p:nvPr/>
        </p:nvCxnSpPr>
        <p:spPr bwMode="auto">
          <a:xfrm rot="5400000">
            <a:off x="1905910" y="4837453"/>
            <a:ext cx="285753" cy="2117"/>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44" name="Straight Arrow Connector 43"/>
          <p:cNvCxnSpPr>
            <a:stCxn id="24" idx="2"/>
            <a:endCxn id="10" idx="0"/>
          </p:cNvCxnSpPr>
          <p:nvPr/>
        </p:nvCxnSpPr>
        <p:spPr bwMode="auto">
          <a:xfrm rot="5400000">
            <a:off x="1905910" y="5551833"/>
            <a:ext cx="285753" cy="2117"/>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489845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Straight Arrow Connector 33"/>
          <p:cNvCxnSpPr/>
          <p:nvPr/>
        </p:nvCxnSpPr>
        <p:spPr bwMode="auto">
          <a:xfrm rot="5400000">
            <a:off x="1835347" y="2052989"/>
            <a:ext cx="344988" cy="1"/>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sp>
        <p:nvSpPr>
          <p:cNvPr id="31" name="Content Placeholder 2"/>
          <p:cNvSpPr>
            <a:spLocks noGrp="1"/>
          </p:cNvSpPr>
          <p:nvPr>
            <p:ph sz="half" idx="1"/>
          </p:nvPr>
        </p:nvSpPr>
        <p:spPr>
          <a:xfrm>
            <a:off x="4199731" y="1215639"/>
            <a:ext cx="7438434" cy="4680000"/>
          </a:xfrm>
        </p:spPr>
        <p:txBody>
          <a:bodyPr/>
          <a:lstStyle/>
          <a:p>
            <a:pPr marL="0" lvl="0" indent="0">
              <a:lnSpc>
                <a:spcPct val="150000"/>
              </a:lnSpc>
              <a:buNone/>
              <a:defRPr/>
            </a:pPr>
            <a:r>
              <a:rPr lang="en-GB" dirty="0"/>
              <a:t>Vertex processing moved to the GPU</a:t>
            </a:r>
          </a:p>
          <a:p>
            <a:pPr lvl="1">
              <a:lnSpc>
                <a:spcPct val="150000"/>
              </a:lnSpc>
              <a:defRPr/>
            </a:pPr>
            <a:r>
              <a:rPr lang="en-GB" dirty="0"/>
              <a:t>ATI Radeon 7500 (1998) </a:t>
            </a:r>
          </a:p>
          <a:p>
            <a:pPr lvl="1">
              <a:lnSpc>
                <a:spcPct val="150000"/>
              </a:lnSpc>
              <a:defRPr/>
            </a:pPr>
            <a:r>
              <a:rPr lang="en-GB" dirty="0"/>
              <a:t>NVIDIA GeForce (1999) </a:t>
            </a:r>
          </a:p>
          <a:p>
            <a:pPr marL="0" lvl="0" indent="0">
              <a:lnSpc>
                <a:spcPct val="150000"/>
              </a:lnSpc>
              <a:buNone/>
              <a:defRPr/>
            </a:pPr>
            <a:r>
              <a:rPr lang="en-GB" dirty="0"/>
              <a:t>Fixed-function pipeline entirely on GPU</a:t>
            </a:r>
          </a:p>
          <a:p>
            <a:pPr lvl="1">
              <a:lnSpc>
                <a:spcPct val="150000"/>
              </a:lnSpc>
              <a:defRPr/>
            </a:pPr>
            <a:r>
              <a:rPr lang="en-GB" dirty="0"/>
              <a:t>DirectX and OpenGL equally supported</a:t>
            </a:r>
          </a:p>
          <a:p>
            <a:pPr marL="0" lvl="0" indent="0">
              <a:lnSpc>
                <a:spcPct val="150000"/>
              </a:lnSpc>
              <a:buNone/>
              <a:defRPr/>
            </a:pPr>
            <a:r>
              <a:rPr lang="en-GB" dirty="0"/>
              <a:t>Serious performance available </a:t>
            </a:r>
          </a:p>
          <a:p>
            <a:pPr lvl="1">
              <a:lnSpc>
                <a:spcPct val="150000"/>
              </a:lnSpc>
              <a:defRPr/>
            </a:pPr>
            <a:r>
              <a:rPr lang="en-GB" dirty="0"/>
              <a:t>People start thinking about GPGPU</a:t>
            </a:r>
          </a:p>
          <a:p>
            <a:pPr lvl="1">
              <a:lnSpc>
                <a:spcPct val="150000"/>
              </a:lnSpc>
              <a:defRPr/>
            </a:pPr>
            <a:r>
              <a:rPr lang="en-GB" dirty="0"/>
              <a:t>Limitations of fixed function pipelines</a:t>
            </a:r>
          </a:p>
          <a:p>
            <a:pPr lvl="1">
              <a:lnSpc>
                <a:spcPct val="150000"/>
              </a:lnSpc>
              <a:defRPr/>
            </a:pPr>
            <a:r>
              <a:rPr lang="en-GB" dirty="0"/>
              <a:t>Limitations of graphics short cuts</a:t>
            </a:r>
          </a:p>
        </p:txBody>
      </p:sp>
      <p:sp>
        <p:nvSpPr>
          <p:cNvPr id="4" name="Title 3"/>
          <p:cNvSpPr>
            <a:spLocks noGrp="1"/>
          </p:cNvSpPr>
          <p:nvPr>
            <p:ph type="title"/>
          </p:nvPr>
        </p:nvSpPr>
        <p:spPr/>
        <p:txBody>
          <a:bodyPr>
            <a:normAutofit/>
          </a:bodyPr>
          <a:lstStyle/>
          <a:p>
            <a:r>
              <a:rPr lang="en-GB" dirty="0"/>
              <a:t>GPU Hardware Generation 2</a:t>
            </a:r>
          </a:p>
        </p:txBody>
      </p:sp>
      <p:sp>
        <p:nvSpPr>
          <p:cNvPr id="10" name="Rectangle 9"/>
          <p:cNvSpPr/>
          <p:nvPr/>
        </p:nvSpPr>
        <p:spPr bwMode="auto">
          <a:xfrm>
            <a:off x="1049044" y="5681325"/>
            <a:ext cx="1999483" cy="428628"/>
          </a:xfrm>
          <a:prstGeom prst="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defRPr/>
            </a:pPr>
            <a:r>
              <a:rPr lang="en-GB" sz="1400" b="1" dirty="0">
                <a:solidFill>
                  <a:schemeClr val="bg1"/>
                </a:solidFill>
                <a:ea typeface="MS PGothic" pitchFamily="34" charset="-128"/>
              </a:rPr>
              <a:t>Framebuffer</a:t>
            </a:r>
          </a:p>
        </p:txBody>
      </p:sp>
      <p:sp>
        <p:nvSpPr>
          <p:cNvPr id="16" name="Rectangle 15"/>
          <p:cNvSpPr/>
          <p:nvPr/>
        </p:nvSpPr>
        <p:spPr bwMode="auto">
          <a:xfrm>
            <a:off x="1049044" y="3875331"/>
            <a:ext cx="1999483" cy="428628"/>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Rasterization</a:t>
            </a:r>
          </a:p>
        </p:txBody>
      </p:sp>
      <p:sp>
        <p:nvSpPr>
          <p:cNvPr id="18" name="Rectangle 17"/>
          <p:cNvSpPr/>
          <p:nvPr/>
        </p:nvSpPr>
        <p:spPr bwMode="auto">
          <a:xfrm>
            <a:off x="1049045" y="1432205"/>
            <a:ext cx="1999483" cy="428625"/>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lgn="ctr">
              <a:defRPr/>
            </a:pPr>
            <a:r>
              <a:rPr lang="en-GB" sz="1400" b="1" dirty="0">
                <a:solidFill>
                  <a:schemeClr val="bg1"/>
                </a:solidFill>
                <a:ea typeface="MS PGothic" pitchFamily="34" charset="-128"/>
              </a:rPr>
              <a:t>Input Data</a:t>
            </a:r>
          </a:p>
        </p:txBody>
      </p:sp>
      <p:sp>
        <p:nvSpPr>
          <p:cNvPr id="21" name="Rectangle 20"/>
          <p:cNvSpPr/>
          <p:nvPr/>
        </p:nvSpPr>
        <p:spPr bwMode="auto">
          <a:xfrm>
            <a:off x="1049045" y="4477332"/>
            <a:ext cx="1999481" cy="428627"/>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Texturing</a:t>
            </a:r>
          </a:p>
        </p:txBody>
      </p:sp>
      <p:sp>
        <p:nvSpPr>
          <p:cNvPr id="24" name="Rectangle 23"/>
          <p:cNvSpPr/>
          <p:nvPr/>
        </p:nvSpPr>
        <p:spPr bwMode="auto">
          <a:xfrm>
            <a:off x="1049045" y="5079329"/>
            <a:ext cx="1999481" cy="428627"/>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Z-Buffer, Blend</a:t>
            </a:r>
          </a:p>
        </p:txBody>
      </p:sp>
      <p:cxnSp>
        <p:nvCxnSpPr>
          <p:cNvPr id="37" name="Straight Arrow Connector 36"/>
          <p:cNvCxnSpPr>
            <a:stCxn id="16" idx="2"/>
            <a:endCxn id="21" idx="0"/>
          </p:cNvCxnSpPr>
          <p:nvPr/>
        </p:nvCxnSpPr>
        <p:spPr bwMode="auto">
          <a:xfrm>
            <a:off x="2048783" y="4303958"/>
            <a:ext cx="0" cy="173372"/>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41" name="Straight Arrow Connector 40"/>
          <p:cNvCxnSpPr>
            <a:stCxn id="21" idx="2"/>
            <a:endCxn id="24" idx="0"/>
          </p:cNvCxnSpPr>
          <p:nvPr/>
        </p:nvCxnSpPr>
        <p:spPr bwMode="auto">
          <a:xfrm>
            <a:off x="2048783" y="4905958"/>
            <a:ext cx="0" cy="173371"/>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44" name="Straight Arrow Connector 43"/>
          <p:cNvCxnSpPr>
            <a:stCxn id="24" idx="2"/>
            <a:endCxn id="10" idx="0"/>
          </p:cNvCxnSpPr>
          <p:nvPr/>
        </p:nvCxnSpPr>
        <p:spPr bwMode="auto">
          <a:xfrm>
            <a:off x="2048783" y="5507957"/>
            <a:ext cx="0" cy="173369"/>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sp>
        <p:nvSpPr>
          <p:cNvPr id="62" name="Rectangle 61"/>
          <p:cNvSpPr/>
          <p:nvPr/>
        </p:nvSpPr>
        <p:spPr bwMode="auto">
          <a:xfrm>
            <a:off x="1049044" y="2069336"/>
            <a:ext cx="1999483" cy="428628"/>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T&amp;L</a:t>
            </a:r>
          </a:p>
        </p:txBody>
      </p:sp>
      <p:sp>
        <p:nvSpPr>
          <p:cNvPr id="63" name="Rectangle 62"/>
          <p:cNvSpPr/>
          <p:nvPr/>
        </p:nvSpPr>
        <p:spPr bwMode="auto">
          <a:xfrm>
            <a:off x="1049045" y="2671337"/>
            <a:ext cx="1999481" cy="428627"/>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Clip &amp; Cull</a:t>
            </a:r>
          </a:p>
        </p:txBody>
      </p:sp>
      <p:sp>
        <p:nvSpPr>
          <p:cNvPr id="64" name="Rectangle 63"/>
          <p:cNvSpPr/>
          <p:nvPr/>
        </p:nvSpPr>
        <p:spPr bwMode="auto">
          <a:xfrm>
            <a:off x="1049045" y="3273336"/>
            <a:ext cx="1999481" cy="428627"/>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Assembly</a:t>
            </a:r>
          </a:p>
        </p:txBody>
      </p:sp>
      <p:cxnSp>
        <p:nvCxnSpPr>
          <p:cNvPr id="65" name="Straight Arrow Connector 64"/>
          <p:cNvCxnSpPr>
            <a:stCxn id="62" idx="2"/>
            <a:endCxn id="63" idx="0"/>
          </p:cNvCxnSpPr>
          <p:nvPr/>
        </p:nvCxnSpPr>
        <p:spPr bwMode="auto">
          <a:xfrm>
            <a:off x="2048783" y="2497964"/>
            <a:ext cx="0" cy="173372"/>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66" name="Straight Arrow Connector 65"/>
          <p:cNvCxnSpPr>
            <a:stCxn id="63" idx="2"/>
            <a:endCxn id="64" idx="0"/>
          </p:cNvCxnSpPr>
          <p:nvPr/>
        </p:nvCxnSpPr>
        <p:spPr bwMode="auto">
          <a:xfrm>
            <a:off x="2048783" y="3099964"/>
            <a:ext cx="0" cy="173371"/>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67" name="Straight Arrow Connector 66"/>
          <p:cNvCxnSpPr>
            <a:stCxn id="64" idx="2"/>
            <a:endCxn id="16" idx="0"/>
          </p:cNvCxnSpPr>
          <p:nvPr/>
        </p:nvCxnSpPr>
        <p:spPr bwMode="auto">
          <a:xfrm>
            <a:off x="2048783" y="3701963"/>
            <a:ext cx="0" cy="173369"/>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22" name="Straight Connector 25"/>
          <p:cNvCxnSpPr>
            <a:cxnSpLocks noChangeShapeType="1"/>
          </p:cNvCxnSpPr>
          <p:nvPr/>
        </p:nvCxnSpPr>
        <p:spPr bwMode="auto">
          <a:xfrm>
            <a:off x="608437" y="1959092"/>
            <a:ext cx="3209153" cy="0"/>
          </a:xfrm>
          <a:prstGeom prst="line">
            <a:avLst/>
          </a:prstGeom>
          <a:noFill/>
          <a:ln w="28575" algn="ctr">
            <a:solidFill>
              <a:schemeClr val="tx1">
                <a:lumMod val="50000"/>
                <a:lumOff val="50000"/>
              </a:schemeClr>
            </a:solidFill>
            <a:prstDash val="lgDash"/>
            <a:round/>
            <a:headEnd/>
            <a:tailEnd/>
          </a:ln>
        </p:spPr>
      </p:cxnSp>
      <p:sp>
        <p:nvSpPr>
          <p:cNvPr id="23" name="TextBox 29"/>
          <p:cNvSpPr txBox="1">
            <a:spLocks noChangeArrowheads="1"/>
          </p:cNvSpPr>
          <p:nvPr/>
        </p:nvSpPr>
        <p:spPr bwMode="auto">
          <a:xfrm>
            <a:off x="3276963" y="1657448"/>
            <a:ext cx="492443" cy="307777"/>
          </a:xfrm>
          <a:prstGeom prst="rect">
            <a:avLst/>
          </a:prstGeom>
          <a:noFill/>
          <a:ln w="9525">
            <a:noFill/>
            <a:miter lim="800000"/>
            <a:headEnd/>
            <a:tailEnd/>
          </a:ln>
        </p:spPr>
        <p:txBody>
          <a:bodyPr wrap="none">
            <a:spAutoFit/>
          </a:bodyPr>
          <a:lstStyle/>
          <a:p>
            <a:r>
              <a:rPr lang="en-GB" sz="1400" b="1" dirty="0">
                <a:solidFill>
                  <a:schemeClr val="tx1">
                    <a:lumMod val="65000"/>
                    <a:lumOff val="35000"/>
                  </a:schemeClr>
                </a:solidFill>
                <a:latin typeface="+mn-lt"/>
              </a:rPr>
              <a:t>CPU</a:t>
            </a:r>
          </a:p>
        </p:txBody>
      </p:sp>
      <p:sp>
        <p:nvSpPr>
          <p:cNvPr id="25" name="TextBox 30"/>
          <p:cNvSpPr txBox="1">
            <a:spLocks noChangeArrowheads="1"/>
          </p:cNvSpPr>
          <p:nvPr/>
        </p:nvSpPr>
        <p:spPr bwMode="auto">
          <a:xfrm>
            <a:off x="3281420" y="1959094"/>
            <a:ext cx="511679" cy="307777"/>
          </a:xfrm>
          <a:prstGeom prst="rect">
            <a:avLst/>
          </a:prstGeom>
          <a:noFill/>
          <a:ln w="9525">
            <a:noFill/>
            <a:miter lim="800000"/>
            <a:headEnd/>
            <a:tailEnd/>
          </a:ln>
        </p:spPr>
        <p:txBody>
          <a:bodyPr wrap="none">
            <a:spAutoFit/>
          </a:bodyPr>
          <a:lstStyle/>
          <a:p>
            <a:r>
              <a:rPr lang="en-GB" sz="1400" b="1" dirty="0">
                <a:solidFill>
                  <a:schemeClr val="tx1">
                    <a:lumMod val="65000"/>
                    <a:lumOff val="35000"/>
                  </a:schemeClr>
                </a:solidFill>
                <a:latin typeface="+mn-lt"/>
              </a:rPr>
              <a:t>GPU</a:t>
            </a:r>
          </a:p>
        </p:txBody>
      </p:sp>
    </p:spTree>
    <p:extLst>
      <p:ext uri="{BB962C8B-B14F-4D97-AF65-F5344CB8AC3E}">
        <p14:creationId xmlns:p14="http://schemas.microsoft.com/office/powerpoint/2010/main" val="886502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Content Placeholder 2"/>
          <p:cNvSpPr>
            <a:spLocks noGrp="1"/>
          </p:cNvSpPr>
          <p:nvPr>
            <p:ph sz="half" idx="1"/>
          </p:nvPr>
        </p:nvSpPr>
        <p:spPr>
          <a:xfrm>
            <a:off x="4199731" y="1007948"/>
            <a:ext cx="7438434" cy="4680000"/>
          </a:xfrm>
        </p:spPr>
        <p:txBody>
          <a:bodyPr/>
          <a:lstStyle/>
          <a:p>
            <a:pPr marL="0" lvl="0" indent="0">
              <a:lnSpc>
                <a:spcPct val="150000"/>
              </a:lnSpc>
              <a:buNone/>
              <a:defRPr/>
            </a:pPr>
            <a:r>
              <a:rPr lang="en-GB" dirty="0"/>
              <a:t>Programmable functions</a:t>
            </a:r>
          </a:p>
          <a:p>
            <a:pPr lvl="1">
              <a:lnSpc>
                <a:spcPct val="150000"/>
              </a:lnSpc>
              <a:defRPr/>
            </a:pPr>
            <a:r>
              <a:rPr lang="en-GB" dirty="0"/>
              <a:t>ATI Radeon 9700 (2002) </a:t>
            </a:r>
          </a:p>
          <a:p>
            <a:pPr lvl="1">
              <a:lnSpc>
                <a:spcPct val="150000"/>
              </a:lnSpc>
              <a:defRPr/>
            </a:pPr>
            <a:r>
              <a:rPr lang="en-GB" dirty="0"/>
              <a:t>NVIDIA GeForce FX (2002) </a:t>
            </a:r>
          </a:p>
          <a:p>
            <a:pPr lvl="1">
              <a:lnSpc>
                <a:spcPct val="150000"/>
              </a:lnSpc>
              <a:defRPr/>
            </a:pPr>
            <a:r>
              <a:rPr lang="en-GB" b="1" i="1" dirty="0">
                <a:solidFill>
                  <a:schemeClr val="accent3"/>
                </a:solidFill>
              </a:rPr>
              <a:t>Mali-200 &amp; Mali-400</a:t>
            </a:r>
            <a:endParaRPr lang="en-GB" sz="500" dirty="0">
              <a:solidFill>
                <a:schemeClr val="accent3"/>
              </a:solidFill>
            </a:endParaRPr>
          </a:p>
          <a:p>
            <a:pPr marL="0" indent="0">
              <a:lnSpc>
                <a:spcPct val="150000"/>
              </a:lnSpc>
              <a:buNone/>
            </a:pPr>
            <a:r>
              <a:rPr lang="en-GB" dirty="0"/>
              <a:t>Typed shaders</a:t>
            </a:r>
          </a:p>
          <a:p>
            <a:pPr lvl="1">
              <a:lnSpc>
                <a:spcPct val="150000"/>
              </a:lnSpc>
            </a:pPr>
            <a:r>
              <a:rPr lang="en-GB" dirty="0"/>
              <a:t>Different programming model for each shader</a:t>
            </a:r>
          </a:p>
          <a:p>
            <a:pPr lvl="1">
              <a:lnSpc>
                <a:spcPct val="150000"/>
              </a:lnSpc>
            </a:pPr>
            <a:r>
              <a:rPr lang="en-GB" dirty="0"/>
              <a:t>Different hardware shader core</a:t>
            </a:r>
          </a:p>
          <a:p>
            <a:pPr lvl="1">
              <a:lnSpc>
                <a:spcPct val="150000"/>
              </a:lnSpc>
            </a:pPr>
            <a:r>
              <a:rPr lang="en-GB" dirty="0"/>
              <a:t>Each optimized for specific role</a:t>
            </a:r>
            <a:endParaRPr lang="en-GB" sz="500" dirty="0"/>
          </a:p>
          <a:p>
            <a:pPr marL="0" indent="0">
              <a:lnSpc>
                <a:spcPct val="150000"/>
              </a:lnSpc>
              <a:buNone/>
            </a:pPr>
            <a:r>
              <a:rPr lang="en-GB" dirty="0"/>
              <a:t>Programmed in assembly-like languages</a:t>
            </a:r>
          </a:p>
          <a:p>
            <a:pPr lvl="1">
              <a:lnSpc>
                <a:spcPct val="150000"/>
              </a:lnSpc>
            </a:pPr>
            <a:r>
              <a:rPr lang="en-GB" dirty="0"/>
              <a:t>OpenGL ARB, DirectX Shader Models</a:t>
            </a:r>
            <a:endParaRPr lang="en-GB" sz="500" dirty="0"/>
          </a:p>
          <a:p>
            <a:pPr marL="0" indent="0">
              <a:lnSpc>
                <a:spcPct val="150000"/>
              </a:lnSpc>
              <a:buNone/>
            </a:pPr>
            <a:r>
              <a:rPr lang="en-GB" dirty="0"/>
              <a:t>GPGPU becomes feasible, within limits</a:t>
            </a:r>
          </a:p>
          <a:p>
            <a:pPr lvl="1">
              <a:lnSpc>
                <a:spcPct val="150000"/>
              </a:lnSpc>
            </a:pPr>
            <a:r>
              <a:rPr lang="en-GB" dirty="0"/>
              <a:t>Inaccurate floating-point implementations</a:t>
            </a:r>
          </a:p>
          <a:p>
            <a:pPr lvl="1">
              <a:lnSpc>
                <a:spcPct val="150000"/>
              </a:lnSpc>
            </a:pPr>
            <a:r>
              <a:rPr lang="en-GB" dirty="0"/>
              <a:t>Missing/slow integer performance</a:t>
            </a:r>
          </a:p>
          <a:p>
            <a:pPr lvl="1">
              <a:lnSpc>
                <a:spcPct val="150000"/>
              </a:lnSpc>
            </a:pPr>
            <a:endParaRPr lang="en-GB" dirty="0"/>
          </a:p>
        </p:txBody>
      </p:sp>
      <p:sp>
        <p:nvSpPr>
          <p:cNvPr id="4" name="Title 3"/>
          <p:cNvSpPr>
            <a:spLocks noGrp="1"/>
          </p:cNvSpPr>
          <p:nvPr>
            <p:ph type="title"/>
          </p:nvPr>
        </p:nvSpPr>
        <p:spPr/>
        <p:txBody>
          <a:bodyPr>
            <a:normAutofit/>
          </a:bodyPr>
          <a:lstStyle/>
          <a:p>
            <a:r>
              <a:rPr lang="en-GB" dirty="0"/>
              <a:t>GPU Hardware Generation 3</a:t>
            </a:r>
          </a:p>
        </p:txBody>
      </p:sp>
      <p:cxnSp>
        <p:nvCxnSpPr>
          <p:cNvPr id="22" name="Straight Arrow Connector 21"/>
          <p:cNvCxnSpPr>
            <a:stCxn id="32" idx="2"/>
            <a:endCxn id="42" idx="0"/>
          </p:cNvCxnSpPr>
          <p:nvPr/>
        </p:nvCxnSpPr>
        <p:spPr bwMode="auto">
          <a:xfrm flipH="1">
            <a:off x="2048783" y="1860831"/>
            <a:ext cx="2" cy="810507"/>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sp>
        <p:nvSpPr>
          <p:cNvPr id="25" name="Rectangle 24"/>
          <p:cNvSpPr/>
          <p:nvPr/>
        </p:nvSpPr>
        <p:spPr bwMode="auto">
          <a:xfrm>
            <a:off x="1049044" y="5681325"/>
            <a:ext cx="1999483" cy="428628"/>
          </a:xfrm>
          <a:prstGeom prst="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defRPr/>
            </a:pPr>
            <a:r>
              <a:rPr lang="en-GB" sz="1400" b="1" dirty="0">
                <a:solidFill>
                  <a:schemeClr val="bg1"/>
                </a:solidFill>
                <a:ea typeface="MS PGothic" pitchFamily="34" charset="-128"/>
              </a:rPr>
              <a:t>Framebuffer</a:t>
            </a:r>
          </a:p>
        </p:txBody>
      </p:sp>
      <p:sp>
        <p:nvSpPr>
          <p:cNvPr id="27" name="Rectangle 26"/>
          <p:cNvSpPr/>
          <p:nvPr/>
        </p:nvSpPr>
        <p:spPr bwMode="auto">
          <a:xfrm>
            <a:off x="1049044" y="3875331"/>
            <a:ext cx="1999483" cy="428628"/>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Rasterization</a:t>
            </a:r>
          </a:p>
        </p:txBody>
      </p:sp>
      <p:sp>
        <p:nvSpPr>
          <p:cNvPr id="32" name="Rectangle 31"/>
          <p:cNvSpPr/>
          <p:nvPr/>
        </p:nvSpPr>
        <p:spPr bwMode="auto">
          <a:xfrm>
            <a:off x="1049045" y="1432205"/>
            <a:ext cx="1999483" cy="428625"/>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lgn="ctr">
              <a:defRPr/>
            </a:pPr>
            <a:r>
              <a:rPr lang="en-GB" sz="1400" b="1" dirty="0">
                <a:solidFill>
                  <a:schemeClr val="bg1"/>
                </a:solidFill>
                <a:ea typeface="MS PGothic" pitchFamily="34" charset="-128"/>
              </a:rPr>
              <a:t>Input Data</a:t>
            </a:r>
          </a:p>
        </p:txBody>
      </p:sp>
      <p:sp>
        <p:nvSpPr>
          <p:cNvPr id="35" name="Rectangle 34"/>
          <p:cNvSpPr/>
          <p:nvPr/>
        </p:nvSpPr>
        <p:spPr bwMode="auto">
          <a:xfrm>
            <a:off x="1049045" y="5079329"/>
            <a:ext cx="1999481" cy="428627"/>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Z-Buffer, Blend</a:t>
            </a:r>
          </a:p>
        </p:txBody>
      </p:sp>
      <p:cxnSp>
        <p:nvCxnSpPr>
          <p:cNvPr id="36" name="Straight Arrow Connector 35"/>
          <p:cNvCxnSpPr>
            <a:stCxn id="27" idx="2"/>
          </p:cNvCxnSpPr>
          <p:nvPr/>
        </p:nvCxnSpPr>
        <p:spPr bwMode="auto">
          <a:xfrm>
            <a:off x="2048783" y="4303958"/>
            <a:ext cx="0" cy="173372"/>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38" name="Straight Arrow Connector 37"/>
          <p:cNvCxnSpPr>
            <a:endCxn id="35" idx="0"/>
          </p:cNvCxnSpPr>
          <p:nvPr/>
        </p:nvCxnSpPr>
        <p:spPr bwMode="auto">
          <a:xfrm>
            <a:off x="2048783" y="4905958"/>
            <a:ext cx="0" cy="173371"/>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39" name="Straight Arrow Connector 38"/>
          <p:cNvCxnSpPr>
            <a:stCxn id="35" idx="2"/>
            <a:endCxn id="25" idx="0"/>
          </p:cNvCxnSpPr>
          <p:nvPr/>
        </p:nvCxnSpPr>
        <p:spPr bwMode="auto">
          <a:xfrm>
            <a:off x="2048783" y="5507957"/>
            <a:ext cx="0" cy="173369"/>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sp>
        <p:nvSpPr>
          <p:cNvPr id="42" name="Rectangle 41"/>
          <p:cNvSpPr/>
          <p:nvPr/>
        </p:nvSpPr>
        <p:spPr bwMode="auto">
          <a:xfrm>
            <a:off x="1049045" y="2671337"/>
            <a:ext cx="1999481" cy="428627"/>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Clip &amp; Cull</a:t>
            </a:r>
          </a:p>
        </p:txBody>
      </p:sp>
      <p:sp>
        <p:nvSpPr>
          <p:cNvPr id="43" name="Rectangle 42"/>
          <p:cNvSpPr/>
          <p:nvPr/>
        </p:nvSpPr>
        <p:spPr bwMode="auto">
          <a:xfrm>
            <a:off x="1049045" y="3273336"/>
            <a:ext cx="1999481" cy="428627"/>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Assembly</a:t>
            </a:r>
          </a:p>
        </p:txBody>
      </p:sp>
      <p:cxnSp>
        <p:nvCxnSpPr>
          <p:cNvPr id="46" name="Straight Arrow Connector 45"/>
          <p:cNvCxnSpPr>
            <a:stCxn id="42" idx="2"/>
            <a:endCxn id="43" idx="0"/>
          </p:cNvCxnSpPr>
          <p:nvPr/>
        </p:nvCxnSpPr>
        <p:spPr bwMode="auto">
          <a:xfrm>
            <a:off x="2048783" y="3099964"/>
            <a:ext cx="0" cy="173371"/>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47" name="Straight Arrow Connector 46"/>
          <p:cNvCxnSpPr>
            <a:stCxn id="43" idx="2"/>
            <a:endCxn id="27" idx="0"/>
          </p:cNvCxnSpPr>
          <p:nvPr/>
        </p:nvCxnSpPr>
        <p:spPr bwMode="auto">
          <a:xfrm>
            <a:off x="2048783" y="3701963"/>
            <a:ext cx="0" cy="173369"/>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48" name="Straight Connector 25"/>
          <p:cNvCxnSpPr>
            <a:cxnSpLocks noChangeShapeType="1"/>
          </p:cNvCxnSpPr>
          <p:nvPr/>
        </p:nvCxnSpPr>
        <p:spPr bwMode="auto">
          <a:xfrm>
            <a:off x="608437" y="1959092"/>
            <a:ext cx="3209153" cy="0"/>
          </a:xfrm>
          <a:prstGeom prst="line">
            <a:avLst/>
          </a:prstGeom>
          <a:noFill/>
          <a:ln w="28575" algn="ctr">
            <a:solidFill>
              <a:schemeClr val="tx1">
                <a:lumMod val="50000"/>
                <a:lumOff val="50000"/>
              </a:schemeClr>
            </a:solidFill>
            <a:prstDash val="lgDash"/>
            <a:round/>
            <a:headEnd/>
            <a:tailEnd/>
          </a:ln>
        </p:spPr>
      </p:cxnSp>
      <p:sp>
        <p:nvSpPr>
          <p:cNvPr id="49" name="TextBox 29"/>
          <p:cNvSpPr txBox="1">
            <a:spLocks noChangeArrowheads="1"/>
          </p:cNvSpPr>
          <p:nvPr/>
        </p:nvSpPr>
        <p:spPr bwMode="auto">
          <a:xfrm>
            <a:off x="3276963" y="1657448"/>
            <a:ext cx="492443" cy="307777"/>
          </a:xfrm>
          <a:prstGeom prst="rect">
            <a:avLst/>
          </a:prstGeom>
          <a:noFill/>
          <a:ln w="9525">
            <a:noFill/>
            <a:miter lim="800000"/>
            <a:headEnd/>
            <a:tailEnd/>
          </a:ln>
        </p:spPr>
        <p:txBody>
          <a:bodyPr wrap="none">
            <a:spAutoFit/>
          </a:bodyPr>
          <a:lstStyle/>
          <a:p>
            <a:r>
              <a:rPr lang="en-GB" sz="1400" b="1" dirty="0">
                <a:solidFill>
                  <a:schemeClr val="tx1">
                    <a:lumMod val="65000"/>
                    <a:lumOff val="35000"/>
                  </a:schemeClr>
                </a:solidFill>
                <a:latin typeface="+mn-lt"/>
              </a:rPr>
              <a:t>CPU</a:t>
            </a:r>
          </a:p>
        </p:txBody>
      </p:sp>
      <p:sp>
        <p:nvSpPr>
          <p:cNvPr id="50" name="TextBox 30"/>
          <p:cNvSpPr txBox="1">
            <a:spLocks noChangeArrowheads="1"/>
          </p:cNvSpPr>
          <p:nvPr/>
        </p:nvSpPr>
        <p:spPr bwMode="auto">
          <a:xfrm>
            <a:off x="3281420" y="1959094"/>
            <a:ext cx="511679" cy="307777"/>
          </a:xfrm>
          <a:prstGeom prst="rect">
            <a:avLst/>
          </a:prstGeom>
          <a:noFill/>
          <a:ln w="9525">
            <a:noFill/>
            <a:miter lim="800000"/>
            <a:headEnd/>
            <a:tailEnd/>
          </a:ln>
        </p:spPr>
        <p:txBody>
          <a:bodyPr wrap="none">
            <a:spAutoFit/>
          </a:bodyPr>
          <a:lstStyle/>
          <a:p>
            <a:r>
              <a:rPr lang="en-GB" sz="1400" b="1" dirty="0">
                <a:solidFill>
                  <a:schemeClr val="tx1">
                    <a:lumMod val="65000"/>
                    <a:lumOff val="35000"/>
                  </a:schemeClr>
                </a:solidFill>
                <a:latin typeface="+mn-lt"/>
              </a:rPr>
              <a:t>GPU</a:t>
            </a:r>
          </a:p>
        </p:txBody>
      </p:sp>
      <p:sp>
        <p:nvSpPr>
          <p:cNvPr id="53" name="Cloud 52"/>
          <p:cNvSpPr/>
          <p:nvPr/>
        </p:nvSpPr>
        <p:spPr bwMode="auto">
          <a:xfrm>
            <a:off x="916781" y="2055691"/>
            <a:ext cx="2279176" cy="416439"/>
          </a:xfrm>
          <a:prstGeom prst="cloud">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wrap="none" anchor="ctr"/>
          <a:lstStyle/>
          <a:p>
            <a:r>
              <a:rPr lang="en-GB" sz="1400" b="1" i="1" dirty="0"/>
              <a:t>Vertex Shader</a:t>
            </a:r>
          </a:p>
        </p:txBody>
      </p:sp>
      <p:sp>
        <p:nvSpPr>
          <p:cNvPr id="54" name="Cloud 53"/>
          <p:cNvSpPr/>
          <p:nvPr/>
        </p:nvSpPr>
        <p:spPr bwMode="auto">
          <a:xfrm>
            <a:off x="903133" y="4477331"/>
            <a:ext cx="2306472" cy="416439"/>
          </a:xfrm>
          <a:prstGeom prst="cloud">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wrap="none" anchor="ctr"/>
          <a:lstStyle/>
          <a:p>
            <a:r>
              <a:rPr lang="en-GB" sz="1400" b="1" i="1" dirty="0"/>
              <a:t>Fragment Shader</a:t>
            </a:r>
          </a:p>
        </p:txBody>
      </p:sp>
    </p:spTree>
    <p:extLst>
      <p:ext uri="{BB962C8B-B14F-4D97-AF65-F5344CB8AC3E}">
        <p14:creationId xmlns:p14="http://schemas.microsoft.com/office/powerpoint/2010/main" val="1686890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Content Placeholder 2"/>
          <p:cNvSpPr>
            <a:spLocks noGrp="1"/>
          </p:cNvSpPr>
          <p:nvPr>
            <p:ph sz="half" idx="1"/>
          </p:nvPr>
        </p:nvSpPr>
        <p:spPr>
          <a:xfrm>
            <a:off x="4199731" y="957148"/>
            <a:ext cx="7438434" cy="4680000"/>
          </a:xfrm>
        </p:spPr>
        <p:txBody>
          <a:bodyPr/>
          <a:lstStyle/>
          <a:p>
            <a:pPr marL="0" lvl="0" indent="0">
              <a:lnSpc>
                <a:spcPct val="150000"/>
              </a:lnSpc>
              <a:buNone/>
              <a:defRPr/>
            </a:pPr>
            <a:r>
              <a:rPr lang="en-GB" dirty="0"/>
              <a:t>Unification of shader hardware</a:t>
            </a:r>
          </a:p>
          <a:p>
            <a:pPr lvl="1">
              <a:lnSpc>
                <a:spcPct val="150000"/>
              </a:lnSpc>
              <a:defRPr/>
            </a:pPr>
            <a:r>
              <a:rPr lang="en-GB" dirty="0"/>
              <a:t>ATI Radeon X1800 (2006) </a:t>
            </a:r>
          </a:p>
          <a:p>
            <a:pPr lvl="1">
              <a:lnSpc>
                <a:spcPct val="150000"/>
              </a:lnSpc>
              <a:defRPr/>
            </a:pPr>
            <a:r>
              <a:rPr lang="en-GB" dirty="0"/>
              <a:t>NVIDIA GeForce 8800 (2006) </a:t>
            </a:r>
          </a:p>
          <a:p>
            <a:pPr lvl="1">
              <a:lnSpc>
                <a:spcPct val="150000"/>
              </a:lnSpc>
              <a:defRPr/>
            </a:pPr>
            <a:r>
              <a:rPr lang="en-GB" b="1" i="1" dirty="0">
                <a:solidFill>
                  <a:schemeClr val="accent3"/>
                </a:solidFill>
              </a:rPr>
              <a:t>Mali Midgard family</a:t>
            </a:r>
            <a:endParaRPr lang="en-GB" sz="500" dirty="0">
              <a:solidFill>
                <a:schemeClr val="accent3"/>
              </a:solidFill>
            </a:endParaRPr>
          </a:p>
          <a:p>
            <a:pPr marL="0" indent="0">
              <a:lnSpc>
                <a:spcPct val="150000"/>
              </a:lnSpc>
              <a:buNone/>
            </a:pPr>
            <a:r>
              <a:rPr lang="en-GB" dirty="0"/>
              <a:t>Vertex and fragment shader improvement</a:t>
            </a:r>
          </a:p>
          <a:p>
            <a:pPr lvl="1">
              <a:lnSpc>
                <a:spcPct val="150000"/>
              </a:lnSpc>
            </a:pPr>
            <a:r>
              <a:rPr lang="en-GB" dirty="0"/>
              <a:t>Able to run on the same hardware</a:t>
            </a:r>
          </a:p>
          <a:p>
            <a:pPr lvl="1">
              <a:lnSpc>
                <a:spcPct val="150000"/>
              </a:lnSpc>
            </a:pPr>
            <a:r>
              <a:rPr lang="en-GB" dirty="0"/>
              <a:t>Support for longer programs and branching</a:t>
            </a:r>
          </a:p>
          <a:p>
            <a:pPr lvl="1">
              <a:lnSpc>
                <a:spcPct val="150000"/>
              </a:lnSpc>
            </a:pPr>
            <a:r>
              <a:rPr lang="en-GB" dirty="0"/>
              <a:t>Programming done in C-like languages</a:t>
            </a:r>
            <a:endParaRPr lang="en-GB" sz="500" dirty="0"/>
          </a:p>
          <a:p>
            <a:pPr marL="0" indent="0">
              <a:lnSpc>
                <a:spcPct val="150000"/>
              </a:lnSpc>
              <a:buNone/>
            </a:pPr>
            <a:r>
              <a:rPr lang="en-GB" dirty="0"/>
              <a:t>Still reliant on hardware assist</a:t>
            </a:r>
          </a:p>
          <a:p>
            <a:pPr lvl="1">
              <a:lnSpc>
                <a:spcPct val="150000"/>
              </a:lnSpc>
            </a:pPr>
            <a:r>
              <a:rPr lang="en-GB" dirty="0"/>
              <a:t>Rasterizers, texture samplers, tessellation</a:t>
            </a:r>
            <a:endParaRPr lang="en-GB" sz="500" dirty="0"/>
          </a:p>
          <a:p>
            <a:pPr marL="0" indent="0">
              <a:lnSpc>
                <a:spcPct val="150000"/>
              </a:lnSpc>
              <a:buNone/>
            </a:pPr>
            <a:r>
              <a:rPr lang="en-GB" dirty="0"/>
              <a:t>Design influenced by GPGPU workloads</a:t>
            </a:r>
          </a:p>
          <a:p>
            <a:pPr lvl="1">
              <a:lnSpc>
                <a:spcPct val="150000"/>
              </a:lnSpc>
            </a:pPr>
            <a:r>
              <a:rPr lang="en-GB" dirty="0"/>
              <a:t>Full IEEE-754 floating point </a:t>
            </a:r>
          </a:p>
          <a:p>
            <a:pPr lvl="1">
              <a:lnSpc>
                <a:spcPct val="150000"/>
              </a:lnSpc>
            </a:pPr>
            <a:r>
              <a:rPr lang="en-GB" dirty="0"/>
              <a:t>Language support CUDA, OpenCL</a:t>
            </a:r>
          </a:p>
        </p:txBody>
      </p:sp>
      <p:sp>
        <p:nvSpPr>
          <p:cNvPr id="4" name="Title 3"/>
          <p:cNvSpPr>
            <a:spLocks noGrp="1"/>
          </p:cNvSpPr>
          <p:nvPr>
            <p:ph type="title"/>
          </p:nvPr>
        </p:nvSpPr>
        <p:spPr/>
        <p:txBody>
          <a:bodyPr>
            <a:normAutofit/>
          </a:bodyPr>
          <a:lstStyle/>
          <a:p>
            <a:r>
              <a:rPr lang="en-GB" dirty="0"/>
              <a:t>GPU Hardware Generation 4</a:t>
            </a:r>
          </a:p>
        </p:txBody>
      </p:sp>
      <p:cxnSp>
        <p:nvCxnSpPr>
          <p:cNvPr id="22" name="Straight Arrow Connector 21"/>
          <p:cNvCxnSpPr>
            <a:stCxn id="32" idx="2"/>
            <a:endCxn id="39" idx="0"/>
          </p:cNvCxnSpPr>
          <p:nvPr/>
        </p:nvCxnSpPr>
        <p:spPr bwMode="auto">
          <a:xfrm flipH="1">
            <a:off x="2048783" y="1860831"/>
            <a:ext cx="2" cy="810507"/>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sp>
        <p:nvSpPr>
          <p:cNvPr id="25" name="Rectangle 24"/>
          <p:cNvSpPr/>
          <p:nvPr/>
        </p:nvSpPr>
        <p:spPr bwMode="auto">
          <a:xfrm>
            <a:off x="1049044" y="5681325"/>
            <a:ext cx="1999483" cy="428628"/>
          </a:xfrm>
          <a:prstGeom prst="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defRPr/>
            </a:pPr>
            <a:r>
              <a:rPr lang="en-GB" sz="1400" b="1" dirty="0">
                <a:solidFill>
                  <a:schemeClr val="bg1"/>
                </a:solidFill>
                <a:ea typeface="MS PGothic" pitchFamily="34" charset="-128"/>
              </a:rPr>
              <a:t>Framebuffer</a:t>
            </a:r>
          </a:p>
        </p:txBody>
      </p:sp>
      <p:sp>
        <p:nvSpPr>
          <p:cNvPr id="27" name="Rectangle 26"/>
          <p:cNvSpPr/>
          <p:nvPr/>
        </p:nvSpPr>
        <p:spPr bwMode="auto">
          <a:xfrm>
            <a:off x="1049044" y="3875331"/>
            <a:ext cx="1999483" cy="428628"/>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Rasterization</a:t>
            </a:r>
          </a:p>
        </p:txBody>
      </p:sp>
      <p:sp>
        <p:nvSpPr>
          <p:cNvPr id="32" name="Rectangle 31"/>
          <p:cNvSpPr/>
          <p:nvPr/>
        </p:nvSpPr>
        <p:spPr bwMode="auto">
          <a:xfrm>
            <a:off x="1049045" y="1432205"/>
            <a:ext cx="1999483" cy="428625"/>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lgn="ctr">
              <a:defRPr/>
            </a:pPr>
            <a:r>
              <a:rPr lang="en-GB" sz="1400" b="1" dirty="0">
                <a:solidFill>
                  <a:schemeClr val="bg1"/>
                </a:solidFill>
                <a:ea typeface="MS PGothic" pitchFamily="34" charset="-128"/>
              </a:rPr>
              <a:t>Input Data</a:t>
            </a:r>
          </a:p>
        </p:txBody>
      </p:sp>
      <p:sp>
        <p:nvSpPr>
          <p:cNvPr id="33" name="Rectangle 32"/>
          <p:cNvSpPr/>
          <p:nvPr/>
        </p:nvSpPr>
        <p:spPr bwMode="auto">
          <a:xfrm>
            <a:off x="1049045" y="5079329"/>
            <a:ext cx="1999481" cy="428627"/>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Z-Buffer, Blend</a:t>
            </a:r>
          </a:p>
        </p:txBody>
      </p:sp>
      <p:cxnSp>
        <p:nvCxnSpPr>
          <p:cNvPr id="35" name="Straight Arrow Connector 34"/>
          <p:cNvCxnSpPr>
            <a:stCxn id="27" idx="2"/>
          </p:cNvCxnSpPr>
          <p:nvPr/>
        </p:nvCxnSpPr>
        <p:spPr bwMode="auto">
          <a:xfrm>
            <a:off x="2048783" y="4303958"/>
            <a:ext cx="0" cy="173372"/>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36" name="Straight Arrow Connector 35"/>
          <p:cNvCxnSpPr>
            <a:endCxn id="33" idx="0"/>
          </p:cNvCxnSpPr>
          <p:nvPr/>
        </p:nvCxnSpPr>
        <p:spPr bwMode="auto">
          <a:xfrm>
            <a:off x="2048783" y="4905958"/>
            <a:ext cx="0" cy="173371"/>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38" name="Straight Arrow Connector 37"/>
          <p:cNvCxnSpPr>
            <a:stCxn id="33" idx="2"/>
            <a:endCxn id="25" idx="0"/>
          </p:cNvCxnSpPr>
          <p:nvPr/>
        </p:nvCxnSpPr>
        <p:spPr bwMode="auto">
          <a:xfrm>
            <a:off x="2048783" y="5507957"/>
            <a:ext cx="0" cy="173369"/>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sp>
        <p:nvSpPr>
          <p:cNvPr id="39" name="Rectangle 38"/>
          <p:cNvSpPr/>
          <p:nvPr/>
        </p:nvSpPr>
        <p:spPr bwMode="auto">
          <a:xfrm>
            <a:off x="1049045" y="2671337"/>
            <a:ext cx="1999481" cy="428627"/>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Clip &amp; Cull</a:t>
            </a:r>
          </a:p>
        </p:txBody>
      </p:sp>
      <p:sp>
        <p:nvSpPr>
          <p:cNvPr id="40" name="Rectangle 39"/>
          <p:cNvSpPr/>
          <p:nvPr/>
        </p:nvSpPr>
        <p:spPr bwMode="auto">
          <a:xfrm>
            <a:off x="1049045" y="3273336"/>
            <a:ext cx="1999481" cy="428627"/>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400" b="1" dirty="0">
                <a:solidFill>
                  <a:schemeClr val="bg1"/>
                </a:solidFill>
                <a:ea typeface="MS PGothic" pitchFamily="34" charset="-128"/>
              </a:rPr>
              <a:t>Assembly</a:t>
            </a:r>
          </a:p>
        </p:txBody>
      </p:sp>
      <p:cxnSp>
        <p:nvCxnSpPr>
          <p:cNvPr id="42" name="Straight Arrow Connector 41"/>
          <p:cNvCxnSpPr>
            <a:stCxn id="39" idx="2"/>
            <a:endCxn id="40" idx="0"/>
          </p:cNvCxnSpPr>
          <p:nvPr/>
        </p:nvCxnSpPr>
        <p:spPr bwMode="auto">
          <a:xfrm>
            <a:off x="2048783" y="3099964"/>
            <a:ext cx="0" cy="173371"/>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43" name="Straight Arrow Connector 42"/>
          <p:cNvCxnSpPr>
            <a:stCxn id="40" idx="2"/>
            <a:endCxn id="27" idx="0"/>
          </p:cNvCxnSpPr>
          <p:nvPr/>
        </p:nvCxnSpPr>
        <p:spPr bwMode="auto">
          <a:xfrm>
            <a:off x="2048783" y="3701963"/>
            <a:ext cx="0" cy="173369"/>
          </a:xfrm>
          <a:prstGeom prst="straightConnector1">
            <a:avLst/>
          </a:prstGeom>
          <a:noFill/>
          <a:ln w="19050" cap="flat" cmpd="sng" algn="ctr">
            <a:solidFill>
              <a:schemeClr val="tx1"/>
            </a:solidFill>
            <a:prstDash val="solid"/>
            <a:round/>
            <a:headEnd type="none" w="med" len="med"/>
            <a:tailEnd type="triangle"/>
          </a:ln>
          <a:effectLst>
            <a:outerShdw blurRad="50800" dist="38100" dir="2700000" algn="tl" rotWithShape="0">
              <a:prstClr val="black">
                <a:alpha val="40000"/>
              </a:prstClr>
            </a:outerShdw>
          </a:effectLst>
        </p:spPr>
      </p:cxnSp>
      <p:cxnSp>
        <p:nvCxnSpPr>
          <p:cNvPr id="45" name="Straight Connector 25"/>
          <p:cNvCxnSpPr>
            <a:cxnSpLocks noChangeShapeType="1"/>
          </p:cNvCxnSpPr>
          <p:nvPr/>
        </p:nvCxnSpPr>
        <p:spPr bwMode="auto">
          <a:xfrm>
            <a:off x="608437" y="1959092"/>
            <a:ext cx="3209153" cy="0"/>
          </a:xfrm>
          <a:prstGeom prst="line">
            <a:avLst/>
          </a:prstGeom>
          <a:noFill/>
          <a:ln w="28575" algn="ctr">
            <a:solidFill>
              <a:schemeClr val="tx1">
                <a:lumMod val="50000"/>
                <a:lumOff val="50000"/>
              </a:schemeClr>
            </a:solidFill>
            <a:prstDash val="lgDash"/>
            <a:round/>
            <a:headEnd/>
            <a:tailEnd/>
          </a:ln>
        </p:spPr>
      </p:cxnSp>
      <p:sp>
        <p:nvSpPr>
          <p:cNvPr id="46" name="TextBox 29"/>
          <p:cNvSpPr txBox="1">
            <a:spLocks noChangeArrowheads="1"/>
          </p:cNvSpPr>
          <p:nvPr/>
        </p:nvSpPr>
        <p:spPr bwMode="auto">
          <a:xfrm>
            <a:off x="3276963" y="1657448"/>
            <a:ext cx="492443" cy="307777"/>
          </a:xfrm>
          <a:prstGeom prst="rect">
            <a:avLst/>
          </a:prstGeom>
          <a:noFill/>
          <a:ln w="9525">
            <a:noFill/>
            <a:miter lim="800000"/>
            <a:headEnd/>
            <a:tailEnd/>
          </a:ln>
        </p:spPr>
        <p:txBody>
          <a:bodyPr wrap="none">
            <a:spAutoFit/>
          </a:bodyPr>
          <a:lstStyle/>
          <a:p>
            <a:r>
              <a:rPr lang="en-GB" sz="1400" b="1" dirty="0">
                <a:solidFill>
                  <a:schemeClr val="tx1">
                    <a:lumMod val="65000"/>
                    <a:lumOff val="35000"/>
                  </a:schemeClr>
                </a:solidFill>
                <a:latin typeface="+mn-lt"/>
              </a:rPr>
              <a:t>CPU</a:t>
            </a:r>
          </a:p>
        </p:txBody>
      </p:sp>
      <p:sp>
        <p:nvSpPr>
          <p:cNvPr id="47" name="TextBox 30"/>
          <p:cNvSpPr txBox="1">
            <a:spLocks noChangeArrowheads="1"/>
          </p:cNvSpPr>
          <p:nvPr/>
        </p:nvSpPr>
        <p:spPr bwMode="auto">
          <a:xfrm>
            <a:off x="3281420" y="1959094"/>
            <a:ext cx="511679" cy="307777"/>
          </a:xfrm>
          <a:prstGeom prst="rect">
            <a:avLst/>
          </a:prstGeom>
          <a:noFill/>
          <a:ln w="9525">
            <a:noFill/>
            <a:miter lim="800000"/>
            <a:headEnd/>
            <a:tailEnd/>
          </a:ln>
        </p:spPr>
        <p:txBody>
          <a:bodyPr wrap="none">
            <a:spAutoFit/>
          </a:bodyPr>
          <a:lstStyle/>
          <a:p>
            <a:r>
              <a:rPr lang="en-GB" sz="1400" b="1" dirty="0">
                <a:solidFill>
                  <a:schemeClr val="tx1">
                    <a:lumMod val="65000"/>
                    <a:lumOff val="35000"/>
                  </a:schemeClr>
                </a:solidFill>
                <a:latin typeface="+mn-lt"/>
              </a:rPr>
              <a:t>GPU</a:t>
            </a:r>
          </a:p>
        </p:txBody>
      </p:sp>
      <p:sp>
        <p:nvSpPr>
          <p:cNvPr id="48" name="Cloud 47"/>
          <p:cNvSpPr/>
          <p:nvPr/>
        </p:nvSpPr>
        <p:spPr bwMode="auto">
          <a:xfrm>
            <a:off x="916781" y="2055691"/>
            <a:ext cx="2279176" cy="416439"/>
          </a:xfrm>
          <a:prstGeom prst="cloud">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wrap="none" anchor="ctr"/>
          <a:lstStyle/>
          <a:p>
            <a:r>
              <a:rPr lang="en-GB" sz="1400" b="1" i="1" dirty="0"/>
              <a:t>Vertex Shader</a:t>
            </a:r>
          </a:p>
        </p:txBody>
      </p:sp>
      <p:sp>
        <p:nvSpPr>
          <p:cNvPr id="49" name="Cloud 48"/>
          <p:cNvSpPr/>
          <p:nvPr/>
        </p:nvSpPr>
        <p:spPr bwMode="auto">
          <a:xfrm>
            <a:off x="903133" y="4477331"/>
            <a:ext cx="2306472" cy="416439"/>
          </a:xfrm>
          <a:prstGeom prst="cloud">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wrap="none" anchor="ctr"/>
          <a:lstStyle/>
          <a:p>
            <a:r>
              <a:rPr lang="en-GB" sz="1400" b="1" i="1" dirty="0"/>
              <a:t>Fragment Shader</a:t>
            </a:r>
          </a:p>
        </p:txBody>
      </p:sp>
    </p:spTree>
    <p:extLst>
      <p:ext uri="{BB962C8B-B14F-4D97-AF65-F5344CB8AC3E}">
        <p14:creationId xmlns:p14="http://schemas.microsoft.com/office/powerpoint/2010/main" val="1481392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Rounded Rectangle 134"/>
          <p:cNvSpPr/>
          <p:nvPr/>
        </p:nvSpPr>
        <p:spPr bwMode="auto">
          <a:xfrm>
            <a:off x="9307875" y="4770770"/>
            <a:ext cx="1800250" cy="288307"/>
          </a:xfrm>
          <a:prstGeom prst="roundRect">
            <a:avLst>
              <a:gd name="adj" fmla="val 0"/>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endParaRPr lang="en-GB" sz="1600" dirty="0">
              <a:solidFill>
                <a:schemeClr val="bg1"/>
              </a:solidFill>
              <a:latin typeface="+mj-lt"/>
            </a:endParaRPr>
          </a:p>
        </p:txBody>
      </p:sp>
      <p:sp>
        <p:nvSpPr>
          <p:cNvPr id="134" name="Rounded Rectangle 133"/>
          <p:cNvSpPr/>
          <p:nvPr/>
        </p:nvSpPr>
        <p:spPr bwMode="auto">
          <a:xfrm>
            <a:off x="9254915" y="4823779"/>
            <a:ext cx="1800250" cy="288307"/>
          </a:xfrm>
          <a:prstGeom prst="roundRect">
            <a:avLst>
              <a:gd name="adj" fmla="val 0"/>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mj-lt"/>
              </a:rPr>
              <a:t>Color </a:t>
            </a:r>
            <a:r>
              <a:rPr lang="en-GB" dirty="0">
                <a:solidFill>
                  <a:schemeClr val="bg1"/>
                </a:solidFill>
                <a:latin typeface="+mj-lt"/>
              </a:rPr>
              <a:t>Value</a:t>
            </a:r>
            <a:endParaRPr lang="en-GB" sz="1600" dirty="0">
              <a:solidFill>
                <a:schemeClr val="bg1"/>
              </a:solidFill>
              <a:latin typeface="+mj-lt"/>
            </a:endParaRPr>
          </a:p>
        </p:txBody>
      </p:sp>
      <p:sp>
        <p:nvSpPr>
          <p:cNvPr id="132" name="Rounded Rectangle 131"/>
          <p:cNvSpPr/>
          <p:nvPr/>
        </p:nvSpPr>
        <p:spPr bwMode="auto">
          <a:xfrm>
            <a:off x="9182905" y="4895855"/>
            <a:ext cx="1800250" cy="288307"/>
          </a:xfrm>
          <a:prstGeom prst="roundRect">
            <a:avLst>
              <a:gd name="adj" fmla="val 0"/>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mj-lt"/>
              </a:rPr>
              <a:t>Color </a:t>
            </a:r>
            <a:r>
              <a:rPr lang="en-GB" dirty="0">
                <a:solidFill>
                  <a:schemeClr val="bg1"/>
                </a:solidFill>
                <a:latin typeface="+mj-lt"/>
              </a:rPr>
              <a:t>Value</a:t>
            </a:r>
            <a:endParaRPr lang="en-GB" sz="1600" dirty="0">
              <a:solidFill>
                <a:schemeClr val="bg1"/>
              </a:solidFill>
              <a:latin typeface="+mj-lt"/>
            </a:endParaRPr>
          </a:p>
        </p:txBody>
      </p:sp>
      <p:sp>
        <p:nvSpPr>
          <p:cNvPr id="5" name="Content Placeholder 4"/>
          <p:cNvSpPr>
            <a:spLocks noGrp="1"/>
          </p:cNvSpPr>
          <p:nvPr>
            <p:ph sz="half" idx="1"/>
          </p:nvPr>
        </p:nvSpPr>
        <p:spPr>
          <a:xfrm>
            <a:off x="483865" y="1066800"/>
            <a:ext cx="11154300" cy="5053200"/>
          </a:xfrm>
        </p:spPr>
        <p:txBody>
          <a:bodyPr/>
          <a:lstStyle/>
          <a:p>
            <a:pPr marL="0" indent="0">
              <a:lnSpc>
                <a:spcPct val="150000"/>
              </a:lnSpc>
              <a:buNone/>
            </a:pPr>
            <a:r>
              <a:rPr lang="en-GB" dirty="0"/>
              <a:t>Additional pipeline stages, but fundamentally running on the same hardware</a:t>
            </a:r>
          </a:p>
          <a:p>
            <a:pPr lvl="1">
              <a:lnSpc>
                <a:spcPct val="150000"/>
              </a:lnSpc>
            </a:pPr>
            <a:r>
              <a:rPr lang="en-GB" dirty="0"/>
              <a:t>Some minor hardware additions such as tessellator units, but no major architectural shift</a:t>
            </a:r>
          </a:p>
        </p:txBody>
      </p:sp>
      <p:sp>
        <p:nvSpPr>
          <p:cNvPr id="2" name="Title 1"/>
          <p:cNvSpPr>
            <a:spLocks noGrp="1"/>
          </p:cNvSpPr>
          <p:nvPr>
            <p:ph type="title"/>
          </p:nvPr>
        </p:nvSpPr>
        <p:spPr/>
        <p:txBody>
          <a:bodyPr>
            <a:normAutofit/>
          </a:bodyPr>
          <a:lstStyle/>
          <a:p>
            <a:r>
              <a:rPr lang="en-GB" dirty="0"/>
              <a:t>GPU Hardware Generation 5 </a:t>
            </a:r>
            <a:endParaRPr lang="en-GB" dirty="0">
              <a:highlight>
                <a:srgbClr val="FF6B00"/>
              </a:highlight>
            </a:endParaRPr>
          </a:p>
        </p:txBody>
      </p:sp>
      <p:sp>
        <p:nvSpPr>
          <p:cNvPr id="13" name="Rounded Rectangle 12"/>
          <p:cNvSpPr/>
          <p:nvPr/>
        </p:nvSpPr>
        <p:spPr bwMode="auto">
          <a:xfrm>
            <a:off x="9120420" y="4958398"/>
            <a:ext cx="1800250" cy="288307"/>
          </a:xfrm>
          <a:prstGeom prst="roundRect">
            <a:avLst>
              <a:gd name="adj" fmla="val 0"/>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mj-lt"/>
              </a:rPr>
              <a:t>Color </a:t>
            </a:r>
            <a:r>
              <a:rPr lang="en-GB" dirty="0">
                <a:solidFill>
                  <a:schemeClr val="bg1"/>
                </a:solidFill>
                <a:latin typeface="+mj-lt"/>
              </a:rPr>
              <a:t>Value</a:t>
            </a:r>
            <a:endParaRPr lang="en-GB" sz="1600" dirty="0">
              <a:solidFill>
                <a:schemeClr val="bg1"/>
              </a:solidFill>
              <a:latin typeface="+mj-lt"/>
            </a:endParaRPr>
          </a:p>
        </p:txBody>
      </p:sp>
      <p:cxnSp>
        <p:nvCxnSpPr>
          <p:cNvPr id="14" name="Straight Arrow Connector 13"/>
          <p:cNvCxnSpPr>
            <a:stCxn id="6" idx="3"/>
            <a:endCxn id="7" idx="1"/>
          </p:cNvCxnSpPr>
          <p:nvPr/>
        </p:nvCxnSpPr>
        <p:spPr bwMode="auto">
          <a:xfrm>
            <a:off x="5735950" y="2796095"/>
            <a:ext cx="792110" cy="0"/>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17" name="Straight Arrow Connector 16"/>
          <p:cNvCxnSpPr>
            <a:stCxn id="7" idx="3"/>
            <a:endCxn id="9" idx="1"/>
          </p:cNvCxnSpPr>
          <p:nvPr/>
        </p:nvCxnSpPr>
        <p:spPr bwMode="auto">
          <a:xfrm>
            <a:off x="8328310" y="2796095"/>
            <a:ext cx="792110" cy="0"/>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30" name="Straight Arrow Connector 29"/>
          <p:cNvCxnSpPr>
            <a:stCxn id="10" idx="3"/>
            <a:endCxn id="12" idx="1"/>
          </p:cNvCxnSpPr>
          <p:nvPr/>
        </p:nvCxnSpPr>
        <p:spPr bwMode="auto">
          <a:xfrm>
            <a:off x="5735950" y="5390858"/>
            <a:ext cx="792110" cy="0"/>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sp>
        <p:nvSpPr>
          <p:cNvPr id="28" name="Rounded Rectangle 27"/>
          <p:cNvSpPr/>
          <p:nvPr/>
        </p:nvSpPr>
        <p:spPr bwMode="auto">
          <a:xfrm>
            <a:off x="9120420" y="5246705"/>
            <a:ext cx="1800250" cy="288307"/>
          </a:xfrm>
          <a:prstGeom prst="roundRect">
            <a:avLst>
              <a:gd name="adj" fmla="val 0"/>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mj-lt"/>
              </a:rPr>
              <a:t>Depth Value</a:t>
            </a:r>
          </a:p>
        </p:txBody>
      </p:sp>
      <p:sp>
        <p:nvSpPr>
          <p:cNvPr id="32" name="Rounded Rectangle 31"/>
          <p:cNvSpPr/>
          <p:nvPr/>
        </p:nvSpPr>
        <p:spPr bwMode="auto">
          <a:xfrm>
            <a:off x="9120420" y="5535012"/>
            <a:ext cx="1800250" cy="288307"/>
          </a:xfrm>
          <a:prstGeom prst="roundRect">
            <a:avLst>
              <a:gd name="adj" fmla="val 0"/>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mj-lt"/>
              </a:rPr>
              <a:t>Stencil Value</a:t>
            </a:r>
          </a:p>
        </p:txBody>
      </p:sp>
      <p:cxnSp>
        <p:nvCxnSpPr>
          <p:cNvPr id="111" name="Elbow Connector 110"/>
          <p:cNvCxnSpPr>
            <a:stCxn id="12" idx="3"/>
            <a:endCxn id="13" idx="1"/>
          </p:cNvCxnSpPr>
          <p:nvPr/>
        </p:nvCxnSpPr>
        <p:spPr bwMode="auto">
          <a:xfrm flipV="1">
            <a:off x="8328310" y="5102552"/>
            <a:ext cx="792110" cy="288307"/>
          </a:xfrm>
          <a:prstGeom prst="bentConnector3">
            <a:avLst>
              <a:gd name="adj1" fmla="val 50000"/>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130" name="Straight Arrow Connector 129"/>
          <p:cNvCxnSpPr>
            <a:stCxn id="12" idx="3"/>
            <a:endCxn id="28" idx="1"/>
          </p:cNvCxnSpPr>
          <p:nvPr/>
        </p:nvCxnSpPr>
        <p:spPr bwMode="auto">
          <a:xfrm>
            <a:off x="8328310" y="5390858"/>
            <a:ext cx="792110" cy="0"/>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133" name="Elbow Connector 132"/>
          <p:cNvCxnSpPr>
            <a:stCxn id="12" idx="3"/>
            <a:endCxn id="32" idx="1"/>
          </p:cNvCxnSpPr>
          <p:nvPr/>
        </p:nvCxnSpPr>
        <p:spPr bwMode="auto">
          <a:xfrm>
            <a:off x="8328310" y="5390859"/>
            <a:ext cx="792110" cy="288307"/>
          </a:xfrm>
          <a:prstGeom prst="bentConnector3">
            <a:avLst>
              <a:gd name="adj1" fmla="val 50000"/>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76" name="Straight Arrow Connector 75"/>
          <p:cNvCxnSpPr>
            <a:stCxn id="74" idx="2"/>
            <a:endCxn id="73" idx="0"/>
          </p:cNvCxnSpPr>
          <p:nvPr/>
        </p:nvCxnSpPr>
        <p:spPr bwMode="auto">
          <a:xfrm>
            <a:off x="2243467" y="4453860"/>
            <a:ext cx="1" cy="576614"/>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77" name="Straight Arrow Connector 76"/>
          <p:cNvCxnSpPr>
            <a:stCxn id="75" idx="1"/>
            <a:endCxn id="80" idx="3"/>
          </p:cNvCxnSpPr>
          <p:nvPr/>
        </p:nvCxnSpPr>
        <p:spPr bwMode="auto">
          <a:xfrm flipH="1">
            <a:off x="5735950" y="4093476"/>
            <a:ext cx="792110" cy="0"/>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89" name="Straight Arrow Connector 88"/>
          <p:cNvCxnSpPr>
            <a:stCxn id="9" idx="2"/>
            <a:endCxn id="99" idx="0"/>
          </p:cNvCxnSpPr>
          <p:nvPr/>
        </p:nvCxnSpPr>
        <p:spPr bwMode="auto">
          <a:xfrm>
            <a:off x="10020545" y="3156479"/>
            <a:ext cx="0" cy="576614"/>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92" name="Straight Arrow Connector 91"/>
          <p:cNvCxnSpPr>
            <a:stCxn id="73" idx="3"/>
            <a:endCxn id="10" idx="1"/>
          </p:cNvCxnSpPr>
          <p:nvPr/>
        </p:nvCxnSpPr>
        <p:spPr bwMode="auto">
          <a:xfrm>
            <a:off x="3143591" y="5390858"/>
            <a:ext cx="792108" cy="0"/>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95" name="Straight Arrow Connector 94"/>
          <p:cNvCxnSpPr>
            <a:stCxn id="80" idx="1"/>
            <a:endCxn id="74" idx="3"/>
          </p:cNvCxnSpPr>
          <p:nvPr/>
        </p:nvCxnSpPr>
        <p:spPr bwMode="auto">
          <a:xfrm flipH="1">
            <a:off x="3143590" y="4093476"/>
            <a:ext cx="792110" cy="0"/>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98" name="Straight Arrow Connector 97"/>
          <p:cNvCxnSpPr>
            <a:stCxn id="99" idx="1"/>
            <a:endCxn id="75" idx="3"/>
          </p:cNvCxnSpPr>
          <p:nvPr/>
        </p:nvCxnSpPr>
        <p:spPr bwMode="auto">
          <a:xfrm flipH="1">
            <a:off x="8328310" y="4093476"/>
            <a:ext cx="792110" cy="0"/>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sp>
        <p:nvSpPr>
          <p:cNvPr id="129" name="Rounded Rectangle 128"/>
          <p:cNvSpPr/>
          <p:nvPr/>
        </p:nvSpPr>
        <p:spPr bwMode="auto">
          <a:xfrm>
            <a:off x="1343342" y="2435713"/>
            <a:ext cx="1800251" cy="720767"/>
          </a:xfrm>
          <a:prstGeom prst="roundRect">
            <a:avLst>
              <a:gd name="adj" fmla="val 0"/>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mj-lt"/>
              </a:rPr>
              <a:t>Compute</a:t>
            </a:r>
            <a:br>
              <a:rPr lang="en-GB" sz="1600" dirty="0">
                <a:solidFill>
                  <a:schemeClr val="bg1"/>
                </a:solidFill>
                <a:latin typeface="+mj-lt"/>
              </a:rPr>
            </a:br>
            <a:r>
              <a:rPr lang="en-GB" sz="1600" dirty="0">
                <a:solidFill>
                  <a:schemeClr val="bg1"/>
                </a:solidFill>
                <a:latin typeface="+mj-lt"/>
              </a:rPr>
              <a:t>Processing</a:t>
            </a:r>
          </a:p>
        </p:txBody>
      </p:sp>
      <p:sp>
        <p:nvSpPr>
          <p:cNvPr id="6" name="Rounded Rectangle 5"/>
          <p:cNvSpPr/>
          <p:nvPr/>
        </p:nvSpPr>
        <p:spPr bwMode="auto">
          <a:xfrm>
            <a:off x="3935701" y="2435713"/>
            <a:ext cx="1800251" cy="720767"/>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mj-lt"/>
              </a:rPr>
              <a:t>Vertex</a:t>
            </a:r>
            <a:br>
              <a:rPr lang="en-GB" sz="1600" dirty="0">
                <a:solidFill>
                  <a:schemeClr val="bg1"/>
                </a:solidFill>
                <a:latin typeface="+mj-lt"/>
              </a:rPr>
            </a:br>
            <a:r>
              <a:rPr lang="en-GB" dirty="0">
                <a:solidFill>
                  <a:schemeClr val="bg1"/>
                </a:solidFill>
                <a:latin typeface="+mj-lt"/>
              </a:rPr>
              <a:t>Processing</a:t>
            </a:r>
            <a:endParaRPr lang="en-GB" sz="1600" dirty="0">
              <a:solidFill>
                <a:schemeClr val="bg1"/>
              </a:solidFill>
              <a:latin typeface="+mj-lt"/>
            </a:endParaRPr>
          </a:p>
        </p:txBody>
      </p:sp>
      <p:sp>
        <p:nvSpPr>
          <p:cNvPr id="7" name="Rounded Rectangle 6"/>
          <p:cNvSpPr/>
          <p:nvPr/>
        </p:nvSpPr>
        <p:spPr bwMode="auto">
          <a:xfrm>
            <a:off x="6528060" y="2435713"/>
            <a:ext cx="1800250" cy="720767"/>
          </a:xfrm>
          <a:prstGeom prst="roundRect">
            <a:avLst>
              <a:gd name="adj" fmla="val 0"/>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mj-lt"/>
              </a:rPr>
              <a:t>Primitive </a:t>
            </a:r>
            <a:br>
              <a:rPr lang="en-GB" sz="1600" dirty="0">
                <a:solidFill>
                  <a:schemeClr val="bg1"/>
                </a:solidFill>
                <a:latin typeface="+mj-lt"/>
              </a:rPr>
            </a:br>
            <a:r>
              <a:rPr lang="en-GB" sz="1600" dirty="0">
                <a:solidFill>
                  <a:schemeClr val="bg1"/>
                </a:solidFill>
                <a:latin typeface="+mj-lt"/>
              </a:rPr>
              <a:t>Assembly A</a:t>
            </a:r>
          </a:p>
        </p:txBody>
      </p:sp>
      <p:sp>
        <p:nvSpPr>
          <p:cNvPr id="9" name="Rounded Rectangle 8"/>
          <p:cNvSpPr/>
          <p:nvPr/>
        </p:nvSpPr>
        <p:spPr bwMode="auto">
          <a:xfrm>
            <a:off x="9120420" y="2435713"/>
            <a:ext cx="1800250" cy="720767"/>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mj-lt"/>
              </a:rPr>
              <a:t>Tessellation</a:t>
            </a:r>
            <a:br>
              <a:rPr lang="en-GB" dirty="0">
                <a:solidFill>
                  <a:schemeClr val="bg1"/>
                </a:solidFill>
                <a:latin typeface="+mj-lt"/>
              </a:rPr>
            </a:br>
            <a:r>
              <a:rPr lang="en-GB" dirty="0">
                <a:solidFill>
                  <a:schemeClr val="bg1"/>
                </a:solidFill>
                <a:latin typeface="+mj-lt"/>
              </a:rPr>
              <a:t>Control</a:t>
            </a:r>
            <a:endParaRPr lang="en-GB" sz="1600" dirty="0">
              <a:solidFill>
                <a:schemeClr val="bg1"/>
              </a:solidFill>
              <a:latin typeface="+mj-lt"/>
            </a:endParaRPr>
          </a:p>
        </p:txBody>
      </p:sp>
      <p:sp>
        <p:nvSpPr>
          <p:cNvPr id="10" name="Rounded Rectangle 9"/>
          <p:cNvSpPr/>
          <p:nvPr/>
        </p:nvSpPr>
        <p:spPr bwMode="auto">
          <a:xfrm>
            <a:off x="3935701" y="5030475"/>
            <a:ext cx="1800251" cy="720767"/>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mj-lt"/>
              </a:rPr>
              <a:t>Fragment</a:t>
            </a:r>
            <a:br>
              <a:rPr lang="en-GB" dirty="0">
                <a:solidFill>
                  <a:schemeClr val="bg1"/>
                </a:solidFill>
                <a:latin typeface="+mj-lt"/>
              </a:rPr>
            </a:br>
            <a:r>
              <a:rPr lang="en-GB" dirty="0">
                <a:solidFill>
                  <a:schemeClr val="bg1"/>
                </a:solidFill>
                <a:latin typeface="+mj-lt"/>
              </a:rPr>
              <a:t>Processing</a:t>
            </a:r>
            <a:endParaRPr lang="en-GB" sz="1600" dirty="0">
              <a:solidFill>
                <a:schemeClr val="bg1"/>
              </a:solidFill>
              <a:latin typeface="+mj-lt"/>
            </a:endParaRPr>
          </a:p>
        </p:txBody>
      </p:sp>
      <p:sp>
        <p:nvSpPr>
          <p:cNvPr id="12" name="Rounded Rectangle 11"/>
          <p:cNvSpPr/>
          <p:nvPr/>
        </p:nvSpPr>
        <p:spPr bwMode="auto">
          <a:xfrm>
            <a:off x="6528060" y="5030475"/>
            <a:ext cx="1800250" cy="720767"/>
          </a:xfrm>
          <a:prstGeom prst="roundRect">
            <a:avLst>
              <a:gd name="adj" fmla="val 0"/>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mj-lt"/>
              </a:rPr>
              <a:t>Fragment</a:t>
            </a:r>
            <a:r>
              <a:rPr lang="en-GB" dirty="0">
                <a:solidFill>
                  <a:schemeClr val="bg1"/>
                </a:solidFill>
                <a:latin typeface="+mj-lt"/>
              </a:rPr>
              <a:t> Operations</a:t>
            </a:r>
            <a:endParaRPr lang="en-GB" sz="1600" dirty="0">
              <a:solidFill>
                <a:schemeClr val="bg1"/>
              </a:solidFill>
              <a:latin typeface="+mj-lt"/>
            </a:endParaRPr>
          </a:p>
        </p:txBody>
      </p:sp>
      <p:sp>
        <p:nvSpPr>
          <p:cNvPr id="73" name="Rounded Rectangle 72"/>
          <p:cNvSpPr/>
          <p:nvPr/>
        </p:nvSpPr>
        <p:spPr bwMode="auto">
          <a:xfrm>
            <a:off x="1343342" y="5030475"/>
            <a:ext cx="1800251" cy="720767"/>
          </a:xfrm>
          <a:prstGeom prst="roundRect">
            <a:avLst>
              <a:gd name="adj" fmla="val 0"/>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mj-lt"/>
              </a:rPr>
              <a:t>Rasterizer</a:t>
            </a:r>
          </a:p>
        </p:txBody>
      </p:sp>
      <p:sp>
        <p:nvSpPr>
          <p:cNvPr id="74" name="Rounded Rectangle 73"/>
          <p:cNvSpPr/>
          <p:nvPr/>
        </p:nvSpPr>
        <p:spPr bwMode="auto">
          <a:xfrm>
            <a:off x="1343340" y="3733094"/>
            <a:ext cx="1800250" cy="720767"/>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mj-lt"/>
              </a:rPr>
              <a:t>Geometry</a:t>
            </a:r>
            <a:br>
              <a:rPr lang="en-GB" sz="1600" dirty="0">
                <a:solidFill>
                  <a:schemeClr val="bg1"/>
                </a:solidFill>
                <a:latin typeface="+mj-lt"/>
              </a:rPr>
            </a:br>
            <a:r>
              <a:rPr lang="en-GB" sz="1600" dirty="0">
                <a:solidFill>
                  <a:schemeClr val="bg1"/>
                </a:solidFill>
                <a:latin typeface="+mj-lt"/>
              </a:rPr>
              <a:t>Processing</a:t>
            </a:r>
          </a:p>
        </p:txBody>
      </p:sp>
      <p:sp>
        <p:nvSpPr>
          <p:cNvPr id="75" name="Rounded Rectangle 74"/>
          <p:cNvSpPr/>
          <p:nvPr/>
        </p:nvSpPr>
        <p:spPr bwMode="auto">
          <a:xfrm>
            <a:off x="6528060" y="3733094"/>
            <a:ext cx="1800250" cy="720767"/>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mj-lt"/>
              </a:rPr>
              <a:t>Tessellation</a:t>
            </a:r>
            <a:br>
              <a:rPr lang="en-GB" dirty="0">
                <a:solidFill>
                  <a:schemeClr val="bg1"/>
                </a:solidFill>
                <a:latin typeface="+mj-lt"/>
              </a:rPr>
            </a:br>
            <a:r>
              <a:rPr lang="en-GB" dirty="0">
                <a:solidFill>
                  <a:schemeClr val="bg1"/>
                </a:solidFill>
                <a:latin typeface="+mj-lt"/>
              </a:rPr>
              <a:t>Evaluation</a:t>
            </a:r>
            <a:endParaRPr lang="en-GB" sz="1600" dirty="0">
              <a:solidFill>
                <a:schemeClr val="bg1"/>
              </a:solidFill>
              <a:latin typeface="+mj-lt"/>
            </a:endParaRPr>
          </a:p>
        </p:txBody>
      </p:sp>
      <p:sp>
        <p:nvSpPr>
          <p:cNvPr id="80" name="Rounded Rectangle 79"/>
          <p:cNvSpPr/>
          <p:nvPr/>
        </p:nvSpPr>
        <p:spPr bwMode="auto">
          <a:xfrm>
            <a:off x="3935700" y="3733094"/>
            <a:ext cx="1800250" cy="720767"/>
          </a:xfrm>
          <a:prstGeom prst="roundRect">
            <a:avLst>
              <a:gd name="adj" fmla="val 0"/>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mj-lt"/>
              </a:rPr>
              <a:t>Primitive </a:t>
            </a:r>
            <a:br>
              <a:rPr lang="en-GB" sz="1600" dirty="0">
                <a:solidFill>
                  <a:schemeClr val="bg1"/>
                </a:solidFill>
                <a:latin typeface="+mj-lt"/>
              </a:rPr>
            </a:br>
            <a:r>
              <a:rPr lang="en-GB" sz="1600" dirty="0">
                <a:solidFill>
                  <a:schemeClr val="bg1"/>
                </a:solidFill>
                <a:latin typeface="+mj-lt"/>
              </a:rPr>
              <a:t>Assembly B</a:t>
            </a:r>
          </a:p>
        </p:txBody>
      </p:sp>
      <p:sp>
        <p:nvSpPr>
          <p:cNvPr id="99" name="Rounded Rectangle 98"/>
          <p:cNvSpPr/>
          <p:nvPr/>
        </p:nvSpPr>
        <p:spPr bwMode="auto">
          <a:xfrm>
            <a:off x="9120420" y="3733094"/>
            <a:ext cx="1800250" cy="720767"/>
          </a:xfrm>
          <a:prstGeom prst="roundRect">
            <a:avLst>
              <a:gd name="adj" fmla="val 0"/>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dirty="0">
                <a:solidFill>
                  <a:schemeClr val="bg1"/>
                </a:solidFill>
                <a:latin typeface="+mj-lt"/>
              </a:rPr>
              <a:t>Tessellator</a:t>
            </a:r>
            <a:endParaRPr lang="en-GB" sz="1600" dirty="0">
              <a:solidFill>
                <a:schemeClr val="bg1"/>
              </a:solidFill>
              <a:latin typeface="+mj-lt"/>
            </a:endParaRPr>
          </a:p>
        </p:txBody>
      </p:sp>
    </p:spTree>
    <p:extLst>
      <p:ext uri="{BB962C8B-B14F-4D97-AF65-F5344CB8AC3E}">
        <p14:creationId xmlns:p14="http://schemas.microsoft.com/office/powerpoint/2010/main" val="374637585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Content Placeholder 2"/>
          <p:cNvSpPr>
            <a:spLocks noGrp="1"/>
          </p:cNvSpPr>
          <p:nvPr>
            <p:ph sz="half" idx="1"/>
          </p:nvPr>
        </p:nvSpPr>
        <p:spPr>
          <a:xfrm>
            <a:off x="533400" y="1233380"/>
            <a:ext cx="10744200" cy="2250425"/>
          </a:xfrm>
        </p:spPr>
        <p:txBody>
          <a:bodyPr/>
          <a:lstStyle/>
          <a:p>
            <a:pPr marL="0" indent="0">
              <a:buNone/>
            </a:pPr>
            <a:r>
              <a:rPr lang="en-GB" sz="2000" dirty="0"/>
              <a:t>Mali-200 and Mali-400 have different shader cores for vertex shading and fragment shading:</a:t>
            </a:r>
          </a:p>
          <a:p>
            <a:pPr lvl="1"/>
            <a:r>
              <a:rPr lang="en-GB" dirty="0"/>
              <a:t>Midgard uses a unified shader core. Why the change?</a:t>
            </a:r>
          </a:p>
          <a:p>
            <a:pPr lvl="1"/>
            <a:endParaRPr lang="en-GB" sz="400" dirty="0"/>
          </a:p>
          <a:p>
            <a:pPr marL="0" indent="0">
              <a:buNone/>
            </a:pPr>
            <a:r>
              <a:rPr lang="en-GB" sz="2000" dirty="0"/>
              <a:t>The main reason is that increased precision requirements for fragment shaders forced the issue:</a:t>
            </a:r>
          </a:p>
          <a:p>
            <a:pPr lvl="1"/>
            <a:r>
              <a:rPr lang="en-GB" dirty="0"/>
              <a:t>When geometry needed fp32 maths and fragment only needed fp16 maths, separate hardware made sense.</a:t>
            </a:r>
          </a:p>
          <a:p>
            <a:pPr lvl="1"/>
            <a:r>
              <a:rPr lang="en-GB" dirty="0"/>
              <a:t>New APIs forced fragment shaders toward fp32, so the need for a separate high-precision core vanished.</a:t>
            </a:r>
          </a:p>
          <a:p>
            <a:pPr lvl="1"/>
            <a:endParaRPr lang="en-GB" sz="400" dirty="0"/>
          </a:p>
          <a:p>
            <a:pPr marL="0" indent="0">
              <a:buNone/>
            </a:pPr>
            <a:r>
              <a:rPr lang="en-GB" sz="2000" dirty="0"/>
              <a:t>Unified cores provide a best-case utilization.  Any core can handle any workload, so are kept busy all the time.</a:t>
            </a:r>
          </a:p>
        </p:txBody>
      </p:sp>
      <p:sp>
        <p:nvSpPr>
          <p:cNvPr id="20482" name="Title 1"/>
          <p:cNvSpPr>
            <a:spLocks noGrp="1"/>
          </p:cNvSpPr>
          <p:nvPr>
            <p:ph type="title"/>
          </p:nvPr>
        </p:nvSpPr>
        <p:spPr/>
        <p:txBody>
          <a:bodyPr>
            <a:normAutofit/>
          </a:bodyPr>
          <a:lstStyle/>
          <a:p>
            <a:r>
              <a:rPr lang="en-GB" dirty="0"/>
              <a:t>Why Go Unified?</a:t>
            </a:r>
          </a:p>
        </p:txBody>
      </p:sp>
      <p:graphicFrame>
        <p:nvGraphicFramePr>
          <p:cNvPr id="7" name="Table 6"/>
          <p:cNvGraphicFramePr>
            <a:graphicFrameLocks noGrp="1"/>
          </p:cNvGraphicFramePr>
          <p:nvPr>
            <p:extLst>
              <p:ext uri="{D42A27DB-BD31-4B8C-83A1-F6EECF244321}">
                <p14:modId xmlns:p14="http://schemas.microsoft.com/office/powerpoint/2010/main" val="594251595"/>
              </p:ext>
            </p:extLst>
          </p:nvPr>
        </p:nvGraphicFramePr>
        <p:xfrm>
          <a:off x="2188017" y="4745895"/>
          <a:ext cx="1440000" cy="2520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0000"/>
                    </a:ext>
                  </a:extLst>
                </a:gridCol>
                <a:gridCol w="3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tblGrid>
              <a:tr h="252000">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569933259"/>
              </p:ext>
            </p:extLst>
          </p:nvPr>
        </p:nvGraphicFramePr>
        <p:xfrm>
          <a:off x="2188017" y="5177955"/>
          <a:ext cx="2880000" cy="2520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0000"/>
                    </a:ext>
                  </a:extLst>
                </a:gridCol>
                <a:gridCol w="3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3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360000">
                  <a:extLst>
                    <a:ext uri="{9D8B030D-6E8A-4147-A177-3AD203B41FA5}">
                      <a16:colId xmlns:a16="http://schemas.microsoft.com/office/drawing/2014/main" val="20006"/>
                    </a:ext>
                  </a:extLst>
                </a:gridCol>
                <a:gridCol w="360000">
                  <a:extLst>
                    <a:ext uri="{9D8B030D-6E8A-4147-A177-3AD203B41FA5}">
                      <a16:colId xmlns:a16="http://schemas.microsoft.com/office/drawing/2014/main" val="20007"/>
                    </a:ext>
                  </a:extLst>
                </a:gridCol>
              </a:tblGrid>
              <a:tr h="252000">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65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65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65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65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bl>
          </a:graphicData>
        </a:graphic>
      </p:graphicFrame>
      <p:sp>
        <p:nvSpPr>
          <p:cNvPr id="9" name="TextBox 8"/>
          <p:cNvSpPr txBox="1"/>
          <p:nvPr/>
        </p:nvSpPr>
        <p:spPr>
          <a:xfrm>
            <a:off x="2188017" y="4529865"/>
            <a:ext cx="1152160" cy="216030"/>
          </a:xfrm>
          <a:prstGeom prst="rect">
            <a:avLst/>
          </a:prstGeom>
        </p:spPr>
        <p:txBody>
          <a:bodyPr vert="horz" wrap="square" lIns="0" tIns="0" rIns="0" bIns="0" rtlCol="0" anchor="t">
            <a:normAutofit/>
          </a:bodyPr>
          <a:lstStyle/>
          <a:p>
            <a:pPr algn="l"/>
            <a:r>
              <a:rPr lang="en-GB" sz="1400" b="1" dirty="0">
                <a:solidFill>
                  <a:schemeClr val="tx1">
                    <a:lumMod val="75000"/>
                    <a:lumOff val="25000"/>
                  </a:schemeClr>
                </a:solidFill>
              </a:rPr>
              <a:t>Vertex</a:t>
            </a:r>
          </a:p>
        </p:txBody>
      </p:sp>
      <p:sp>
        <p:nvSpPr>
          <p:cNvPr id="10" name="TextBox 9"/>
          <p:cNvSpPr txBox="1"/>
          <p:nvPr/>
        </p:nvSpPr>
        <p:spPr>
          <a:xfrm>
            <a:off x="2188017" y="4993824"/>
            <a:ext cx="1152160" cy="216030"/>
          </a:xfrm>
          <a:prstGeom prst="rect">
            <a:avLst/>
          </a:prstGeom>
        </p:spPr>
        <p:txBody>
          <a:bodyPr vert="horz" wrap="square" lIns="0" tIns="0" rIns="0" bIns="0" rtlCol="0" anchor="t">
            <a:normAutofit/>
          </a:bodyPr>
          <a:lstStyle/>
          <a:p>
            <a:pPr algn="l"/>
            <a:r>
              <a:rPr lang="en-GB" sz="1400" b="1" dirty="0">
                <a:solidFill>
                  <a:schemeClr val="tx1">
                    <a:lumMod val="75000"/>
                    <a:lumOff val="25000"/>
                  </a:schemeClr>
                </a:solidFill>
              </a:rPr>
              <a:t>Fragment</a:t>
            </a:r>
          </a:p>
        </p:txBody>
      </p:sp>
      <p:graphicFrame>
        <p:nvGraphicFramePr>
          <p:cNvPr id="11" name="Table 10"/>
          <p:cNvGraphicFramePr>
            <a:graphicFrameLocks noGrp="1"/>
          </p:cNvGraphicFramePr>
          <p:nvPr>
            <p:extLst>
              <p:ext uri="{D42A27DB-BD31-4B8C-83A1-F6EECF244321}">
                <p14:modId xmlns:p14="http://schemas.microsoft.com/office/powerpoint/2010/main" val="756312656"/>
              </p:ext>
            </p:extLst>
          </p:nvPr>
        </p:nvGraphicFramePr>
        <p:xfrm>
          <a:off x="2188017" y="5904403"/>
          <a:ext cx="1440000" cy="2520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0000"/>
                    </a:ext>
                  </a:extLst>
                </a:gridCol>
                <a:gridCol w="3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tblGrid>
              <a:tr h="252000">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65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65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4107189211"/>
              </p:ext>
            </p:extLst>
          </p:nvPr>
        </p:nvGraphicFramePr>
        <p:xfrm>
          <a:off x="2188017" y="6330115"/>
          <a:ext cx="2880000" cy="2520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0000"/>
                    </a:ext>
                  </a:extLst>
                </a:gridCol>
                <a:gridCol w="3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3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360000">
                  <a:extLst>
                    <a:ext uri="{9D8B030D-6E8A-4147-A177-3AD203B41FA5}">
                      <a16:colId xmlns:a16="http://schemas.microsoft.com/office/drawing/2014/main" val="20006"/>
                    </a:ext>
                  </a:extLst>
                </a:gridCol>
                <a:gridCol w="360000">
                  <a:extLst>
                    <a:ext uri="{9D8B030D-6E8A-4147-A177-3AD203B41FA5}">
                      <a16:colId xmlns:a16="http://schemas.microsoft.com/office/drawing/2014/main" val="20007"/>
                    </a:ext>
                  </a:extLst>
                </a:gridCol>
              </a:tblGrid>
              <a:tr h="252000">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bl>
          </a:graphicData>
        </a:graphic>
      </p:graphicFrame>
      <p:sp>
        <p:nvSpPr>
          <p:cNvPr id="13" name="TextBox 12"/>
          <p:cNvSpPr txBox="1"/>
          <p:nvPr/>
        </p:nvSpPr>
        <p:spPr>
          <a:xfrm>
            <a:off x="2188017" y="6145984"/>
            <a:ext cx="1152160" cy="216030"/>
          </a:xfrm>
          <a:prstGeom prst="rect">
            <a:avLst/>
          </a:prstGeom>
        </p:spPr>
        <p:txBody>
          <a:bodyPr vert="horz" wrap="square" lIns="0" tIns="0" rIns="0" bIns="0" rtlCol="0" anchor="t">
            <a:normAutofit/>
          </a:bodyPr>
          <a:lstStyle/>
          <a:p>
            <a:pPr algn="l"/>
            <a:r>
              <a:rPr lang="en-GB" sz="1400" b="1" dirty="0">
                <a:solidFill>
                  <a:schemeClr val="tx1">
                    <a:lumMod val="75000"/>
                    <a:lumOff val="25000"/>
                  </a:schemeClr>
                </a:solidFill>
              </a:rPr>
              <a:t>Fragment</a:t>
            </a:r>
          </a:p>
        </p:txBody>
      </p:sp>
      <p:sp>
        <p:nvSpPr>
          <p:cNvPr id="14" name="TextBox 13"/>
          <p:cNvSpPr txBox="1"/>
          <p:nvPr/>
        </p:nvSpPr>
        <p:spPr>
          <a:xfrm>
            <a:off x="2188017" y="5682025"/>
            <a:ext cx="1152160" cy="216030"/>
          </a:xfrm>
          <a:prstGeom prst="rect">
            <a:avLst/>
          </a:prstGeom>
        </p:spPr>
        <p:txBody>
          <a:bodyPr vert="horz" wrap="square" lIns="0" tIns="0" rIns="0" bIns="0" rtlCol="0" anchor="t">
            <a:normAutofit/>
          </a:bodyPr>
          <a:lstStyle/>
          <a:p>
            <a:pPr algn="l"/>
            <a:r>
              <a:rPr lang="en-GB" sz="1400" b="1" dirty="0">
                <a:solidFill>
                  <a:schemeClr val="tx1">
                    <a:lumMod val="75000"/>
                    <a:lumOff val="25000"/>
                  </a:schemeClr>
                </a:solidFill>
              </a:rPr>
              <a:t>Vertex</a:t>
            </a:r>
          </a:p>
        </p:txBody>
      </p:sp>
      <p:sp>
        <p:nvSpPr>
          <p:cNvPr id="15" name="TextBox 14"/>
          <p:cNvSpPr txBox="1"/>
          <p:nvPr/>
        </p:nvSpPr>
        <p:spPr>
          <a:xfrm>
            <a:off x="3484197" y="5193721"/>
            <a:ext cx="1512210" cy="200264"/>
          </a:xfrm>
          <a:prstGeom prst="rect">
            <a:avLst/>
          </a:prstGeom>
        </p:spPr>
        <p:txBody>
          <a:bodyPr vert="horz" wrap="square" lIns="0" tIns="0" rIns="0" bIns="0" rtlCol="0" anchor="ctr">
            <a:noAutofit/>
          </a:bodyPr>
          <a:lstStyle/>
          <a:p>
            <a:r>
              <a:rPr lang="en-GB" sz="1200" b="1" dirty="0">
                <a:solidFill>
                  <a:schemeClr val="tx1">
                    <a:lumMod val="85000"/>
                    <a:lumOff val="15000"/>
                  </a:schemeClr>
                </a:solidFill>
              </a:rPr>
              <a:t>Idle</a:t>
            </a:r>
          </a:p>
        </p:txBody>
      </p:sp>
      <p:sp>
        <p:nvSpPr>
          <p:cNvPr id="16" name="TextBox 15"/>
          <p:cNvSpPr txBox="1"/>
          <p:nvPr/>
        </p:nvSpPr>
        <p:spPr>
          <a:xfrm>
            <a:off x="2548067" y="5913821"/>
            <a:ext cx="1152160" cy="216030"/>
          </a:xfrm>
          <a:prstGeom prst="rect">
            <a:avLst/>
          </a:prstGeom>
        </p:spPr>
        <p:txBody>
          <a:bodyPr vert="horz" wrap="square" lIns="0" tIns="0" rIns="0" bIns="0" rtlCol="0" anchor="ctr">
            <a:normAutofit/>
          </a:bodyPr>
          <a:lstStyle/>
          <a:p>
            <a:r>
              <a:rPr lang="en-GB" sz="1200" b="1" dirty="0">
                <a:solidFill>
                  <a:schemeClr val="tx1">
                    <a:lumMod val="85000"/>
                    <a:lumOff val="15000"/>
                  </a:schemeClr>
                </a:solidFill>
              </a:rPr>
              <a:t>Idle</a:t>
            </a:r>
          </a:p>
        </p:txBody>
      </p:sp>
      <p:graphicFrame>
        <p:nvGraphicFramePr>
          <p:cNvPr id="17" name="Table 16"/>
          <p:cNvGraphicFramePr>
            <a:graphicFrameLocks noGrp="1"/>
          </p:cNvGraphicFramePr>
          <p:nvPr>
            <p:extLst>
              <p:ext uri="{D42A27DB-BD31-4B8C-83A1-F6EECF244321}">
                <p14:modId xmlns:p14="http://schemas.microsoft.com/office/powerpoint/2010/main" val="2640157053"/>
              </p:ext>
            </p:extLst>
          </p:nvPr>
        </p:nvGraphicFramePr>
        <p:xfrm>
          <a:off x="7301027" y="4817905"/>
          <a:ext cx="2160000" cy="5760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0000"/>
                    </a:ext>
                  </a:extLst>
                </a:gridCol>
                <a:gridCol w="3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3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tblGrid>
              <a:tr h="288000">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288000">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50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50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50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1"/>
                  </a:ext>
                </a:extLst>
              </a:tr>
            </a:tbl>
          </a:graphicData>
        </a:graphic>
      </p:graphicFrame>
      <p:sp>
        <p:nvSpPr>
          <p:cNvPr id="18" name="TextBox 17"/>
          <p:cNvSpPr txBox="1"/>
          <p:nvPr/>
        </p:nvSpPr>
        <p:spPr>
          <a:xfrm>
            <a:off x="7301027" y="4601875"/>
            <a:ext cx="1152160" cy="216030"/>
          </a:xfrm>
          <a:prstGeom prst="rect">
            <a:avLst/>
          </a:prstGeom>
        </p:spPr>
        <p:txBody>
          <a:bodyPr vert="horz" wrap="square" lIns="0" tIns="0" rIns="0" bIns="0" rtlCol="0" anchor="t">
            <a:normAutofit/>
          </a:bodyPr>
          <a:lstStyle/>
          <a:p>
            <a:pPr algn="l"/>
            <a:r>
              <a:rPr lang="en-GB" sz="1400" b="1" dirty="0">
                <a:solidFill>
                  <a:schemeClr val="tx1">
                    <a:lumMod val="75000"/>
                    <a:lumOff val="25000"/>
                  </a:schemeClr>
                </a:solidFill>
              </a:rPr>
              <a:t>Unified</a:t>
            </a:r>
          </a:p>
        </p:txBody>
      </p:sp>
      <p:sp>
        <p:nvSpPr>
          <p:cNvPr id="19" name="TextBox 18"/>
          <p:cNvSpPr txBox="1"/>
          <p:nvPr/>
        </p:nvSpPr>
        <p:spPr>
          <a:xfrm>
            <a:off x="7517057" y="4889915"/>
            <a:ext cx="1728240" cy="144020"/>
          </a:xfrm>
          <a:prstGeom prst="rect">
            <a:avLst/>
          </a:prstGeom>
          <a:solidFill>
            <a:schemeClr val="accent1"/>
          </a:solidFill>
        </p:spPr>
        <p:txBody>
          <a:bodyPr vert="horz" wrap="square" lIns="0" tIns="0" rIns="0" bIns="0" rtlCol="0" anchor="ctr">
            <a:noAutofit/>
          </a:bodyPr>
          <a:lstStyle/>
          <a:p>
            <a:r>
              <a:rPr lang="en-GB" sz="1200" b="1" dirty="0">
                <a:solidFill>
                  <a:schemeClr val="bg1"/>
                </a:solidFill>
              </a:rPr>
              <a:t>Vertex</a:t>
            </a:r>
          </a:p>
        </p:txBody>
      </p:sp>
      <p:sp>
        <p:nvSpPr>
          <p:cNvPr id="21" name="TextBox 20"/>
          <p:cNvSpPr txBox="1"/>
          <p:nvPr/>
        </p:nvSpPr>
        <p:spPr>
          <a:xfrm>
            <a:off x="8165147" y="5177955"/>
            <a:ext cx="1224170" cy="144020"/>
          </a:xfrm>
          <a:prstGeom prst="rect">
            <a:avLst/>
          </a:prstGeom>
          <a:solidFill>
            <a:schemeClr val="accent1">
              <a:lumMod val="50000"/>
            </a:schemeClr>
          </a:solidFill>
        </p:spPr>
        <p:txBody>
          <a:bodyPr vert="horz" wrap="square" lIns="0" tIns="0" rIns="0" bIns="0" rtlCol="0" anchor="ctr">
            <a:noAutofit/>
          </a:bodyPr>
          <a:lstStyle/>
          <a:p>
            <a:r>
              <a:rPr lang="en-GB" sz="1200" b="1" dirty="0">
                <a:solidFill>
                  <a:schemeClr val="bg1"/>
                </a:solidFill>
              </a:rPr>
              <a:t>Fragment</a:t>
            </a:r>
          </a:p>
        </p:txBody>
      </p:sp>
      <p:graphicFrame>
        <p:nvGraphicFramePr>
          <p:cNvPr id="22" name="Table 21"/>
          <p:cNvGraphicFramePr>
            <a:graphicFrameLocks noGrp="1"/>
          </p:cNvGraphicFramePr>
          <p:nvPr>
            <p:extLst>
              <p:ext uri="{D42A27DB-BD31-4B8C-83A1-F6EECF244321}">
                <p14:modId xmlns:p14="http://schemas.microsoft.com/office/powerpoint/2010/main" val="4073932695"/>
              </p:ext>
            </p:extLst>
          </p:nvPr>
        </p:nvGraphicFramePr>
        <p:xfrm>
          <a:off x="7301027" y="5970065"/>
          <a:ext cx="2160000" cy="5760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0000"/>
                    </a:ext>
                  </a:extLst>
                </a:gridCol>
                <a:gridCol w="3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3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tblGrid>
              <a:tr h="288000">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75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75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50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50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50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10000"/>
                  </a:ext>
                </a:extLst>
              </a:tr>
              <a:tr h="288000">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50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50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50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50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50000"/>
                      </a:schemeClr>
                    </a:solidFill>
                  </a:tcPr>
                </a:tc>
                <a:tc>
                  <a:txBody>
                    <a:bodyPr/>
                    <a:lstStyle/>
                    <a:p>
                      <a:endParaRPr lang="en-GB" sz="800"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10001"/>
                  </a:ext>
                </a:extLst>
              </a:tr>
            </a:tbl>
          </a:graphicData>
        </a:graphic>
      </p:graphicFrame>
      <p:sp>
        <p:nvSpPr>
          <p:cNvPr id="23" name="TextBox 22"/>
          <p:cNvSpPr txBox="1"/>
          <p:nvPr/>
        </p:nvSpPr>
        <p:spPr>
          <a:xfrm>
            <a:off x="7301027" y="5754035"/>
            <a:ext cx="1152160" cy="216030"/>
          </a:xfrm>
          <a:prstGeom prst="rect">
            <a:avLst/>
          </a:prstGeom>
        </p:spPr>
        <p:txBody>
          <a:bodyPr vert="horz" wrap="square" lIns="0" tIns="0" rIns="0" bIns="0" rtlCol="0" anchor="t">
            <a:normAutofit/>
          </a:bodyPr>
          <a:lstStyle/>
          <a:p>
            <a:pPr algn="l"/>
            <a:r>
              <a:rPr lang="en-GB" sz="1400" b="1" dirty="0">
                <a:solidFill>
                  <a:schemeClr val="tx1">
                    <a:lumMod val="75000"/>
                    <a:lumOff val="25000"/>
                  </a:schemeClr>
                </a:solidFill>
              </a:rPr>
              <a:t>Unified</a:t>
            </a:r>
          </a:p>
        </p:txBody>
      </p:sp>
      <p:sp>
        <p:nvSpPr>
          <p:cNvPr id="24" name="TextBox 23"/>
          <p:cNvSpPr txBox="1"/>
          <p:nvPr/>
        </p:nvSpPr>
        <p:spPr>
          <a:xfrm>
            <a:off x="7373037" y="6042075"/>
            <a:ext cx="576080" cy="144020"/>
          </a:xfrm>
          <a:prstGeom prst="rect">
            <a:avLst/>
          </a:prstGeom>
          <a:solidFill>
            <a:schemeClr val="accent6">
              <a:lumMod val="75000"/>
            </a:schemeClr>
          </a:solidFill>
        </p:spPr>
        <p:txBody>
          <a:bodyPr vert="horz" wrap="square" lIns="0" tIns="0" rIns="0" bIns="0" rtlCol="0" anchor="ctr">
            <a:noAutofit/>
          </a:bodyPr>
          <a:lstStyle/>
          <a:p>
            <a:r>
              <a:rPr lang="en-GB" sz="1200" b="1" dirty="0">
                <a:solidFill>
                  <a:schemeClr val="bg1"/>
                </a:solidFill>
              </a:rPr>
              <a:t>Vertex</a:t>
            </a:r>
          </a:p>
        </p:txBody>
      </p:sp>
      <p:sp>
        <p:nvSpPr>
          <p:cNvPr id="25" name="TextBox 24"/>
          <p:cNvSpPr txBox="1"/>
          <p:nvPr/>
        </p:nvSpPr>
        <p:spPr>
          <a:xfrm>
            <a:off x="7445047" y="6330115"/>
            <a:ext cx="1944270" cy="144020"/>
          </a:xfrm>
          <a:prstGeom prst="rect">
            <a:avLst/>
          </a:prstGeom>
          <a:solidFill>
            <a:schemeClr val="accent6">
              <a:lumMod val="50000"/>
            </a:schemeClr>
          </a:solidFill>
        </p:spPr>
        <p:txBody>
          <a:bodyPr vert="horz" wrap="square" lIns="0" tIns="0" rIns="0" bIns="0" rtlCol="0" anchor="ctr">
            <a:noAutofit/>
          </a:bodyPr>
          <a:lstStyle/>
          <a:p>
            <a:r>
              <a:rPr lang="en-GB" sz="1200" b="1" dirty="0">
                <a:solidFill>
                  <a:schemeClr val="bg1"/>
                </a:solidFill>
              </a:rPr>
              <a:t>Fragment</a:t>
            </a:r>
          </a:p>
        </p:txBody>
      </p:sp>
      <p:sp>
        <p:nvSpPr>
          <p:cNvPr id="27" name="Right Arrow 26"/>
          <p:cNvSpPr/>
          <p:nvPr/>
        </p:nvSpPr>
        <p:spPr>
          <a:xfrm>
            <a:off x="5358878" y="4943080"/>
            <a:ext cx="1728240" cy="360050"/>
          </a:xfrm>
          <a:prstGeom prst="rightArrow">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endParaRPr lang="en-GB" dirty="0"/>
          </a:p>
        </p:txBody>
      </p:sp>
      <p:sp>
        <p:nvSpPr>
          <p:cNvPr id="28" name="Right Arrow 27"/>
          <p:cNvSpPr/>
          <p:nvPr/>
        </p:nvSpPr>
        <p:spPr>
          <a:xfrm>
            <a:off x="5358878" y="6095240"/>
            <a:ext cx="1728240" cy="360050"/>
          </a:xfrm>
          <a:prstGeom prst="rightArrow">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p>
        </p:txBody>
      </p:sp>
      <p:sp>
        <p:nvSpPr>
          <p:cNvPr id="29" name="TextBox 28"/>
          <p:cNvSpPr txBox="1"/>
          <p:nvPr/>
        </p:nvSpPr>
        <p:spPr>
          <a:xfrm>
            <a:off x="8092837" y="6042075"/>
            <a:ext cx="1296180" cy="144020"/>
          </a:xfrm>
          <a:prstGeom prst="rect">
            <a:avLst/>
          </a:prstGeom>
          <a:solidFill>
            <a:schemeClr val="accent6">
              <a:lumMod val="50000"/>
            </a:schemeClr>
          </a:solidFill>
        </p:spPr>
        <p:txBody>
          <a:bodyPr vert="horz" wrap="square" lIns="0" tIns="0" rIns="0" bIns="0" rtlCol="0" anchor="ctr">
            <a:noAutofit/>
          </a:bodyPr>
          <a:lstStyle/>
          <a:p>
            <a:r>
              <a:rPr lang="en-GB" sz="1200" b="1" dirty="0">
                <a:solidFill>
                  <a:schemeClr val="bg1"/>
                </a:solidFill>
              </a:rPr>
              <a:t>Fragment</a:t>
            </a:r>
          </a:p>
        </p:txBody>
      </p:sp>
    </p:spTree>
    <p:extLst>
      <p:ext uri="{BB962C8B-B14F-4D97-AF65-F5344CB8AC3E}">
        <p14:creationId xmlns:p14="http://schemas.microsoft.com/office/powerpoint/2010/main" val="545726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34963" y="913936"/>
            <a:ext cx="11522074" cy="5212544"/>
          </a:xfrm>
        </p:spPr>
        <p:txBody>
          <a:bodyPr>
            <a:noAutofit/>
          </a:bodyPr>
          <a:lstStyle/>
          <a:p>
            <a:pPr marL="0" indent="0">
              <a:lnSpc>
                <a:spcPct val="150000"/>
              </a:lnSpc>
              <a:buNone/>
              <a:defRPr/>
            </a:pPr>
            <a:r>
              <a:rPr lang="en-GB" sz="2000" dirty="0"/>
              <a:t>Tessellation allows high detail models to be used with lower cost:</a:t>
            </a:r>
          </a:p>
          <a:p>
            <a:pPr lvl="1">
              <a:lnSpc>
                <a:spcPct val="150000"/>
              </a:lnSpc>
              <a:defRPr/>
            </a:pPr>
            <a:r>
              <a:rPr lang="en-GB" dirty="0"/>
              <a:t>CPU can work with simpler meshes for animation, physics, etc.</a:t>
            </a:r>
          </a:p>
          <a:p>
            <a:pPr lvl="1">
              <a:lnSpc>
                <a:spcPct val="150000"/>
              </a:lnSpc>
              <a:defRPr/>
            </a:pPr>
            <a:r>
              <a:rPr lang="en-GB" dirty="0"/>
              <a:t>Lower transfer costs over PCIe for card-based GPUs</a:t>
            </a:r>
          </a:p>
          <a:p>
            <a:pPr marL="0" indent="0">
              <a:lnSpc>
                <a:spcPct val="150000"/>
              </a:lnSpc>
              <a:buNone/>
              <a:defRPr/>
            </a:pPr>
            <a:r>
              <a:rPr lang="en-GB" sz="2000" dirty="0"/>
              <a:t>Programmatic subdivision of meshes into higher (or merging into lower) triangle density meshes</a:t>
            </a:r>
          </a:p>
          <a:p>
            <a:pPr>
              <a:lnSpc>
                <a:spcPct val="150000"/>
              </a:lnSpc>
              <a:defRPr/>
            </a:pPr>
            <a:endParaRPr lang="en-GB" sz="2000" dirty="0"/>
          </a:p>
          <a:p>
            <a:pPr>
              <a:lnSpc>
                <a:spcPct val="150000"/>
              </a:lnSpc>
              <a:defRPr/>
            </a:pPr>
            <a:endParaRPr lang="en-GB" sz="2000" dirty="0"/>
          </a:p>
          <a:p>
            <a:pPr lvl="1">
              <a:lnSpc>
                <a:spcPct val="150000"/>
              </a:lnSpc>
              <a:defRPr/>
            </a:pPr>
            <a:r>
              <a:rPr lang="en-GB" dirty="0"/>
              <a:t>Control shader determines how much subdivision to apply to the current triangle patch.</a:t>
            </a:r>
          </a:p>
          <a:p>
            <a:pPr lvl="1">
              <a:lnSpc>
                <a:spcPct val="150000"/>
              </a:lnSpc>
              <a:defRPr/>
            </a:pPr>
            <a:r>
              <a:rPr lang="en-GB" dirty="0"/>
              <a:t>Tessellator (fixed function) creates the new vertices and primitives based on selected level of detail.</a:t>
            </a:r>
          </a:p>
          <a:p>
            <a:pPr lvl="1">
              <a:lnSpc>
                <a:spcPct val="150000"/>
              </a:lnSpc>
              <a:defRPr/>
            </a:pPr>
            <a:r>
              <a:rPr lang="en-GB" dirty="0"/>
              <a:t>Evaluation shader moves the new vertices into position and computes per vertex attributes.</a:t>
            </a:r>
          </a:p>
          <a:p>
            <a:pPr lvl="1">
              <a:lnSpc>
                <a:spcPct val="150000"/>
              </a:lnSpc>
              <a:defRPr/>
            </a:pPr>
            <a:endParaRPr lang="en-GB" dirty="0"/>
          </a:p>
          <a:p>
            <a:pPr>
              <a:lnSpc>
                <a:spcPct val="150000"/>
              </a:lnSpc>
              <a:defRPr/>
            </a:pPr>
            <a:r>
              <a:rPr lang="en-GB" sz="2000" dirty="0"/>
              <a:t>Commonly used for programmatic terrain generation and improving character meshes. </a:t>
            </a:r>
            <a:r>
              <a:rPr lang="en-GB" sz="2000" b="1" dirty="0"/>
              <a:t>Developers are not recommended to do tessellation</a:t>
            </a:r>
          </a:p>
        </p:txBody>
      </p:sp>
      <p:sp>
        <p:nvSpPr>
          <p:cNvPr id="28674" name="Title 1"/>
          <p:cNvSpPr>
            <a:spLocks noGrp="1"/>
          </p:cNvSpPr>
          <p:nvPr>
            <p:ph type="title"/>
          </p:nvPr>
        </p:nvSpPr>
        <p:spPr/>
        <p:txBody>
          <a:bodyPr>
            <a:normAutofit/>
          </a:bodyPr>
          <a:lstStyle/>
          <a:p>
            <a:r>
              <a:rPr lang="en-GB" dirty="0"/>
              <a:t>Tessellation Shaders? </a:t>
            </a:r>
            <a:endParaRPr lang="en-GB" dirty="0">
              <a:highlight>
                <a:srgbClr val="FF6B00"/>
              </a:highlight>
            </a:endParaRPr>
          </a:p>
        </p:txBody>
      </p:sp>
      <p:cxnSp>
        <p:nvCxnSpPr>
          <p:cNvPr id="8" name="Straight Arrow Connector 7"/>
          <p:cNvCxnSpPr>
            <a:stCxn id="10" idx="3"/>
            <a:endCxn id="12" idx="1"/>
          </p:cNvCxnSpPr>
          <p:nvPr/>
        </p:nvCxnSpPr>
        <p:spPr bwMode="auto">
          <a:xfrm flipV="1">
            <a:off x="3575650" y="3244428"/>
            <a:ext cx="1800250" cy="667"/>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9" name="Straight Arrow Connector 8"/>
          <p:cNvCxnSpPr>
            <a:stCxn id="12" idx="3"/>
            <a:endCxn id="11" idx="1"/>
          </p:cNvCxnSpPr>
          <p:nvPr/>
        </p:nvCxnSpPr>
        <p:spPr bwMode="auto">
          <a:xfrm>
            <a:off x="7176150" y="3244428"/>
            <a:ext cx="1800250" cy="667"/>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sp>
        <p:nvSpPr>
          <p:cNvPr id="10" name="Rounded Rectangle 9"/>
          <p:cNvSpPr/>
          <p:nvPr/>
        </p:nvSpPr>
        <p:spPr bwMode="auto">
          <a:xfrm>
            <a:off x="1775400" y="2884711"/>
            <a:ext cx="1800250" cy="720767"/>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Arial" charset="0"/>
              </a:rPr>
              <a:t>Tessellation</a:t>
            </a:r>
            <a:br>
              <a:rPr lang="en-GB" dirty="0">
                <a:solidFill>
                  <a:schemeClr val="bg1"/>
                </a:solidFill>
                <a:latin typeface="Arial" charset="0"/>
              </a:rPr>
            </a:br>
            <a:r>
              <a:rPr lang="en-GB" dirty="0">
                <a:solidFill>
                  <a:schemeClr val="bg1"/>
                </a:solidFill>
                <a:latin typeface="Arial" charset="0"/>
              </a:rPr>
              <a:t>Control</a:t>
            </a:r>
            <a:endParaRPr lang="en-GB" sz="1600" dirty="0">
              <a:solidFill>
                <a:schemeClr val="bg1"/>
              </a:solidFill>
              <a:latin typeface="Arial" charset="0"/>
            </a:endParaRPr>
          </a:p>
        </p:txBody>
      </p:sp>
      <p:sp>
        <p:nvSpPr>
          <p:cNvPr id="11" name="Rounded Rectangle 10"/>
          <p:cNvSpPr/>
          <p:nvPr/>
        </p:nvSpPr>
        <p:spPr bwMode="auto">
          <a:xfrm>
            <a:off x="8976400" y="2884711"/>
            <a:ext cx="1800250" cy="720767"/>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sz="1600" dirty="0">
                <a:solidFill>
                  <a:schemeClr val="bg1"/>
                </a:solidFill>
                <a:latin typeface="Arial" charset="0"/>
              </a:rPr>
              <a:t>Tessellation</a:t>
            </a:r>
            <a:br>
              <a:rPr lang="en-GB" dirty="0">
                <a:solidFill>
                  <a:schemeClr val="bg1"/>
                </a:solidFill>
                <a:latin typeface="Arial" charset="0"/>
              </a:rPr>
            </a:br>
            <a:r>
              <a:rPr lang="en-GB" dirty="0">
                <a:solidFill>
                  <a:schemeClr val="bg1"/>
                </a:solidFill>
                <a:latin typeface="Arial" charset="0"/>
              </a:rPr>
              <a:t>Evaluation</a:t>
            </a:r>
            <a:endParaRPr lang="en-GB" sz="1600" dirty="0">
              <a:solidFill>
                <a:schemeClr val="bg1"/>
              </a:solidFill>
              <a:latin typeface="Arial" charset="0"/>
            </a:endParaRPr>
          </a:p>
        </p:txBody>
      </p:sp>
      <p:sp>
        <p:nvSpPr>
          <p:cNvPr id="12" name="Rounded Rectangle 11"/>
          <p:cNvSpPr/>
          <p:nvPr/>
        </p:nvSpPr>
        <p:spPr bwMode="auto">
          <a:xfrm>
            <a:off x="5375900" y="2884044"/>
            <a:ext cx="1800250" cy="720767"/>
          </a:xfrm>
          <a:prstGeom prst="roundRect">
            <a:avLst>
              <a:gd name="adj" fmla="val 0"/>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36000" tIns="45720" rIns="36000" bIns="45720" numCol="1" rtlCol="0" anchor="ctr" anchorCtr="1" compatLnSpc="1">
            <a:prstTxWarp prst="textNoShape">
              <a:avLst/>
            </a:prstTxWarp>
          </a:bodyPr>
          <a:lstStyle/>
          <a:p>
            <a:pPr algn="ctr">
              <a:spcBef>
                <a:spcPct val="50000"/>
              </a:spcBef>
            </a:pPr>
            <a:r>
              <a:rPr lang="en-GB" dirty="0">
                <a:solidFill>
                  <a:schemeClr val="bg1"/>
                </a:solidFill>
                <a:latin typeface="Arial" charset="0"/>
              </a:rPr>
              <a:t>Tessellator</a:t>
            </a:r>
            <a:endParaRPr lang="en-GB" sz="1600" dirty="0">
              <a:solidFill>
                <a:schemeClr val="bg1"/>
              </a:solidFill>
              <a:latin typeface="Arial" charset="0"/>
            </a:endParaRPr>
          </a:p>
        </p:txBody>
      </p:sp>
    </p:spTree>
    <p:extLst>
      <p:ext uri="{BB962C8B-B14F-4D97-AF65-F5344CB8AC3E}">
        <p14:creationId xmlns:p14="http://schemas.microsoft.com/office/powerpoint/2010/main" val="982522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990600"/>
            <a:ext cx="11154300" cy="4680000"/>
          </a:xfrm>
        </p:spPr>
        <p:txBody>
          <a:bodyPr/>
          <a:lstStyle/>
          <a:p>
            <a:pPr marL="0" indent="0">
              <a:lnSpc>
                <a:spcPct val="150000"/>
              </a:lnSpc>
              <a:buNone/>
            </a:pPr>
            <a:r>
              <a:rPr lang="en-GB" dirty="0"/>
              <a:t>Vertex shaders translate programmer-specified vertices</a:t>
            </a:r>
          </a:p>
          <a:p>
            <a:pPr lvl="1">
              <a:lnSpc>
                <a:spcPct val="150000"/>
              </a:lnSpc>
            </a:pPr>
            <a:r>
              <a:rPr lang="en-GB" dirty="0"/>
              <a:t>One vertex in, one vertex out</a:t>
            </a:r>
          </a:p>
          <a:p>
            <a:pPr lvl="1">
              <a:lnSpc>
                <a:spcPct val="150000"/>
              </a:lnSpc>
            </a:pPr>
            <a:r>
              <a:rPr lang="en-GB" dirty="0"/>
              <a:t>No ability to produce new vertices or destroy vertices</a:t>
            </a:r>
            <a:endParaRPr lang="en-GB" sz="1100" dirty="0"/>
          </a:p>
          <a:p>
            <a:pPr marL="0" indent="0">
              <a:lnSpc>
                <a:spcPct val="150000"/>
              </a:lnSpc>
              <a:buNone/>
            </a:pPr>
            <a:r>
              <a:rPr lang="en-GB" dirty="0"/>
              <a:t>Geometry shaders destroy or emit geometry</a:t>
            </a:r>
          </a:p>
          <a:p>
            <a:pPr lvl="1">
              <a:lnSpc>
                <a:spcPct val="150000"/>
              </a:lnSpc>
            </a:pPr>
            <a:r>
              <a:rPr lang="en-GB" dirty="0"/>
              <a:t>Consume vertices and primitives</a:t>
            </a:r>
          </a:p>
          <a:p>
            <a:pPr lvl="1">
              <a:lnSpc>
                <a:spcPct val="150000"/>
              </a:lnSpc>
            </a:pPr>
            <a:r>
              <a:rPr lang="en-GB" dirty="0"/>
              <a:t>Output zero or more vertices/primitives</a:t>
            </a:r>
          </a:p>
          <a:p>
            <a:pPr lvl="1">
              <a:lnSpc>
                <a:spcPct val="150000"/>
              </a:lnSpc>
            </a:pPr>
            <a:r>
              <a:rPr lang="en-GB" dirty="0"/>
              <a:t>Essentially can add or remove geometry on the fly</a:t>
            </a:r>
            <a:endParaRPr lang="en-GB" sz="1100" dirty="0"/>
          </a:p>
          <a:p>
            <a:pPr marL="0" indent="0">
              <a:lnSpc>
                <a:spcPct val="150000"/>
              </a:lnSpc>
              <a:buNone/>
            </a:pPr>
            <a:r>
              <a:rPr lang="en-GB" dirty="0"/>
              <a:t>Procedural dynamic content creation</a:t>
            </a:r>
          </a:p>
          <a:p>
            <a:pPr lvl="1">
              <a:lnSpc>
                <a:spcPct val="150000"/>
              </a:lnSpc>
            </a:pPr>
            <a:r>
              <a:rPr lang="en-GB" dirty="0"/>
              <a:t>Particle systems</a:t>
            </a:r>
          </a:p>
          <a:p>
            <a:pPr lvl="1">
              <a:lnSpc>
                <a:spcPct val="150000"/>
              </a:lnSpc>
            </a:pPr>
            <a:r>
              <a:rPr lang="en-GB" dirty="0"/>
              <a:t>Shadow volume calculation</a:t>
            </a:r>
          </a:p>
          <a:p>
            <a:pPr lvl="1">
              <a:lnSpc>
                <a:spcPct val="150000"/>
              </a:lnSpc>
            </a:pPr>
            <a:r>
              <a:rPr lang="en-GB" dirty="0"/>
              <a:t>Material configuration</a:t>
            </a:r>
            <a:endParaRPr lang="en-GB" sz="1100" dirty="0"/>
          </a:p>
          <a:p>
            <a:pPr marL="0" indent="0">
              <a:lnSpc>
                <a:spcPct val="150000"/>
              </a:lnSpc>
              <a:buNone/>
            </a:pPr>
            <a:r>
              <a:rPr lang="en-GB" dirty="0"/>
              <a:t>Reduce memory bandwidth from CPU to GPU</a:t>
            </a:r>
          </a:p>
          <a:p>
            <a:pPr lvl="1">
              <a:lnSpc>
                <a:spcPct val="150000"/>
              </a:lnSpc>
            </a:pPr>
            <a:endParaRPr lang="en-GB" dirty="0"/>
          </a:p>
        </p:txBody>
      </p:sp>
      <p:sp>
        <p:nvSpPr>
          <p:cNvPr id="2" name="Title 1"/>
          <p:cNvSpPr>
            <a:spLocks noGrp="1"/>
          </p:cNvSpPr>
          <p:nvPr>
            <p:ph type="title"/>
          </p:nvPr>
        </p:nvSpPr>
        <p:spPr/>
        <p:txBody>
          <a:bodyPr>
            <a:normAutofit/>
          </a:bodyPr>
          <a:lstStyle/>
          <a:p>
            <a:r>
              <a:rPr lang="en-GB" dirty="0"/>
              <a:t>Geometry Processor</a:t>
            </a:r>
          </a:p>
        </p:txBody>
      </p:sp>
    </p:spTree>
    <p:extLst>
      <p:ext uri="{BB962C8B-B14F-4D97-AF65-F5344CB8AC3E}">
        <p14:creationId xmlns:p14="http://schemas.microsoft.com/office/powerpoint/2010/main" val="2818738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457200" y="1143000"/>
            <a:ext cx="11154300" cy="4680000"/>
          </a:xfrm>
        </p:spPr>
        <p:txBody>
          <a:bodyPr/>
          <a:lstStyle/>
          <a:p>
            <a:pPr marL="0" indent="0">
              <a:lnSpc>
                <a:spcPct val="150000"/>
              </a:lnSpc>
              <a:buNone/>
            </a:pPr>
            <a:r>
              <a:rPr lang="en-GB" dirty="0"/>
              <a:t>CPU design is about making a single thread run as fast as possible:</a:t>
            </a:r>
          </a:p>
          <a:p>
            <a:pPr lvl="1">
              <a:lnSpc>
                <a:spcPct val="150000"/>
              </a:lnSpc>
            </a:pPr>
            <a:r>
              <a:rPr lang="en-GB" dirty="0"/>
              <a:t>Pipeline stalls and memory access latency are expensive.</a:t>
            </a:r>
          </a:p>
          <a:p>
            <a:pPr lvl="1">
              <a:lnSpc>
                <a:spcPct val="150000"/>
              </a:lnSpc>
            </a:pPr>
            <a:r>
              <a:rPr lang="en-GB" dirty="0"/>
              <a:t>Increased logic complexity to reduce probability/cost of stalls</a:t>
            </a:r>
          </a:p>
          <a:p>
            <a:pPr lvl="1">
              <a:lnSpc>
                <a:spcPct val="150000"/>
              </a:lnSpc>
            </a:pPr>
            <a:r>
              <a:rPr lang="en-GB" dirty="0"/>
              <a:t>Use of large cache memories to avoid memory misses</a:t>
            </a:r>
          </a:p>
          <a:p>
            <a:pPr marL="0" indent="0">
              <a:lnSpc>
                <a:spcPct val="150000"/>
              </a:lnSpc>
              <a:buNone/>
            </a:pPr>
            <a:r>
              <a:rPr lang="en-GB" dirty="0"/>
              <a:t>GPU design is about maximizing computation throughput:</a:t>
            </a:r>
          </a:p>
          <a:p>
            <a:pPr lvl="1">
              <a:lnSpc>
                <a:spcPct val="150000"/>
              </a:lnSpc>
            </a:pPr>
            <a:r>
              <a:rPr lang="en-GB" dirty="0"/>
              <a:t>Individual thread latency not considered important</a:t>
            </a:r>
          </a:p>
          <a:p>
            <a:pPr lvl="1">
              <a:lnSpc>
                <a:spcPct val="150000"/>
              </a:lnSpc>
            </a:pPr>
            <a:r>
              <a:rPr lang="en-GB" dirty="0"/>
              <a:t>Highly parallelizable problem solving</a:t>
            </a:r>
          </a:p>
          <a:p>
            <a:pPr lvl="2">
              <a:lnSpc>
                <a:spcPct val="150000"/>
              </a:lnSpc>
            </a:pPr>
            <a:r>
              <a:rPr lang="en-GB" dirty="0"/>
              <a:t>Single Instruction Multiple Data </a:t>
            </a:r>
          </a:p>
          <a:p>
            <a:pPr lvl="2">
              <a:lnSpc>
                <a:spcPct val="150000"/>
              </a:lnSpc>
            </a:pPr>
            <a:r>
              <a:rPr lang="en-GB" dirty="0"/>
              <a:t>Single Program Multiple Data </a:t>
            </a:r>
          </a:p>
          <a:p>
            <a:pPr marL="0" indent="0">
              <a:lnSpc>
                <a:spcPct val="150000"/>
              </a:lnSpc>
              <a:buNone/>
            </a:pPr>
            <a:r>
              <a:rPr lang="en-GB" dirty="0"/>
              <a:t>Stream processing</a:t>
            </a:r>
          </a:p>
          <a:p>
            <a:pPr lvl="1">
              <a:lnSpc>
                <a:spcPct val="150000"/>
              </a:lnSpc>
            </a:pPr>
            <a:r>
              <a:rPr lang="en-GB" dirty="0"/>
              <a:t>Read-only inputs and write-only outputs</a:t>
            </a:r>
          </a:p>
          <a:p>
            <a:pPr lvl="1">
              <a:lnSpc>
                <a:spcPct val="150000"/>
              </a:lnSpc>
            </a:pPr>
            <a:r>
              <a:rPr lang="en-GB" dirty="0"/>
              <a:t>Each stream task is computationally independent.</a:t>
            </a:r>
          </a:p>
          <a:p>
            <a:endParaRPr lang="en-GB" dirty="0"/>
          </a:p>
        </p:txBody>
      </p:sp>
      <p:sp>
        <p:nvSpPr>
          <p:cNvPr id="4" name="Title 3"/>
          <p:cNvSpPr>
            <a:spLocks noGrp="1"/>
          </p:cNvSpPr>
          <p:nvPr>
            <p:ph type="title"/>
          </p:nvPr>
        </p:nvSpPr>
        <p:spPr/>
        <p:txBody>
          <a:bodyPr>
            <a:normAutofit/>
          </a:bodyPr>
          <a:lstStyle/>
          <a:p>
            <a:r>
              <a:rPr lang="en-GB" dirty="0"/>
              <a:t>GPU Architecture Design Principles</a:t>
            </a:r>
            <a:r>
              <a:rPr lang="en-GB"/>
              <a:t>: Overview</a:t>
            </a:r>
            <a:endParaRPr lang="en-GB" dirty="0"/>
          </a:p>
        </p:txBody>
      </p:sp>
    </p:spTree>
    <p:extLst>
      <p:ext uri="{BB962C8B-B14F-4D97-AF65-F5344CB8AC3E}">
        <p14:creationId xmlns:p14="http://schemas.microsoft.com/office/powerpoint/2010/main" val="228367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sz="half" idx="1"/>
          </p:nvPr>
        </p:nvSpPr>
        <p:spPr>
          <a:xfrm>
            <a:off x="457200" y="1143000"/>
            <a:ext cx="11154300" cy="4680000"/>
          </a:xfrm>
        </p:spPr>
        <p:txBody>
          <a:bodyPr/>
          <a:lstStyle/>
          <a:p>
            <a:pPr marL="0" indent="0">
              <a:lnSpc>
                <a:spcPct val="150000"/>
              </a:lnSpc>
              <a:buNone/>
            </a:pPr>
            <a:r>
              <a:rPr lang="en-GB" dirty="0"/>
              <a:t>Design optimized for overall throughput</a:t>
            </a:r>
            <a:endParaRPr lang="en-GB" sz="1400" dirty="0"/>
          </a:p>
          <a:p>
            <a:pPr marL="0" indent="0">
              <a:lnSpc>
                <a:spcPct val="150000"/>
              </a:lnSpc>
              <a:buNone/>
            </a:pPr>
            <a:r>
              <a:rPr lang="en-GB" dirty="0"/>
              <a:t>Power-efficient system</a:t>
            </a:r>
          </a:p>
          <a:p>
            <a:pPr lvl="1">
              <a:lnSpc>
                <a:spcPct val="150000"/>
              </a:lnSpc>
            </a:pPr>
            <a:r>
              <a:rPr lang="en-GB" dirty="0"/>
              <a:t>A number of relatively simple programmable cores</a:t>
            </a:r>
          </a:p>
          <a:p>
            <a:pPr lvl="1">
              <a:lnSpc>
                <a:spcPct val="150000"/>
              </a:lnSpc>
            </a:pPr>
            <a:r>
              <a:rPr lang="en-GB" dirty="0"/>
              <a:t>Supporting fixed-function hardware for some graphic tasks</a:t>
            </a:r>
            <a:endParaRPr lang="en-GB" sz="1400" dirty="0"/>
          </a:p>
          <a:p>
            <a:pPr marL="0" indent="0">
              <a:lnSpc>
                <a:spcPct val="150000"/>
              </a:lnSpc>
              <a:buNone/>
            </a:pPr>
            <a:r>
              <a:rPr lang="en-GB" dirty="0"/>
              <a:t>Instruction stream sharing increases efficiency due to the Single Program Multiple Data model</a:t>
            </a:r>
            <a:endParaRPr lang="en-GB" sz="1400" dirty="0"/>
          </a:p>
          <a:p>
            <a:pPr marL="0" indent="0">
              <a:lnSpc>
                <a:spcPct val="150000"/>
              </a:lnSpc>
              <a:buNone/>
            </a:pPr>
            <a:r>
              <a:rPr lang="en-GB" dirty="0"/>
              <a:t>Use computation to hide memory and pipeline latency</a:t>
            </a:r>
            <a:endParaRPr lang="en-GB" sz="1400" dirty="0"/>
          </a:p>
          <a:p>
            <a:pPr marL="0" indent="0">
              <a:lnSpc>
                <a:spcPct val="150000"/>
              </a:lnSpc>
              <a:buNone/>
            </a:pPr>
            <a:r>
              <a:rPr lang="en-GB" dirty="0"/>
              <a:t>Use wide and fast bandwidth-optimized memory systems</a:t>
            </a:r>
          </a:p>
          <a:p>
            <a:pPr lvl="1">
              <a:lnSpc>
                <a:spcPct val="150000"/>
              </a:lnSpc>
            </a:pPr>
            <a:r>
              <a:rPr lang="en-GB" dirty="0"/>
              <a:t>Modern desktop CPU consumes ~25GB/s</a:t>
            </a:r>
          </a:p>
          <a:p>
            <a:pPr lvl="1">
              <a:lnSpc>
                <a:spcPct val="150000"/>
              </a:lnSpc>
            </a:pPr>
            <a:r>
              <a:rPr lang="en-GB" dirty="0"/>
              <a:t>Modern desktop GPU consumed ~200GB/s</a:t>
            </a:r>
            <a:endParaRPr lang="en-GB" sz="1400" dirty="0"/>
          </a:p>
          <a:p>
            <a:pPr marL="0" indent="0">
              <a:lnSpc>
                <a:spcPct val="150000"/>
              </a:lnSpc>
              <a:buNone/>
            </a:pPr>
            <a:r>
              <a:rPr lang="en-GB" dirty="0"/>
              <a:t>Scalability provided by adding more instances of processing units</a:t>
            </a:r>
          </a:p>
          <a:p>
            <a:pPr>
              <a:buFont typeface="Wingdings" pitchFamily="2" charset="2"/>
              <a:buNone/>
            </a:pPr>
            <a:endParaRPr lang="en-GB" dirty="0"/>
          </a:p>
          <a:p>
            <a:endParaRPr lang="en-GB" dirty="0"/>
          </a:p>
        </p:txBody>
      </p:sp>
      <p:sp>
        <p:nvSpPr>
          <p:cNvPr id="6146" name="Title 1"/>
          <p:cNvSpPr>
            <a:spLocks noGrp="1"/>
          </p:cNvSpPr>
          <p:nvPr>
            <p:ph type="title"/>
          </p:nvPr>
        </p:nvSpPr>
        <p:spPr/>
        <p:txBody>
          <a:bodyPr>
            <a:normAutofit/>
          </a:bodyPr>
          <a:lstStyle/>
          <a:p>
            <a:r>
              <a:rPr lang="en-GB" dirty="0"/>
              <a:t>GPU Design Principles</a:t>
            </a:r>
          </a:p>
        </p:txBody>
      </p:sp>
    </p:spTree>
    <p:extLst>
      <p:ext uri="{BB962C8B-B14F-4D97-AF65-F5344CB8AC3E}">
        <p14:creationId xmlns:p14="http://schemas.microsoft.com/office/powerpoint/2010/main" val="3189552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63440" y="1844780"/>
            <a:ext cx="8209140" cy="374452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2290" name="Title 1"/>
          <p:cNvSpPr>
            <a:spLocks noGrp="1"/>
          </p:cNvSpPr>
          <p:nvPr>
            <p:ph type="title"/>
          </p:nvPr>
        </p:nvSpPr>
        <p:spPr/>
        <p:txBody>
          <a:bodyPr>
            <a:normAutofit/>
          </a:bodyPr>
          <a:lstStyle/>
          <a:p>
            <a:r>
              <a:rPr lang="en-GB" dirty="0"/>
              <a:t>CPU-style Processing Core</a:t>
            </a:r>
          </a:p>
        </p:txBody>
      </p:sp>
      <p:sp>
        <p:nvSpPr>
          <p:cNvPr id="2" name="Rectangle 1"/>
          <p:cNvSpPr/>
          <p:nvPr/>
        </p:nvSpPr>
        <p:spPr>
          <a:xfrm>
            <a:off x="2207460" y="1988800"/>
            <a:ext cx="2160300" cy="720100"/>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Fetch/Decode</a:t>
            </a:r>
          </a:p>
        </p:txBody>
      </p:sp>
      <p:sp>
        <p:nvSpPr>
          <p:cNvPr id="5" name="Rectangle 4"/>
          <p:cNvSpPr/>
          <p:nvPr/>
        </p:nvSpPr>
        <p:spPr>
          <a:xfrm>
            <a:off x="2207460" y="2924930"/>
            <a:ext cx="2160300" cy="720100"/>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t>ALU</a:t>
            </a:r>
          </a:p>
        </p:txBody>
      </p:sp>
      <p:sp>
        <p:nvSpPr>
          <p:cNvPr id="6" name="Rectangle 5"/>
          <p:cNvSpPr/>
          <p:nvPr/>
        </p:nvSpPr>
        <p:spPr>
          <a:xfrm>
            <a:off x="2207460" y="3933070"/>
            <a:ext cx="2160300" cy="151221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r>
              <a:rPr lang="en-GB" dirty="0"/>
              <a:t>Execution Context</a:t>
            </a:r>
          </a:p>
        </p:txBody>
      </p:sp>
      <p:sp>
        <p:nvSpPr>
          <p:cNvPr id="7" name="Rectangle 6"/>
          <p:cNvSpPr/>
          <p:nvPr/>
        </p:nvSpPr>
        <p:spPr>
          <a:xfrm>
            <a:off x="4799820" y="1988800"/>
            <a:ext cx="5328740" cy="576080"/>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a:t>Out-of-Order Execution </a:t>
            </a:r>
            <a:r>
              <a:rPr lang="en-GB" dirty="0"/>
              <a:t>Control Logic</a:t>
            </a:r>
          </a:p>
        </p:txBody>
      </p:sp>
      <p:sp>
        <p:nvSpPr>
          <p:cNvPr id="8" name="Rectangle 7"/>
          <p:cNvSpPr/>
          <p:nvPr/>
        </p:nvSpPr>
        <p:spPr>
          <a:xfrm>
            <a:off x="4799820" y="2708900"/>
            <a:ext cx="5328740" cy="576080"/>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Accurate Branch Predictor</a:t>
            </a:r>
          </a:p>
        </p:txBody>
      </p:sp>
      <p:sp>
        <p:nvSpPr>
          <p:cNvPr id="9" name="Rectangle 8"/>
          <p:cNvSpPr/>
          <p:nvPr/>
        </p:nvSpPr>
        <p:spPr>
          <a:xfrm>
            <a:off x="4799820" y="3429000"/>
            <a:ext cx="5328740" cy="576080"/>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Memory Prefetch</a:t>
            </a:r>
          </a:p>
        </p:txBody>
      </p:sp>
      <p:sp>
        <p:nvSpPr>
          <p:cNvPr id="10" name="Rectangle 9"/>
          <p:cNvSpPr/>
          <p:nvPr/>
        </p:nvSpPr>
        <p:spPr>
          <a:xfrm>
            <a:off x="4799820" y="4149100"/>
            <a:ext cx="5328740" cy="1296180"/>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Large Data Cache</a:t>
            </a:r>
          </a:p>
        </p:txBody>
      </p:sp>
      <p:sp>
        <p:nvSpPr>
          <p:cNvPr id="4" name="Rectangle 3"/>
          <p:cNvSpPr/>
          <p:nvPr/>
        </p:nvSpPr>
        <p:spPr>
          <a:xfrm>
            <a:off x="2423490" y="4365130"/>
            <a:ext cx="1728240" cy="21603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3" name="Rectangle 12"/>
          <p:cNvSpPr/>
          <p:nvPr/>
        </p:nvSpPr>
        <p:spPr>
          <a:xfrm>
            <a:off x="2423490" y="4581160"/>
            <a:ext cx="1728240" cy="21603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4" name="Rectangle 13"/>
          <p:cNvSpPr/>
          <p:nvPr/>
        </p:nvSpPr>
        <p:spPr>
          <a:xfrm>
            <a:off x="2423490" y="4797190"/>
            <a:ext cx="1728240" cy="21603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5" name="Rectangle 14"/>
          <p:cNvSpPr/>
          <p:nvPr/>
        </p:nvSpPr>
        <p:spPr>
          <a:xfrm>
            <a:off x="2423490" y="5013220"/>
            <a:ext cx="1728240" cy="21603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941638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half" idx="1"/>
          </p:nvPr>
        </p:nvSpPr>
        <p:spPr>
          <a:xfrm>
            <a:off x="4648201" y="1075437"/>
            <a:ext cx="6096000" cy="4707126"/>
          </a:xfrm>
        </p:spPr>
        <p:txBody>
          <a:bodyPr/>
          <a:lstStyle/>
          <a:p>
            <a:pPr marL="0" lvl="0" indent="0">
              <a:lnSpc>
                <a:spcPct val="150000"/>
              </a:lnSpc>
              <a:buNone/>
              <a:defRPr/>
            </a:pPr>
            <a:r>
              <a:rPr lang="en-GB" dirty="0"/>
              <a:t>Step one</a:t>
            </a:r>
          </a:p>
          <a:p>
            <a:pPr lvl="1">
              <a:lnSpc>
                <a:spcPct val="150000"/>
              </a:lnSpc>
              <a:defRPr/>
            </a:pPr>
            <a:r>
              <a:rPr lang="en-GB" dirty="0"/>
              <a:t>Remove any logic that is only there to accelerate</a:t>
            </a:r>
            <a:br>
              <a:rPr lang="en-GB" dirty="0"/>
            </a:br>
            <a:r>
              <a:rPr lang="en-GB" dirty="0"/>
              <a:t>a single thread.</a:t>
            </a:r>
          </a:p>
          <a:p>
            <a:pPr marL="0" indent="0">
              <a:lnSpc>
                <a:spcPct val="150000"/>
              </a:lnSpc>
              <a:buNone/>
              <a:defRPr/>
            </a:pPr>
            <a:r>
              <a:rPr lang="en-GB" dirty="0"/>
              <a:t>Result</a:t>
            </a:r>
          </a:p>
          <a:p>
            <a:pPr lvl="1">
              <a:lnSpc>
                <a:spcPct val="150000"/>
              </a:lnSpc>
              <a:defRPr/>
            </a:pPr>
            <a:r>
              <a:rPr lang="en-GB" dirty="0"/>
              <a:t>Simpler hardware design</a:t>
            </a:r>
          </a:p>
          <a:p>
            <a:pPr lvl="1">
              <a:lnSpc>
                <a:spcPct val="150000"/>
              </a:lnSpc>
              <a:defRPr/>
            </a:pPr>
            <a:r>
              <a:rPr lang="en-GB" dirty="0"/>
              <a:t>Smaller hardware design</a:t>
            </a:r>
          </a:p>
          <a:p>
            <a:pPr lvl="1">
              <a:lnSpc>
                <a:spcPct val="150000"/>
              </a:lnSpc>
              <a:defRPr/>
            </a:pPr>
            <a:r>
              <a:rPr lang="en-GB" dirty="0"/>
              <a:t>More power-efficient hardware</a:t>
            </a:r>
          </a:p>
          <a:p>
            <a:pPr marL="0" indent="0">
              <a:lnSpc>
                <a:spcPct val="150000"/>
              </a:lnSpc>
              <a:buNone/>
              <a:defRPr/>
            </a:pPr>
            <a:r>
              <a:rPr lang="en-GB" dirty="0"/>
              <a:t>Downside</a:t>
            </a:r>
          </a:p>
          <a:p>
            <a:pPr lvl="1">
              <a:lnSpc>
                <a:spcPct val="150000"/>
              </a:lnSpc>
              <a:defRPr/>
            </a:pPr>
            <a:r>
              <a:rPr lang="en-GB" dirty="0"/>
              <a:t>Branch stalls</a:t>
            </a:r>
          </a:p>
          <a:p>
            <a:pPr lvl="1">
              <a:lnSpc>
                <a:spcPct val="150000"/>
              </a:lnSpc>
              <a:defRPr/>
            </a:pPr>
            <a:r>
              <a:rPr lang="en-GB" dirty="0"/>
              <a:t>Memory misses</a:t>
            </a:r>
          </a:p>
          <a:p>
            <a:pPr lvl="1">
              <a:lnSpc>
                <a:spcPct val="150000"/>
              </a:lnSpc>
              <a:defRPr/>
            </a:pPr>
            <a:r>
              <a:rPr lang="en-GB" dirty="0"/>
              <a:t>High memory bandwidth if scaled up by adding more units</a:t>
            </a:r>
          </a:p>
          <a:p>
            <a:pPr lvl="0">
              <a:lnSpc>
                <a:spcPct val="150000"/>
              </a:lnSpc>
              <a:defRPr/>
            </a:pPr>
            <a:endParaRPr lang="en-GB" sz="1400" dirty="0"/>
          </a:p>
        </p:txBody>
      </p:sp>
      <p:sp>
        <p:nvSpPr>
          <p:cNvPr id="13314" name="Title 1"/>
          <p:cNvSpPr>
            <a:spLocks noGrp="1"/>
          </p:cNvSpPr>
          <p:nvPr>
            <p:ph type="title"/>
          </p:nvPr>
        </p:nvSpPr>
        <p:spPr/>
        <p:txBody>
          <a:bodyPr>
            <a:normAutofit/>
          </a:bodyPr>
          <a:lstStyle/>
          <a:p>
            <a:r>
              <a:rPr lang="en-GB" dirty="0"/>
              <a:t>Remove Excess Logic</a:t>
            </a:r>
          </a:p>
        </p:txBody>
      </p:sp>
      <p:grpSp>
        <p:nvGrpSpPr>
          <p:cNvPr id="2" name="Group 1"/>
          <p:cNvGrpSpPr/>
          <p:nvPr/>
        </p:nvGrpSpPr>
        <p:grpSpPr>
          <a:xfrm>
            <a:off x="1343340" y="1556740"/>
            <a:ext cx="2448340" cy="4185862"/>
            <a:chOff x="1340959" y="1772770"/>
            <a:chExt cx="2448340" cy="4185862"/>
          </a:xfrm>
        </p:grpSpPr>
        <p:sp>
          <p:nvSpPr>
            <p:cNvPr id="7" name="TextBox 6"/>
            <p:cNvSpPr txBox="1"/>
            <p:nvPr/>
          </p:nvSpPr>
          <p:spPr>
            <a:xfrm>
              <a:off x="1340959" y="5589300"/>
              <a:ext cx="2448340" cy="369332"/>
            </a:xfrm>
            <a:prstGeom prst="rect">
              <a:avLst/>
            </a:prstGeom>
            <a:noFill/>
          </p:spPr>
          <p:txBody>
            <a:bodyPr wrap="square" rtlCol="0">
              <a:spAutoFit/>
            </a:bodyPr>
            <a:lstStyle/>
            <a:p>
              <a:pPr algn="l"/>
              <a:r>
                <a:rPr lang="en-GB" b="1" dirty="0">
                  <a:solidFill>
                    <a:schemeClr val="tx1">
                      <a:lumMod val="75000"/>
                      <a:lumOff val="25000"/>
                    </a:schemeClr>
                  </a:solidFill>
                  <a:latin typeface="+mj-lt"/>
                </a:rPr>
                <a:t>1 thread running</a:t>
              </a:r>
            </a:p>
          </p:txBody>
        </p:sp>
        <p:sp>
          <p:nvSpPr>
            <p:cNvPr id="8" name="Rectangle 7"/>
            <p:cNvSpPr/>
            <p:nvPr/>
          </p:nvSpPr>
          <p:spPr>
            <a:xfrm>
              <a:off x="1340959" y="1772770"/>
              <a:ext cx="2448340" cy="374452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9" name="Rectangle 8"/>
            <p:cNvSpPr/>
            <p:nvPr/>
          </p:nvSpPr>
          <p:spPr>
            <a:xfrm>
              <a:off x="1484979" y="1916790"/>
              <a:ext cx="2160300" cy="720100"/>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Fetch/Decode</a:t>
              </a:r>
            </a:p>
          </p:txBody>
        </p:sp>
        <p:sp>
          <p:nvSpPr>
            <p:cNvPr id="10" name="Rectangle 9"/>
            <p:cNvSpPr/>
            <p:nvPr/>
          </p:nvSpPr>
          <p:spPr>
            <a:xfrm>
              <a:off x="1484979" y="2852920"/>
              <a:ext cx="2160300" cy="720100"/>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t>ALU</a:t>
              </a:r>
            </a:p>
          </p:txBody>
        </p:sp>
        <p:sp>
          <p:nvSpPr>
            <p:cNvPr id="11" name="Rectangle 10"/>
            <p:cNvSpPr/>
            <p:nvPr/>
          </p:nvSpPr>
          <p:spPr>
            <a:xfrm>
              <a:off x="1484979" y="3861060"/>
              <a:ext cx="2160300" cy="151221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r>
                <a:rPr lang="en-GB" dirty="0"/>
                <a:t>Execution Context</a:t>
              </a:r>
            </a:p>
          </p:txBody>
        </p:sp>
        <p:sp>
          <p:nvSpPr>
            <p:cNvPr id="12" name="Rectangle 11"/>
            <p:cNvSpPr/>
            <p:nvPr/>
          </p:nvSpPr>
          <p:spPr>
            <a:xfrm>
              <a:off x="1701009" y="4293120"/>
              <a:ext cx="1728240" cy="21603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3" name="Rectangle 12"/>
            <p:cNvSpPr/>
            <p:nvPr/>
          </p:nvSpPr>
          <p:spPr>
            <a:xfrm>
              <a:off x="1701009" y="4509150"/>
              <a:ext cx="1728240" cy="21603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4" name="Rectangle 13"/>
            <p:cNvSpPr/>
            <p:nvPr/>
          </p:nvSpPr>
          <p:spPr>
            <a:xfrm>
              <a:off x="1701009" y="4725180"/>
              <a:ext cx="1728240" cy="21603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5" name="Rectangle 14"/>
            <p:cNvSpPr/>
            <p:nvPr/>
          </p:nvSpPr>
          <p:spPr>
            <a:xfrm>
              <a:off x="1701009" y="4941210"/>
              <a:ext cx="1728240" cy="21603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spTree>
    <p:extLst>
      <p:ext uri="{BB962C8B-B14F-4D97-AF65-F5344CB8AC3E}">
        <p14:creationId xmlns:p14="http://schemas.microsoft.com/office/powerpoint/2010/main" val="2445359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half" idx="1"/>
          </p:nvPr>
        </p:nvSpPr>
        <p:spPr>
          <a:xfrm>
            <a:off x="4648201" y="969635"/>
            <a:ext cx="6982821" cy="4680000"/>
          </a:xfrm>
        </p:spPr>
        <p:txBody>
          <a:bodyPr/>
          <a:lstStyle/>
          <a:p>
            <a:pPr lvl="0">
              <a:lnSpc>
                <a:spcPct val="150000"/>
              </a:lnSpc>
              <a:defRPr/>
            </a:pPr>
            <a:r>
              <a:rPr lang="en-GB" dirty="0"/>
              <a:t>Step two</a:t>
            </a:r>
          </a:p>
          <a:p>
            <a:pPr lvl="1">
              <a:lnSpc>
                <a:spcPct val="150000"/>
              </a:lnSpc>
              <a:defRPr/>
            </a:pPr>
            <a:r>
              <a:rPr lang="en-GB" dirty="0"/>
              <a:t>Introduce a long barrel pipeline</a:t>
            </a:r>
          </a:p>
          <a:p>
            <a:pPr lvl="1">
              <a:lnSpc>
                <a:spcPct val="150000"/>
              </a:lnSpc>
              <a:defRPr/>
            </a:pPr>
            <a:r>
              <a:rPr lang="en-GB" dirty="0"/>
              <a:t>Serial execution of 128 different threads</a:t>
            </a:r>
          </a:p>
          <a:p>
            <a:pPr lvl="1">
              <a:lnSpc>
                <a:spcPct val="150000"/>
              </a:lnSpc>
              <a:defRPr/>
            </a:pPr>
            <a:r>
              <a:rPr lang="en-GB" dirty="0"/>
              <a:t>One thread can complete per cycle</a:t>
            </a:r>
            <a:endParaRPr lang="en-GB" sz="1600" dirty="0"/>
          </a:p>
          <a:p>
            <a:pPr>
              <a:lnSpc>
                <a:spcPct val="150000"/>
              </a:lnSpc>
              <a:defRPr/>
            </a:pPr>
            <a:r>
              <a:rPr lang="en-GB" dirty="0"/>
              <a:t>Result</a:t>
            </a:r>
          </a:p>
          <a:p>
            <a:pPr lvl="1">
              <a:lnSpc>
                <a:spcPct val="150000"/>
              </a:lnSpc>
              <a:defRPr/>
            </a:pPr>
            <a:r>
              <a:rPr lang="en-GB" dirty="0"/>
              <a:t>Can hide memory access latency</a:t>
            </a:r>
          </a:p>
          <a:p>
            <a:pPr lvl="1">
              <a:lnSpc>
                <a:spcPct val="150000"/>
              </a:lnSpc>
              <a:defRPr/>
            </a:pPr>
            <a:r>
              <a:rPr lang="en-GB" dirty="0"/>
              <a:t>Maximizes utilization of ALUs</a:t>
            </a:r>
          </a:p>
          <a:p>
            <a:pPr lvl="1">
              <a:lnSpc>
                <a:spcPct val="150000"/>
              </a:lnSpc>
              <a:defRPr/>
            </a:pPr>
            <a:r>
              <a:rPr lang="en-GB" dirty="0"/>
              <a:t>By design issue-related shader programs</a:t>
            </a:r>
          </a:p>
          <a:p>
            <a:pPr lvl="2">
              <a:lnSpc>
                <a:spcPct val="150000"/>
              </a:lnSpc>
              <a:defRPr/>
            </a:pPr>
            <a:r>
              <a:rPr lang="en-GB" dirty="0"/>
              <a:t>Shared instruction fetch</a:t>
            </a:r>
          </a:p>
          <a:p>
            <a:pPr lvl="2">
              <a:lnSpc>
                <a:spcPct val="150000"/>
              </a:lnSpc>
              <a:defRPr/>
            </a:pPr>
            <a:r>
              <a:rPr lang="en-GB" dirty="0"/>
              <a:t>Adjacent texture data cached</a:t>
            </a:r>
          </a:p>
          <a:p>
            <a:pPr lvl="2">
              <a:lnSpc>
                <a:spcPct val="150000"/>
              </a:lnSpc>
              <a:defRPr/>
            </a:pPr>
            <a:r>
              <a:rPr lang="en-GB" dirty="0"/>
              <a:t>Reduced memory bandwidth</a:t>
            </a:r>
            <a:endParaRPr lang="en-GB" sz="1600" dirty="0"/>
          </a:p>
          <a:p>
            <a:pPr>
              <a:lnSpc>
                <a:spcPct val="150000"/>
              </a:lnSpc>
              <a:defRPr/>
            </a:pPr>
            <a:r>
              <a:rPr lang="en-GB" dirty="0"/>
              <a:t>Downside</a:t>
            </a:r>
          </a:p>
          <a:p>
            <a:pPr lvl="1">
              <a:lnSpc>
                <a:spcPct val="150000"/>
              </a:lnSpc>
              <a:defRPr/>
            </a:pPr>
            <a:r>
              <a:rPr lang="en-GB" dirty="0"/>
              <a:t>Branch stalls</a:t>
            </a:r>
          </a:p>
          <a:p>
            <a:pPr>
              <a:lnSpc>
                <a:spcPct val="150000"/>
              </a:lnSpc>
              <a:defRPr/>
            </a:pPr>
            <a:endParaRPr lang="en-GB" dirty="0"/>
          </a:p>
          <a:p>
            <a:pPr lvl="0">
              <a:lnSpc>
                <a:spcPct val="150000"/>
              </a:lnSpc>
              <a:defRPr/>
            </a:pPr>
            <a:endParaRPr lang="en-GB" sz="1400" dirty="0"/>
          </a:p>
        </p:txBody>
      </p:sp>
      <p:sp>
        <p:nvSpPr>
          <p:cNvPr id="13314" name="Title 1"/>
          <p:cNvSpPr>
            <a:spLocks noGrp="1"/>
          </p:cNvSpPr>
          <p:nvPr>
            <p:ph type="title"/>
          </p:nvPr>
        </p:nvSpPr>
        <p:spPr/>
        <p:txBody>
          <a:bodyPr>
            <a:normAutofit/>
          </a:bodyPr>
          <a:lstStyle/>
          <a:p>
            <a:r>
              <a:rPr lang="en-GB" dirty="0"/>
              <a:t>Lengthen the Pipe</a:t>
            </a:r>
          </a:p>
        </p:txBody>
      </p:sp>
      <p:grpSp>
        <p:nvGrpSpPr>
          <p:cNvPr id="13313" name="Group 13312"/>
          <p:cNvGrpSpPr/>
          <p:nvPr/>
        </p:nvGrpSpPr>
        <p:grpSpPr>
          <a:xfrm>
            <a:off x="1271330" y="1556741"/>
            <a:ext cx="2520350" cy="4334125"/>
            <a:chOff x="1268949" y="1772770"/>
            <a:chExt cx="2520350" cy="4334125"/>
          </a:xfrm>
        </p:grpSpPr>
        <p:sp>
          <p:nvSpPr>
            <p:cNvPr id="8" name="TextBox 7"/>
            <p:cNvSpPr txBox="1"/>
            <p:nvPr/>
          </p:nvSpPr>
          <p:spPr>
            <a:xfrm>
              <a:off x="1340959" y="5599064"/>
              <a:ext cx="2448340" cy="507831"/>
            </a:xfrm>
            <a:prstGeom prst="rect">
              <a:avLst/>
            </a:prstGeom>
            <a:noFill/>
          </p:spPr>
          <p:txBody>
            <a:bodyPr wrap="square" rtlCol="0">
              <a:spAutoFit/>
            </a:bodyPr>
            <a:lstStyle/>
            <a:p>
              <a:pPr algn="l"/>
              <a:r>
                <a:rPr lang="en-GB" b="1" dirty="0">
                  <a:solidFill>
                    <a:schemeClr val="tx1">
                      <a:lumMod val="75000"/>
                      <a:lumOff val="25000"/>
                    </a:schemeClr>
                  </a:solidFill>
                  <a:latin typeface="+mj-lt"/>
                </a:rPr>
                <a:t>128 threads running</a:t>
              </a:r>
              <a:br>
                <a:rPr lang="en-GB" b="1" dirty="0">
                  <a:solidFill>
                    <a:schemeClr val="tx1">
                      <a:lumMod val="75000"/>
                      <a:lumOff val="25000"/>
                    </a:schemeClr>
                  </a:solidFill>
                  <a:latin typeface="+mj-lt"/>
                </a:rPr>
              </a:br>
              <a:r>
                <a:rPr lang="en-GB" sz="900" b="1" dirty="0">
                  <a:solidFill>
                    <a:schemeClr val="tx1">
                      <a:lumMod val="75000"/>
                      <a:lumOff val="25000"/>
                    </a:schemeClr>
                  </a:solidFill>
                  <a:latin typeface="+mj-lt"/>
                </a:rPr>
                <a:t>[only 8 shown]</a:t>
              </a:r>
            </a:p>
          </p:txBody>
        </p:sp>
        <p:sp>
          <p:nvSpPr>
            <p:cNvPr id="9" name="Rectangle 8"/>
            <p:cNvSpPr/>
            <p:nvPr/>
          </p:nvSpPr>
          <p:spPr>
            <a:xfrm>
              <a:off x="1268949" y="1772770"/>
              <a:ext cx="2520350" cy="374452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0" name="Rectangle 9"/>
            <p:cNvSpPr/>
            <p:nvPr/>
          </p:nvSpPr>
          <p:spPr>
            <a:xfrm>
              <a:off x="1412969" y="1916790"/>
              <a:ext cx="2232310" cy="504070"/>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Fetch/Decode</a:t>
              </a:r>
            </a:p>
          </p:txBody>
        </p:sp>
        <p:sp>
          <p:nvSpPr>
            <p:cNvPr id="11" name="Rectangle 10"/>
            <p:cNvSpPr/>
            <p:nvPr/>
          </p:nvSpPr>
          <p:spPr>
            <a:xfrm>
              <a:off x="1412969" y="2564880"/>
              <a:ext cx="504070" cy="432060"/>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lIns="0" rIns="0" rtlCol="0" anchor="ctr"/>
            <a:lstStyle/>
            <a:p>
              <a:pPr algn="ctr"/>
              <a:r>
                <a:rPr lang="en-GB" sz="1200" dirty="0"/>
                <a:t>ALU</a:t>
              </a:r>
            </a:p>
          </p:txBody>
        </p:sp>
        <p:sp>
          <p:nvSpPr>
            <p:cNvPr id="12" name="Rectangle 11"/>
            <p:cNvSpPr/>
            <p:nvPr/>
          </p:nvSpPr>
          <p:spPr>
            <a:xfrm>
              <a:off x="1412969" y="3645030"/>
              <a:ext cx="2232310" cy="172824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endParaRPr lang="en-GB" dirty="0"/>
            </a:p>
          </p:txBody>
        </p:sp>
        <p:sp>
          <p:nvSpPr>
            <p:cNvPr id="19" name="Rectangle 18"/>
            <p:cNvSpPr/>
            <p:nvPr/>
          </p:nvSpPr>
          <p:spPr>
            <a:xfrm>
              <a:off x="1989049" y="2564880"/>
              <a:ext cx="504070" cy="432060"/>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lIns="0" rIns="0" rtlCol="0" anchor="ctr"/>
            <a:lstStyle/>
            <a:p>
              <a:pPr algn="ctr"/>
              <a:r>
                <a:rPr lang="en-GB" sz="1200" dirty="0"/>
                <a:t>ALU</a:t>
              </a:r>
            </a:p>
          </p:txBody>
        </p:sp>
        <p:sp>
          <p:nvSpPr>
            <p:cNvPr id="20" name="Rectangle 19"/>
            <p:cNvSpPr/>
            <p:nvPr/>
          </p:nvSpPr>
          <p:spPr>
            <a:xfrm>
              <a:off x="2565129" y="2564880"/>
              <a:ext cx="504070" cy="432060"/>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lIns="0" rIns="0" rtlCol="0" anchor="ctr"/>
            <a:lstStyle/>
            <a:p>
              <a:pPr algn="ctr"/>
              <a:r>
                <a:rPr lang="en-GB" sz="1200" dirty="0"/>
                <a:t>ALU</a:t>
              </a:r>
            </a:p>
          </p:txBody>
        </p:sp>
        <p:sp>
          <p:nvSpPr>
            <p:cNvPr id="21" name="Rectangle 20"/>
            <p:cNvSpPr/>
            <p:nvPr/>
          </p:nvSpPr>
          <p:spPr>
            <a:xfrm>
              <a:off x="3141209" y="2564880"/>
              <a:ext cx="504070" cy="432060"/>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lIns="0" rIns="0" rtlCol="0" anchor="ctr"/>
            <a:lstStyle/>
            <a:p>
              <a:pPr algn="ctr"/>
              <a:r>
                <a:rPr lang="en-GB" sz="1200" dirty="0"/>
                <a:t>ALU</a:t>
              </a:r>
            </a:p>
          </p:txBody>
        </p:sp>
        <p:sp>
          <p:nvSpPr>
            <p:cNvPr id="22" name="Rectangle 21"/>
            <p:cNvSpPr/>
            <p:nvPr/>
          </p:nvSpPr>
          <p:spPr>
            <a:xfrm>
              <a:off x="1412969" y="3068950"/>
              <a:ext cx="504070" cy="432060"/>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lIns="0" rIns="0" rtlCol="0" anchor="ctr"/>
            <a:lstStyle/>
            <a:p>
              <a:pPr algn="ctr"/>
              <a:r>
                <a:rPr lang="en-GB" sz="1200" dirty="0"/>
                <a:t>ALU</a:t>
              </a:r>
            </a:p>
          </p:txBody>
        </p:sp>
        <p:sp>
          <p:nvSpPr>
            <p:cNvPr id="23" name="Rectangle 22"/>
            <p:cNvSpPr/>
            <p:nvPr/>
          </p:nvSpPr>
          <p:spPr>
            <a:xfrm>
              <a:off x="1989049" y="3068950"/>
              <a:ext cx="504070" cy="432060"/>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lIns="0" rIns="0" rtlCol="0" anchor="ctr"/>
            <a:lstStyle/>
            <a:p>
              <a:pPr algn="ctr"/>
              <a:r>
                <a:rPr lang="en-GB" sz="1200" dirty="0"/>
                <a:t>ALU</a:t>
              </a:r>
            </a:p>
          </p:txBody>
        </p:sp>
        <p:sp>
          <p:nvSpPr>
            <p:cNvPr id="24" name="Rectangle 23"/>
            <p:cNvSpPr/>
            <p:nvPr/>
          </p:nvSpPr>
          <p:spPr>
            <a:xfrm>
              <a:off x="2565129" y="3068950"/>
              <a:ext cx="504070" cy="432060"/>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lIns="0" rIns="0" rtlCol="0" anchor="ctr"/>
            <a:lstStyle/>
            <a:p>
              <a:pPr algn="ctr"/>
              <a:r>
                <a:rPr lang="en-GB" sz="1200" dirty="0"/>
                <a:t>ALU</a:t>
              </a:r>
            </a:p>
          </p:txBody>
        </p:sp>
        <p:sp>
          <p:nvSpPr>
            <p:cNvPr id="25" name="Rectangle 24"/>
            <p:cNvSpPr/>
            <p:nvPr/>
          </p:nvSpPr>
          <p:spPr>
            <a:xfrm>
              <a:off x="3141209" y="3068950"/>
              <a:ext cx="504070" cy="432060"/>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lIns="0" rIns="0" rtlCol="0" anchor="ctr"/>
            <a:lstStyle/>
            <a:p>
              <a:pPr algn="ctr"/>
              <a:r>
                <a:rPr lang="en-GB" sz="1200" dirty="0"/>
                <a:t>ALU</a:t>
              </a:r>
            </a:p>
          </p:txBody>
        </p:sp>
        <p:grpSp>
          <p:nvGrpSpPr>
            <p:cNvPr id="35" name="Group 34"/>
            <p:cNvGrpSpPr/>
            <p:nvPr/>
          </p:nvGrpSpPr>
          <p:grpSpPr>
            <a:xfrm>
              <a:off x="1470559" y="3717040"/>
              <a:ext cx="432060" cy="432060"/>
              <a:chOff x="3414829" y="3645030"/>
              <a:chExt cx="432060" cy="432060"/>
            </a:xfrm>
          </p:grpSpPr>
          <p:sp>
            <p:nvSpPr>
              <p:cNvPr id="36" name="Rectangle 35"/>
              <p:cNvSpPr/>
              <p:nvPr/>
            </p:nvSpPr>
            <p:spPr>
              <a:xfrm>
                <a:off x="3414829" y="3645030"/>
                <a:ext cx="432060" cy="432060"/>
              </a:xfrm>
              <a:prstGeom prst="rect">
                <a:avLst/>
              </a:prstGeom>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endParaRPr lang="en-GB" b="1" dirty="0"/>
              </a:p>
            </p:txBody>
          </p:sp>
          <p:sp>
            <p:nvSpPr>
              <p:cNvPr id="37" name="Rectangle 36"/>
              <p:cNvSpPr/>
              <p:nvPr/>
            </p:nvSpPr>
            <p:spPr>
              <a:xfrm>
                <a:off x="3501259" y="371704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b="1" dirty="0"/>
              </a:p>
            </p:txBody>
          </p:sp>
          <p:sp>
            <p:nvSpPr>
              <p:cNvPr id="38" name="Rectangle 37"/>
              <p:cNvSpPr/>
              <p:nvPr/>
            </p:nvSpPr>
            <p:spPr>
              <a:xfrm>
                <a:off x="3501259" y="378905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b="1" dirty="0"/>
              </a:p>
            </p:txBody>
          </p:sp>
          <p:sp>
            <p:nvSpPr>
              <p:cNvPr id="39" name="Rectangle 38"/>
              <p:cNvSpPr/>
              <p:nvPr/>
            </p:nvSpPr>
            <p:spPr>
              <a:xfrm>
                <a:off x="3501259" y="386106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b="1" dirty="0"/>
              </a:p>
            </p:txBody>
          </p:sp>
          <p:sp>
            <p:nvSpPr>
              <p:cNvPr id="40" name="Rectangle 39"/>
              <p:cNvSpPr/>
              <p:nvPr/>
            </p:nvSpPr>
            <p:spPr>
              <a:xfrm>
                <a:off x="3501259" y="393307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b="1" dirty="0"/>
              </a:p>
            </p:txBody>
          </p:sp>
        </p:grpSp>
        <p:grpSp>
          <p:nvGrpSpPr>
            <p:cNvPr id="53" name="Group 52"/>
            <p:cNvGrpSpPr/>
            <p:nvPr/>
          </p:nvGrpSpPr>
          <p:grpSpPr>
            <a:xfrm>
              <a:off x="2043807" y="3717040"/>
              <a:ext cx="432060" cy="432060"/>
              <a:chOff x="3429249" y="3645030"/>
              <a:chExt cx="432060" cy="432060"/>
            </a:xfrm>
          </p:grpSpPr>
          <p:sp>
            <p:nvSpPr>
              <p:cNvPr id="54" name="Rectangle 53"/>
              <p:cNvSpPr/>
              <p:nvPr/>
            </p:nvSpPr>
            <p:spPr>
              <a:xfrm>
                <a:off x="3429249" y="3645030"/>
                <a:ext cx="432060" cy="432060"/>
              </a:xfrm>
              <a:prstGeom prst="rect">
                <a:avLst/>
              </a:prstGeom>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endParaRPr lang="en-GB" dirty="0"/>
              </a:p>
            </p:txBody>
          </p:sp>
          <p:sp>
            <p:nvSpPr>
              <p:cNvPr id="55" name="Rectangle 54"/>
              <p:cNvSpPr/>
              <p:nvPr/>
            </p:nvSpPr>
            <p:spPr>
              <a:xfrm>
                <a:off x="3501259" y="371704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56" name="Rectangle 55"/>
              <p:cNvSpPr/>
              <p:nvPr/>
            </p:nvSpPr>
            <p:spPr>
              <a:xfrm>
                <a:off x="3501259" y="378905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57" name="Rectangle 56"/>
              <p:cNvSpPr/>
              <p:nvPr/>
            </p:nvSpPr>
            <p:spPr>
              <a:xfrm>
                <a:off x="3501259" y="386106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58" name="Rectangle 57"/>
              <p:cNvSpPr/>
              <p:nvPr/>
            </p:nvSpPr>
            <p:spPr>
              <a:xfrm>
                <a:off x="3501259" y="393307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grpSp>
          <p:nvGrpSpPr>
            <p:cNvPr id="59" name="Group 58"/>
            <p:cNvGrpSpPr/>
            <p:nvPr/>
          </p:nvGrpSpPr>
          <p:grpSpPr>
            <a:xfrm>
              <a:off x="2599633" y="3717040"/>
              <a:ext cx="432060" cy="432060"/>
              <a:chOff x="3429249" y="3645030"/>
              <a:chExt cx="432060" cy="432060"/>
            </a:xfrm>
          </p:grpSpPr>
          <p:sp>
            <p:nvSpPr>
              <p:cNvPr id="60" name="Rectangle 59"/>
              <p:cNvSpPr/>
              <p:nvPr/>
            </p:nvSpPr>
            <p:spPr>
              <a:xfrm>
                <a:off x="3429249" y="3645030"/>
                <a:ext cx="432060" cy="432060"/>
              </a:xfrm>
              <a:prstGeom prst="rect">
                <a:avLst/>
              </a:prstGeom>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endParaRPr lang="en-GB" b="1" dirty="0"/>
              </a:p>
            </p:txBody>
          </p:sp>
          <p:sp>
            <p:nvSpPr>
              <p:cNvPr id="61" name="Rectangle 60"/>
              <p:cNvSpPr/>
              <p:nvPr/>
            </p:nvSpPr>
            <p:spPr>
              <a:xfrm>
                <a:off x="3501259" y="371704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b="1" dirty="0"/>
              </a:p>
            </p:txBody>
          </p:sp>
          <p:sp>
            <p:nvSpPr>
              <p:cNvPr id="62" name="Rectangle 61"/>
              <p:cNvSpPr/>
              <p:nvPr/>
            </p:nvSpPr>
            <p:spPr>
              <a:xfrm>
                <a:off x="3501259" y="378905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b="1" dirty="0"/>
              </a:p>
            </p:txBody>
          </p:sp>
          <p:sp>
            <p:nvSpPr>
              <p:cNvPr id="63" name="Rectangle 62"/>
              <p:cNvSpPr/>
              <p:nvPr/>
            </p:nvSpPr>
            <p:spPr>
              <a:xfrm>
                <a:off x="3501259" y="386106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b="1" dirty="0"/>
              </a:p>
            </p:txBody>
          </p:sp>
          <p:sp>
            <p:nvSpPr>
              <p:cNvPr id="64" name="Rectangle 63"/>
              <p:cNvSpPr/>
              <p:nvPr/>
            </p:nvSpPr>
            <p:spPr>
              <a:xfrm>
                <a:off x="3501259" y="393307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b="1" dirty="0"/>
              </a:p>
            </p:txBody>
          </p:sp>
        </p:grpSp>
        <p:grpSp>
          <p:nvGrpSpPr>
            <p:cNvPr id="65" name="Group 64"/>
            <p:cNvGrpSpPr/>
            <p:nvPr/>
          </p:nvGrpSpPr>
          <p:grpSpPr>
            <a:xfrm>
              <a:off x="3141209" y="3717040"/>
              <a:ext cx="432060" cy="432060"/>
              <a:chOff x="3429249" y="3645030"/>
              <a:chExt cx="432060" cy="432060"/>
            </a:xfrm>
          </p:grpSpPr>
          <p:sp>
            <p:nvSpPr>
              <p:cNvPr id="66" name="Rectangle 65"/>
              <p:cNvSpPr/>
              <p:nvPr/>
            </p:nvSpPr>
            <p:spPr>
              <a:xfrm>
                <a:off x="3429249" y="3645030"/>
                <a:ext cx="432060" cy="432060"/>
              </a:xfrm>
              <a:prstGeom prst="rect">
                <a:avLst/>
              </a:prstGeom>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endParaRPr lang="en-GB" dirty="0"/>
              </a:p>
            </p:txBody>
          </p:sp>
          <p:sp>
            <p:nvSpPr>
              <p:cNvPr id="67" name="Rectangle 66"/>
              <p:cNvSpPr/>
              <p:nvPr/>
            </p:nvSpPr>
            <p:spPr>
              <a:xfrm>
                <a:off x="3501259" y="371704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68" name="Rectangle 67"/>
              <p:cNvSpPr/>
              <p:nvPr/>
            </p:nvSpPr>
            <p:spPr>
              <a:xfrm>
                <a:off x="3501259" y="378905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69" name="Rectangle 68"/>
              <p:cNvSpPr/>
              <p:nvPr/>
            </p:nvSpPr>
            <p:spPr>
              <a:xfrm>
                <a:off x="3501259" y="386106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70" name="Rectangle 69"/>
              <p:cNvSpPr/>
              <p:nvPr/>
            </p:nvSpPr>
            <p:spPr>
              <a:xfrm>
                <a:off x="3501259" y="393307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grpSp>
          <p:nvGrpSpPr>
            <p:cNvPr id="71" name="Group 70"/>
            <p:cNvGrpSpPr/>
            <p:nvPr/>
          </p:nvGrpSpPr>
          <p:grpSpPr>
            <a:xfrm>
              <a:off x="1484979" y="4264240"/>
              <a:ext cx="432060" cy="432060"/>
              <a:chOff x="3429249" y="3645030"/>
              <a:chExt cx="432060" cy="432060"/>
            </a:xfrm>
          </p:grpSpPr>
          <p:sp>
            <p:nvSpPr>
              <p:cNvPr id="72" name="Rectangle 71"/>
              <p:cNvSpPr/>
              <p:nvPr/>
            </p:nvSpPr>
            <p:spPr>
              <a:xfrm>
                <a:off x="3429249" y="3645030"/>
                <a:ext cx="432060" cy="432060"/>
              </a:xfrm>
              <a:prstGeom prst="rect">
                <a:avLst/>
              </a:prstGeom>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endParaRPr lang="en-GB" dirty="0"/>
              </a:p>
            </p:txBody>
          </p:sp>
          <p:sp>
            <p:nvSpPr>
              <p:cNvPr id="73" name="Rectangle 72"/>
              <p:cNvSpPr/>
              <p:nvPr/>
            </p:nvSpPr>
            <p:spPr>
              <a:xfrm>
                <a:off x="3501259" y="371704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74" name="Rectangle 73"/>
              <p:cNvSpPr/>
              <p:nvPr/>
            </p:nvSpPr>
            <p:spPr>
              <a:xfrm>
                <a:off x="3501259" y="378905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75" name="Rectangle 74"/>
              <p:cNvSpPr/>
              <p:nvPr/>
            </p:nvSpPr>
            <p:spPr>
              <a:xfrm>
                <a:off x="3501259" y="386106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76" name="Rectangle 75"/>
              <p:cNvSpPr/>
              <p:nvPr/>
            </p:nvSpPr>
            <p:spPr>
              <a:xfrm>
                <a:off x="3501259" y="393307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grpSp>
          <p:nvGrpSpPr>
            <p:cNvPr id="77" name="Group 76"/>
            <p:cNvGrpSpPr/>
            <p:nvPr/>
          </p:nvGrpSpPr>
          <p:grpSpPr>
            <a:xfrm>
              <a:off x="2043807" y="4264240"/>
              <a:ext cx="432060" cy="432060"/>
              <a:chOff x="3429249" y="3645030"/>
              <a:chExt cx="432060" cy="432060"/>
            </a:xfrm>
          </p:grpSpPr>
          <p:sp>
            <p:nvSpPr>
              <p:cNvPr id="78" name="Rectangle 77"/>
              <p:cNvSpPr/>
              <p:nvPr/>
            </p:nvSpPr>
            <p:spPr>
              <a:xfrm>
                <a:off x="3429249" y="3645030"/>
                <a:ext cx="432060" cy="432060"/>
              </a:xfrm>
              <a:prstGeom prst="rect">
                <a:avLst/>
              </a:prstGeom>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endParaRPr lang="en-GB" dirty="0"/>
              </a:p>
            </p:txBody>
          </p:sp>
          <p:sp>
            <p:nvSpPr>
              <p:cNvPr id="79" name="Rectangle 78"/>
              <p:cNvSpPr/>
              <p:nvPr/>
            </p:nvSpPr>
            <p:spPr>
              <a:xfrm>
                <a:off x="3501259" y="371704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80" name="Rectangle 79"/>
              <p:cNvSpPr/>
              <p:nvPr/>
            </p:nvSpPr>
            <p:spPr>
              <a:xfrm>
                <a:off x="3501259" y="378905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81" name="Rectangle 80"/>
              <p:cNvSpPr/>
              <p:nvPr/>
            </p:nvSpPr>
            <p:spPr>
              <a:xfrm>
                <a:off x="3501259" y="386106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82" name="Rectangle 81"/>
              <p:cNvSpPr/>
              <p:nvPr/>
            </p:nvSpPr>
            <p:spPr>
              <a:xfrm>
                <a:off x="3501259" y="393307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grpSp>
          <p:nvGrpSpPr>
            <p:cNvPr id="83" name="Group 82"/>
            <p:cNvGrpSpPr/>
            <p:nvPr/>
          </p:nvGrpSpPr>
          <p:grpSpPr>
            <a:xfrm>
              <a:off x="2599633" y="4264240"/>
              <a:ext cx="432060" cy="432060"/>
              <a:chOff x="3429249" y="3645030"/>
              <a:chExt cx="432060" cy="432060"/>
            </a:xfrm>
          </p:grpSpPr>
          <p:sp>
            <p:nvSpPr>
              <p:cNvPr id="84" name="Rectangle 83"/>
              <p:cNvSpPr/>
              <p:nvPr/>
            </p:nvSpPr>
            <p:spPr>
              <a:xfrm>
                <a:off x="3429249" y="3645030"/>
                <a:ext cx="432060" cy="432060"/>
              </a:xfrm>
              <a:prstGeom prst="rect">
                <a:avLst/>
              </a:prstGeom>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endParaRPr lang="en-GB" dirty="0"/>
              </a:p>
            </p:txBody>
          </p:sp>
          <p:sp>
            <p:nvSpPr>
              <p:cNvPr id="85" name="Rectangle 84"/>
              <p:cNvSpPr/>
              <p:nvPr/>
            </p:nvSpPr>
            <p:spPr>
              <a:xfrm>
                <a:off x="3501259" y="371704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86" name="Rectangle 85"/>
              <p:cNvSpPr/>
              <p:nvPr/>
            </p:nvSpPr>
            <p:spPr>
              <a:xfrm>
                <a:off x="3501259" y="378905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87" name="Rectangle 86"/>
              <p:cNvSpPr/>
              <p:nvPr/>
            </p:nvSpPr>
            <p:spPr>
              <a:xfrm>
                <a:off x="3501259" y="386106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88" name="Rectangle 87"/>
              <p:cNvSpPr/>
              <p:nvPr/>
            </p:nvSpPr>
            <p:spPr>
              <a:xfrm>
                <a:off x="3501259" y="393307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grpSp>
          <p:nvGrpSpPr>
            <p:cNvPr id="89" name="Group 88"/>
            <p:cNvGrpSpPr/>
            <p:nvPr/>
          </p:nvGrpSpPr>
          <p:grpSpPr>
            <a:xfrm>
              <a:off x="3141209" y="4264240"/>
              <a:ext cx="432060" cy="432060"/>
              <a:chOff x="3429249" y="3645030"/>
              <a:chExt cx="432060" cy="432060"/>
            </a:xfrm>
          </p:grpSpPr>
          <p:sp>
            <p:nvSpPr>
              <p:cNvPr id="90" name="Rectangle 89"/>
              <p:cNvSpPr/>
              <p:nvPr/>
            </p:nvSpPr>
            <p:spPr>
              <a:xfrm>
                <a:off x="3429249" y="3645030"/>
                <a:ext cx="432060" cy="432060"/>
              </a:xfrm>
              <a:prstGeom prst="rect">
                <a:avLst/>
              </a:prstGeom>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endParaRPr lang="en-GB" dirty="0"/>
              </a:p>
            </p:txBody>
          </p:sp>
          <p:sp>
            <p:nvSpPr>
              <p:cNvPr id="91" name="Rectangle 90"/>
              <p:cNvSpPr/>
              <p:nvPr/>
            </p:nvSpPr>
            <p:spPr>
              <a:xfrm>
                <a:off x="3501259" y="371704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92" name="Rectangle 91"/>
              <p:cNvSpPr/>
              <p:nvPr/>
            </p:nvSpPr>
            <p:spPr>
              <a:xfrm>
                <a:off x="3501259" y="378905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93" name="Rectangle 92"/>
              <p:cNvSpPr/>
              <p:nvPr/>
            </p:nvSpPr>
            <p:spPr>
              <a:xfrm>
                <a:off x="3501259" y="386106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94" name="Rectangle 93"/>
              <p:cNvSpPr/>
              <p:nvPr/>
            </p:nvSpPr>
            <p:spPr>
              <a:xfrm>
                <a:off x="3501259" y="3933070"/>
                <a:ext cx="288040"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sp>
          <p:nvSpPr>
            <p:cNvPr id="96" name="Rectangle 95"/>
            <p:cNvSpPr/>
            <p:nvPr/>
          </p:nvSpPr>
          <p:spPr>
            <a:xfrm>
              <a:off x="1484979" y="4866198"/>
              <a:ext cx="2088290" cy="432060"/>
            </a:xfrm>
            <a:prstGeom prst="rect">
              <a:avLst/>
            </a:prstGeom>
            <a:ln w="285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lstStyle/>
            <a:p>
              <a:pPr algn="ctr"/>
              <a:endParaRPr lang="en-GB" dirty="0"/>
            </a:p>
          </p:txBody>
        </p:sp>
        <p:grpSp>
          <p:nvGrpSpPr>
            <p:cNvPr id="3" name="Group 2"/>
            <p:cNvGrpSpPr/>
            <p:nvPr/>
          </p:nvGrpSpPr>
          <p:grpSpPr>
            <a:xfrm>
              <a:off x="1556989" y="4938208"/>
              <a:ext cx="1944270" cy="288040"/>
              <a:chOff x="1112927" y="4581160"/>
              <a:chExt cx="1392193" cy="288040"/>
            </a:xfrm>
          </p:grpSpPr>
          <p:sp>
            <p:nvSpPr>
              <p:cNvPr id="97" name="Rectangle 96"/>
              <p:cNvSpPr/>
              <p:nvPr/>
            </p:nvSpPr>
            <p:spPr>
              <a:xfrm>
                <a:off x="1112927" y="4581160"/>
                <a:ext cx="1392193"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98" name="Rectangle 97"/>
              <p:cNvSpPr/>
              <p:nvPr/>
            </p:nvSpPr>
            <p:spPr>
              <a:xfrm>
                <a:off x="1112927" y="4653170"/>
                <a:ext cx="1392193"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99" name="Rectangle 98"/>
              <p:cNvSpPr/>
              <p:nvPr/>
            </p:nvSpPr>
            <p:spPr>
              <a:xfrm>
                <a:off x="1112927" y="4725180"/>
                <a:ext cx="1392193"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00" name="Rectangle 99"/>
              <p:cNvSpPr/>
              <p:nvPr/>
            </p:nvSpPr>
            <p:spPr>
              <a:xfrm>
                <a:off x="1112927" y="4797190"/>
                <a:ext cx="1392193" cy="72010"/>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sp>
          <p:nvSpPr>
            <p:cNvPr id="5" name="TextBox 4"/>
            <p:cNvSpPr txBox="1"/>
            <p:nvPr/>
          </p:nvSpPr>
          <p:spPr>
            <a:xfrm>
              <a:off x="1484979" y="4866198"/>
              <a:ext cx="2088290" cy="432060"/>
            </a:xfrm>
            <a:prstGeom prst="rect">
              <a:avLst/>
            </a:prstGeom>
            <a:ln>
              <a:noFill/>
            </a:ln>
          </p:spPr>
          <p:txBody>
            <a:bodyPr vert="horz" wrap="square" lIns="0" tIns="0" rIns="0" bIns="0" rtlCol="0" anchor="ctr">
              <a:normAutofit/>
            </a:bodyPr>
            <a:lstStyle/>
            <a:p>
              <a:r>
                <a:rPr lang="en-GB" sz="1400" b="1" dirty="0">
                  <a:solidFill>
                    <a:schemeClr val="bg1"/>
                  </a:solidFill>
                  <a:latin typeface="+mj-lt"/>
                </a:rPr>
                <a:t>      Shared Context</a:t>
              </a:r>
            </a:p>
          </p:txBody>
        </p:sp>
        <p:sp>
          <p:nvSpPr>
            <p:cNvPr id="108" name="TextBox 107"/>
            <p:cNvSpPr txBox="1"/>
            <p:nvPr/>
          </p:nvSpPr>
          <p:spPr>
            <a:xfrm>
              <a:off x="1484979" y="3717040"/>
              <a:ext cx="432060" cy="432060"/>
            </a:xfrm>
            <a:prstGeom prst="rect">
              <a:avLst/>
            </a:prstGeom>
            <a:ln>
              <a:noFill/>
            </a:ln>
          </p:spPr>
          <p:txBody>
            <a:bodyPr vert="horz" wrap="square" lIns="0" tIns="0" rIns="0" bIns="0" rtlCol="0" anchor="ctr">
              <a:normAutofit/>
            </a:bodyPr>
            <a:lstStyle/>
            <a:p>
              <a:r>
                <a:rPr lang="en-GB" sz="1100" b="1" dirty="0">
                  <a:solidFill>
                    <a:schemeClr val="bg1"/>
                  </a:solidFill>
                  <a:latin typeface="+mj-lt"/>
                </a:rPr>
                <a:t>  Ctx</a:t>
              </a:r>
            </a:p>
          </p:txBody>
        </p:sp>
        <p:sp>
          <p:nvSpPr>
            <p:cNvPr id="110" name="TextBox 109"/>
            <p:cNvSpPr txBox="1"/>
            <p:nvPr/>
          </p:nvSpPr>
          <p:spPr>
            <a:xfrm>
              <a:off x="1484979" y="4267242"/>
              <a:ext cx="432060" cy="432060"/>
            </a:xfrm>
            <a:prstGeom prst="rect">
              <a:avLst/>
            </a:prstGeom>
            <a:ln>
              <a:noFill/>
            </a:ln>
          </p:spPr>
          <p:txBody>
            <a:bodyPr vert="horz" wrap="square" lIns="0" tIns="0" rIns="0" bIns="0" rtlCol="0" anchor="ctr">
              <a:normAutofit/>
            </a:bodyPr>
            <a:lstStyle/>
            <a:p>
              <a:r>
                <a:rPr lang="en-GB" sz="1100" b="1" dirty="0">
                  <a:solidFill>
                    <a:schemeClr val="bg1"/>
                  </a:solidFill>
                  <a:latin typeface="+mj-lt"/>
                </a:rPr>
                <a:t>  Ctx</a:t>
              </a:r>
            </a:p>
          </p:txBody>
        </p:sp>
        <p:sp>
          <p:nvSpPr>
            <p:cNvPr id="111" name="TextBox 110"/>
            <p:cNvSpPr txBox="1"/>
            <p:nvPr/>
          </p:nvSpPr>
          <p:spPr>
            <a:xfrm>
              <a:off x="2061059" y="3717040"/>
              <a:ext cx="432060" cy="432060"/>
            </a:xfrm>
            <a:prstGeom prst="rect">
              <a:avLst/>
            </a:prstGeom>
            <a:ln>
              <a:noFill/>
            </a:ln>
          </p:spPr>
          <p:txBody>
            <a:bodyPr vert="horz" wrap="square" lIns="0" tIns="0" rIns="0" bIns="0" rtlCol="0" anchor="ctr">
              <a:normAutofit/>
            </a:bodyPr>
            <a:lstStyle/>
            <a:p>
              <a:r>
                <a:rPr lang="en-GB" sz="1100" b="1" dirty="0">
                  <a:solidFill>
                    <a:schemeClr val="bg1"/>
                  </a:solidFill>
                  <a:latin typeface="+mj-lt"/>
                </a:rPr>
                <a:t>  Ctx</a:t>
              </a:r>
            </a:p>
          </p:txBody>
        </p:sp>
        <p:sp>
          <p:nvSpPr>
            <p:cNvPr id="112" name="TextBox 111"/>
            <p:cNvSpPr txBox="1"/>
            <p:nvPr/>
          </p:nvSpPr>
          <p:spPr>
            <a:xfrm>
              <a:off x="2061059" y="4267242"/>
              <a:ext cx="432060" cy="432060"/>
            </a:xfrm>
            <a:prstGeom prst="rect">
              <a:avLst/>
            </a:prstGeom>
            <a:ln>
              <a:noFill/>
            </a:ln>
          </p:spPr>
          <p:txBody>
            <a:bodyPr vert="horz" wrap="square" lIns="0" tIns="0" rIns="0" bIns="0" rtlCol="0" anchor="ctr">
              <a:normAutofit/>
            </a:bodyPr>
            <a:lstStyle/>
            <a:p>
              <a:r>
                <a:rPr lang="en-GB" sz="1100" b="1" dirty="0">
                  <a:solidFill>
                    <a:schemeClr val="bg1"/>
                  </a:solidFill>
                  <a:latin typeface="+mj-lt"/>
                </a:rPr>
                <a:t>  Ctx</a:t>
              </a:r>
            </a:p>
          </p:txBody>
        </p:sp>
        <p:sp>
          <p:nvSpPr>
            <p:cNvPr id="113" name="TextBox 112"/>
            <p:cNvSpPr txBox="1"/>
            <p:nvPr/>
          </p:nvSpPr>
          <p:spPr>
            <a:xfrm>
              <a:off x="2608259" y="3717040"/>
              <a:ext cx="432060" cy="432060"/>
            </a:xfrm>
            <a:prstGeom prst="rect">
              <a:avLst/>
            </a:prstGeom>
            <a:ln>
              <a:noFill/>
            </a:ln>
          </p:spPr>
          <p:txBody>
            <a:bodyPr vert="horz" wrap="square" lIns="0" tIns="0" rIns="0" bIns="0" rtlCol="0" anchor="ctr">
              <a:normAutofit/>
            </a:bodyPr>
            <a:lstStyle/>
            <a:p>
              <a:r>
                <a:rPr lang="en-GB" sz="1100" b="1" dirty="0">
                  <a:solidFill>
                    <a:schemeClr val="bg1"/>
                  </a:solidFill>
                  <a:latin typeface="+mj-lt"/>
                </a:rPr>
                <a:t>  Ctx</a:t>
              </a:r>
            </a:p>
          </p:txBody>
        </p:sp>
        <p:sp>
          <p:nvSpPr>
            <p:cNvPr id="114" name="TextBox 113"/>
            <p:cNvSpPr txBox="1"/>
            <p:nvPr/>
          </p:nvSpPr>
          <p:spPr>
            <a:xfrm>
              <a:off x="2608259" y="4267242"/>
              <a:ext cx="432060" cy="432060"/>
            </a:xfrm>
            <a:prstGeom prst="rect">
              <a:avLst/>
            </a:prstGeom>
            <a:ln>
              <a:noFill/>
            </a:ln>
          </p:spPr>
          <p:txBody>
            <a:bodyPr vert="horz" wrap="square" lIns="0" tIns="0" rIns="0" bIns="0" rtlCol="0" anchor="ctr">
              <a:normAutofit/>
            </a:bodyPr>
            <a:lstStyle/>
            <a:p>
              <a:r>
                <a:rPr lang="en-GB" sz="1100" b="1" dirty="0">
                  <a:solidFill>
                    <a:schemeClr val="bg1"/>
                  </a:solidFill>
                  <a:latin typeface="+mj-lt"/>
                </a:rPr>
                <a:t>  Ctx</a:t>
              </a:r>
            </a:p>
          </p:txBody>
        </p:sp>
        <p:sp>
          <p:nvSpPr>
            <p:cNvPr id="115" name="TextBox 114"/>
            <p:cNvSpPr txBox="1"/>
            <p:nvPr/>
          </p:nvSpPr>
          <p:spPr>
            <a:xfrm>
              <a:off x="3141209" y="3717040"/>
              <a:ext cx="432060" cy="432060"/>
            </a:xfrm>
            <a:prstGeom prst="rect">
              <a:avLst/>
            </a:prstGeom>
            <a:ln>
              <a:noFill/>
            </a:ln>
          </p:spPr>
          <p:txBody>
            <a:bodyPr vert="horz" wrap="square" lIns="0" tIns="0" rIns="0" bIns="0" rtlCol="0" anchor="ctr">
              <a:normAutofit/>
            </a:bodyPr>
            <a:lstStyle/>
            <a:p>
              <a:r>
                <a:rPr lang="en-GB" sz="1100" b="1" dirty="0">
                  <a:solidFill>
                    <a:schemeClr val="bg1"/>
                  </a:solidFill>
                  <a:latin typeface="+mj-lt"/>
                </a:rPr>
                <a:t>  Ctx</a:t>
              </a:r>
            </a:p>
          </p:txBody>
        </p:sp>
        <p:sp>
          <p:nvSpPr>
            <p:cNvPr id="116" name="TextBox 115"/>
            <p:cNvSpPr txBox="1"/>
            <p:nvPr/>
          </p:nvSpPr>
          <p:spPr>
            <a:xfrm>
              <a:off x="3141209" y="4267242"/>
              <a:ext cx="432060" cy="432060"/>
            </a:xfrm>
            <a:prstGeom prst="rect">
              <a:avLst/>
            </a:prstGeom>
            <a:ln>
              <a:noFill/>
            </a:ln>
          </p:spPr>
          <p:txBody>
            <a:bodyPr vert="horz" wrap="square" lIns="0" tIns="0" rIns="0" bIns="0" rtlCol="0" anchor="ctr">
              <a:normAutofit/>
            </a:bodyPr>
            <a:lstStyle/>
            <a:p>
              <a:r>
                <a:rPr lang="en-GB" sz="1100" b="1" dirty="0">
                  <a:solidFill>
                    <a:schemeClr val="bg1"/>
                  </a:solidFill>
                  <a:latin typeface="+mj-lt"/>
                </a:rPr>
                <a:t>  Ctx</a:t>
              </a:r>
            </a:p>
          </p:txBody>
        </p:sp>
      </p:grpSp>
    </p:spTree>
    <p:extLst>
      <p:ext uri="{BB962C8B-B14F-4D97-AF65-F5344CB8AC3E}">
        <p14:creationId xmlns:p14="http://schemas.microsoft.com/office/powerpoint/2010/main" val="3035843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
          </p:nvPr>
        </p:nvSpPr>
        <p:spPr/>
        <p:txBody>
          <a:bodyPr/>
          <a:lstStyle/>
          <a:p>
            <a:pPr>
              <a:lnSpc>
                <a:spcPct val="150000"/>
              </a:lnSpc>
            </a:pPr>
            <a:r>
              <a:rPr lang="en-GB" sz="1800" dirty="0"/>
              <a:t> </a:t>
            </a:r>
            <a:r>
              <a:rPr lang="en-GB" dirty="0"/>
              <a:t>Eight core design gives </a:t>
            </a:r>
          </a:p>
          <a:p>
            <a:pPr lvl="1">
              <a:lnSpc>
                <a:spcPct val="150000"/>
              </a:lnSpc>
            </a:pPr>
            <a:r>
              <a:rPr lang="en-GB" dirty="0"/>
              <a:t>1024 concurrent active threads</a:t>
            </a:r>
          </a:p>
          <a:p>
            <a:pPr lvl="1">
              <a:lnSpc>
                <a:spcPct val="150000"/>
              </a:lnSpc>
            </a:pPr>
            <a:r>
              <a:rPr lang="en-GB" dirty="0"/>
              <a:t>Up to 8 fragments completed per cycle  </a:t>
            </a:r>
          </a:p>
          <a:p>
            <a:pPr>
              <a:lnSpc>
                <a:spcPct val="150000"/>
              </a:lnSpc>
            </a:pPr>
            <a:endParaRPr lang="en-GB" dirty="0"/>
          </a:p>
          <a:p>
            <a:pPr>
              <a:lnSpc>
                <a:spcPct val="150000"/>
              </a:lnSpc>
            </a:pPr>
            <a:r>
              <a:rPr lang="en-GB" dirty="0"/>
              <a:t>Shared L2 cache reduces bandwidth</a:t>
            </a:r>
          </a:p>
          <a:p>
            <a:pPr lvl="1">
              <a:lnSpc>
                <a:spcPct val="150000"/>
              </a:lnSpc>
            </a:pPr>
            <a:r>
              <a:rPr lang="en-GB" dirty="0"/>
              <a:t>Shared data fetch due to spatial locality</a:t>
            </a:r>
          </a:p>
        </p:txBody>
      </p:sp>
      <p:sp>
        <p:nvSpPr>
          <p:cNvPr id="21506" name="Title 1"/>
          <p:cNvSpPr>
            <a:spLocks noGrp="1"/>
          </p:cNvSpPr>
          <p:nvPr>
            <p:ph type="title"/>
          </p:nvPr>
        </p:nvSpPr>
        <p:spPr/>
        <p:txBody>
          <a:bodyPr>
            <a:normAutofit/>
          </a:bodyPr>
          <a:lstStyle/>
          <a:p>
            <a:r>
              <a:rPr lang="en-GB" dirty="0"/>
              <a:t>Scale via Multiple Instances</a:t>
            </a:r>
          </a:p>
        </p:txBody>
      </p:sp>
      <p:grpSp>
        <p:nvGrpSpPr>
          <p:cNvPr id="21992" name="Group 21991">
            <a:extLst>
              <a:ext uri="{FF2B5EF4-FFF2-40B4-BE49-F238E27FC236}">
                <a16:creationId xmlns:a16="http://schemas.microsoft.com/office/drawing/2014/main" id="{02098D28-B44E-290A-FB65-2641D2C9103D}"/>
              </a:ext>
            </a:extLst>
          </p:cNvPr>
          <p:cNvGrpSpPr/>
          <p:nvPr/>
        </p:nvGrpSpPr>
        <p:grpSpPr>
          <a:xfrm>
            <a:off x="5951535" y="1056560"/>
            <a:ext cx="5905500" cy="5003496"/>
            <a:chOff x="3323676" y="1292558"/>
            <a:chExt cx="4685333" cy="3691782"/>
          </a:xfrm>
        </p:grpSpPr>
        <p:sp>
          <p:nvSpPr>
            <p:cNvPr id="21993" name="Rectangle 21992">
              <a:extLst>
                <a:ext uri="{FF2B5EF4-FFF2-40B4-BE49-F238E27FC236}">
                  <a16:creationId xmlns:a16="http://schemas.microsoft.com/office/drawing/2014/main" id="{B2EB1850-3D1A-9F73-23EC-40614D9C1972}"/>
                </a:ext>
              </a:extLst>
            </p:cNvPr>
            <p:cNvSpPr/>
            <p:nvPr/>
          </p:nvSpPr>
          <p:spPr bwMode="auto">
            <a:xfrm>
              <a:off x="3328359" y="4610041"/>
              <a:ext cx="4680650" cy="374299"/>
            </a:xfrm>
            <a:prstGeom prst="rect">
              <a:avLst/>
            </a:prstGeom>
            <a:solidFill>
              <a:srgbClr val="7D868C"/>
            </a:solidFill>
            <a:ln w="19050" cap="flat" cmpd="sng" algn="ctr">
              <a:solidFill>
                <a:srgbClr val="333E48">
                  <a:lumMod val="50000"/>
                </a:srgbClr>
              </a:solidFill>
              <a:prstDash val="solid"/>
              <a:miter lim="800000"/>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GB" sz="1400" b="0" i="0" u="none" strike="noStrike" kern="0" cap="none" spc="0" normalizeH="0" baseline="0" noProof="0" dirty="0">
                  <a:ln>
                    <a:noFill/>
                  </a:ln>
                  <a:solidFill>
                    <a:prstClr val="white"/>
                  </a:solidFill>
                  <a:effectLst/>
                  <a:uLnTx/>
                  <a:uFillTx/>
                  <a:latin typeface="Calibri Light"/>
                  <a:ea typeface="+mn-ea"/>
                  <a:cs typeface="+mn-cs"/>
                </a:rPr>
                <a:t>Shared L2 Cache</a:t>
              </a:r>
            </a:p>
          </p:txBody>
        </p:sp>
        <p:grpSp>
          <p:nvGrpSpPr>
            <p:cNvPr id="21994" name="Group 21993">
              <a:extLst>
                <a:ext uri="{FF2B5EF4-FFF2-40B4-BE49-F238E27FC236}">
                  <a16:creationId xmlns:a16="http://schemas.microsoft.com/office/drawing/2014/main" id="{5AB9C2CD-9180-8940-0941-3DA5E78D71AE}"/>
                </a:ext>
              </a:extLst>
            </p:cNvPr>
            <p:cNvGrpSpPr/>
            <p:nvPr/>
          </p:nvGrpSpPr>
          <p:grpSpPr>
            <a:xfrm>
              <a:off x="3323676" y="1292558"/>
              <a:ext cx="1066302" cy="1584220"/>
              <a:chOff x="3933319" y="1268700"/>
              <a:chExt cx="2520350" cy="3744520"/>
            </a:xfrm>
          </p:grpSpPr>
          <p:sp>
            <p:nvSpPr>
              <p:cNvPr id="22457" name="Rectangle 22456">
                <a:extLst>
                  <a:ext uri="{FF2B5EF4-FFF2-40B4-BE49-F238E27FC236}">
                    <a16:creationId xmlns:a16="http://schemas.microsoft.com/office/drawing/2014/main" id="{2B3877F1-4610-980E-EF9D-42A4FDDEA2E4}"/>
                  </a:ext>
                </a:extLst>
              </p:cNvPr>
              <p:cNvSpPr/>
              <p:nvPr/>
            </p:nvSpPr>
            <p:spPr>
              <a:xfrm>
                <a:off x="3933319" y="1268700"/>
                <a:ext cx="2520350" cy="3744520"/>
              </a:xfrm>
              <a:prstGeom prst="rect">
                <a:avLst/>
              </a:prstGeom>
              <a:solidFill>
                <a:sysClr val="window" lastClr="FFFFFF">
                  <a:lumMod val="95000"/>
                </a:sysClr>
              </a:solidFill>
              <a:ln w="6350" cap="flat" cmpd="sng" algn="ctr">
                <a:solidFill>
                  <a:sysClr val="window" lastClr="FFFFFF">
                    <a:lumMod val="7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58" name="Rectangle 22457">
                <a:extLst>
                  <a:ext uri="{FF2B5EF4-FFF2-40B4-BE49-F238E27FC236}">
                    <a16:creationId xmlns:a16="http://schemas.microsoft.com/office/drawing/2014/main" id="{A9FFD5AC-2A9F-74F1-775C-658F3029008A}"/>
                  </a:ext>
                </a:extLst>
              </p:cNvPr>
              <p:cNvSpPr/>
              <p:nvPr/>
            </p:nvSpPr>
            <p:spPr>
              <a:xfrm>
                <a:off x="4077339" y="1412720"/>
                <a:ext cx="2232310" cy="504070"/>
              </a:xfrm>
              <a:prstGeom prst="rect">
                <a:avLst/>
              </a:prstGeom>
              <a:solidFill>
                <a:srgbClr val="95D600"/>
              </a:solidFill>
              <a:ln w="19050" cap="flat" cmpd="sng" algn="ctr">
                <a:solidFill>
                  <a:srgbClr val="95D60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59" name="Rectangle 22458">
                <a:extLst>
                  <a:ext uri="{FF2B5EF4-FFF2-40B4-BE49-F238E27FC236}">
                    <a16:creationId xmlns:a16="http://schemas.microsoft.com/office/drawing/2014/main" id="{BA549E3C-3FC8-0243-DE86-E647DD4F9012}"/>
                  </a:ext>
                </a:extLst>
              </p:cNvPr>
              <p:cNvSpPr/>
              <p:nvPr/>
            </p:nvSpPr>
            <p:spPr>
              <a:xfrm>
                <a:off x="407733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460" name="Rectangle 22459">
                <a:extLst>
                  <a:ext uri="{FF2B5EF4-FFF2-40B4-BE49-F238E27FC236}">
                    <a16:creationId xmlns:a16="http://schemas.microsoft.com/office/drawing/2014/main" id="{2E4A47D3-82FB-6E71-849B-70F16E7B9CCE}"/>
                  </a:ext>
                </a:extLst>
              </p:cNvPr>
              <p:cNvSpPr/>
              <p:nvPr/>
            </p:nvSpPr>
            <p:spPr>
              <a:xfrm>
                <a:off x="4077339" y="3140960"/>
                <a:ext cx="2232310" cy="1728240"/>
              </a:xfrm>
              <a:prstGeom prst="rect">
                <a:avLst/>
              </a:prstGeom>
              <a:solidFill>
                <a:srgbClr val="0091BD"/>
              </a:solidFill>
              <a:ln w="19050" cap="flat" cmpd="sng" algn="ctr">
                <a:solidFill>
                  <a:srgbClr val="0091BD">
                    <a:shade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61" name="Rectangle 22460">
                <a:extLst>
                  <a:ext uri="{FF2B5EF4-FFF2-40B4-BE49-F238E27FC236}">
                    <a16:creationId xmlns:a16="http://schemas.microsoft.com/office/drawing/2014/main" id="{93BEE86E-3ED2-58A1-854F-2714497BDB9C}"/>
                  </a:ext>
                </a:extLst>
              </p:cNvPr>
              <p:cNvSpPr/>
              <p:nvPr/>
            </p:nvSpPr>
            <p:spPr>
              <a:xfrm>
                <a:off x="465341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462" name="Rectangle 22461">
                <a:extLst>
                  <a:ext uri="{FF2B5EF4-FFF2-40B4-BE49-F238E27FC236}">
                    <a16:creationId xmlns:a16="http://schemas.microsoft.com/office/drawing/2014/main" id="{1B87C09F-9AC3-1D57-2A31-9AF3C1083200}"/>
                  </a:ext>
                </a:extLst>
              </p:cNvPr>
              <p:cNvSpPr/>
              <p:nvPr/>
            </p:nvSpPr>
            <p:spPr>
              <a:xfrm>
                <a:off x="522949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463" name="Rectangle 22462">
                <a:extLst>
                  <a:ext uri="{FF2B5EF4-FFF2-40B4-BE49-F238E27FC236}">
                    <a16:creationId xmlns:a16="http://schemas.microsoft.com/office/drawing/2014/main" id="{F8880D3F-EF92-CD9B-EDB7-0568E1926E25}"/>
                  </a:ext>
                </a:extLst>
              </p:cNvPr>
              <p:cNvSpPr/>
              <p:nvPr/>
            </p:nvSpPr>
            <p:spPr>
              <a:xfrm>
                <a:off x="580557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464" name="Rectangle 22463">
                <a:extLst>
                  <a:ext uri="{FF2B5EF4-FFF2-40B4-BE49-F238E27FC236}">
                    <a16:creationId xmlns:a16="http://schemas.microsoft.com/office/drawing/2014/main" id="{EB70962B-B026-FE5E-0A56-1AA7C9454259}"/>
                  </a:ext>
                </a:extLst>
              </p:cNvPr>
              <p:cNvSpPr/>
              <p:nvPr/>
            </p:nvSpPr>
            <p:spPr>
              <a:xfrm>
                <a:off x="407733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465" name="Rectangle 22464">
                <a:extLst>
                  <a:ext uri="{FF2B5EF4-FFF2-40B4-BE49-F238E27FC236}">
                    <a16:creationId xmlns:a16="http://schemas.microsoft.com/office/drawing/2014/main" id="{BE077F72-B6F0-C4BB-4F3F-861A082BDDE3}"/>
                  </a:ext>
                </a:extLst>
              </p:cNvPr>
              <p:cNvSpPr/>
              <p:nvPr/>
            </p:nvSpPr>
            <p:spPr>
              <a:xfrm>
                <a:off x="465341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466" name="Rectangle 22465">
                <a:extLst>
                  <a:ext uri="{FF2B5EF4-FFF2-40B4-BE49-F238E27FC236}">
                    <a16:creationId xmlns:a16="http://schemas.microsoft.com/office/drawing/2014/main" id="{1B86189B-E716-1614-FA7B-339F6F09275D}"/>
                  </a:ext>
                </a:extLst>
              </p:cNvPr>
              <p:cNvSpPr/>
              <p:nvPr/>
            </p:nvSpPr>
            <p:spPr>
              <a:xfrm>
                <a:off x="522949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467" name="Rectangle 22466">
                <a:extLst>
                  <a:ext uri="{FF2B5EF4-FFF2-40B4-BE49-F238E27FC236}">
                    <a16:creationId xmlns:a16="http://schemas.microsoft.com/office/drawing/2014/main" id="{3F137154-BBFB-7126-6A93-D3623C2CA8B0}"/>
                  </a:ext>
                </a:extLst>
              </p:cNvPr>
              <p:cNvSpPr/>
              <p:nvPr/>
            </p:nvSpPr>
            <p:spPr>
              <a:xfrm>
                <a:off x="580557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22468" name="Group 22467">
                <a:extLst>
                  <a:ext uri="{FF2B5EF4-FFF2-40B4-BE49-F238E27FC236}">
                    <a16:creationId xmlns:a16="http://schemas.microsoft.com/office/drawing/2014/main" id="{2EAA2BED-05A1-3C78-88F2-23A109CC65F4}"/>
                  </a:ext>
                </a:extLst>
              </p:cNvPr>
              <p:cNvGrpSpPr/>
              <p:nvPr/>
            </p:nvGrpSpPr>
            <p:grpSpPr>
              <a:xfrm>
                <a:off x="4149349" y="3212970"/>
                <a:ext cx="432060" cy="432060"/>
                <a:chOff x="3429249" y="3645030"/>
                <a:chExt cx="432060" cy="432060"/>
              </a:xfrm>
            </p:grpSpPr>
            <p:sp>
              <p:nvSpPr>
                <p:cNvPr id="22517" name="Rectangle 22516">
                  <a:extLst>
                    <a:ext uri="{FF2B5EF4-FFF2-40B4-BE49-F238E27FC236}">
                      <a16:creationId xmlns:a16="http://schemas.microsoft.com/office/drawing/2014/main" id="{C1F93EAE-1967-4AF6-E58C-E5E82D54D146}"/>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518" name="Rectangle 22517">
                  <a:extLst>
                    <a:ext uri="{FF2B5EF4-FFF2-40B4-BE49-F238E27FC236}">
                      <a16:creationId xmlns:a16="http://schemas.microsoft.com/office/drawing/2014/main" id="{8A7C6B3D-6EDA-07B0-5744-8823BBFFE635}"/>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519" name="Rectangle 22518">
                  <a:extLst>
                    <a:ext uri="{FF2B5EF4-FFF2-40B4-BE49-F238E27FC236}">
                      <a16:creationId xmlns:a16="http://schemas.microsoft.com/office/drawing/2014/main" id="{E959FE59-BB60-6786-6AAF-4AE5A2B68C72}"/>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520" name="Rectangle 22519">
                  <a:extLst>
                    <a:ext uri="{FF2B5EF4-FFF2-40B4-BE49-F238E27FC236}">
                      <a16:creationId xmlns:a16="http://schemas.microsoft.com/office/drawing/2014/main" id="{7E481627-2F91-A8CC-79F4-D4F479B93E6C}"/>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521" name="Rectangle 22520">
                  <a:extLst>
                    <a:ext uri="{FF2B5EF4-FFF2-40B4-BE49-F238E27FC236}">
                      <a16:creationId xmlns:a16="http://schemas.microsoft.com/office/drawing/2014/main" id="{33E71C31-9192-7A32-07BF-E6583ED3A773}"/>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469" name="Group 22468">
                <a:extLst>
                  <a:ext uri="{FF2B5EF4-FFF2-40B4-BE49-F238E27FC236}">
                    <a16:creationId xmlns:a16="http://schemas.microsoft.com/office/drawing/2014/main" id="{1FCC7F8D-FD21-7647-ADA6-B2AE9C3A03AC}"/>
                  </a:ext>
                </a:extLst>
              </p:cNvPr>
              <p:cNvGrpSpPr/>
              <p:nvPr/>
            </p:nvGrpSpPr>
            <p:grpSpPr>
              <a:xfrm>
                <a:off x="4708177" y="3212970"/>
                <a:ext cx="432060" cy="432060"/>
                <a:chOff x="3429249" y="3645030"/>
                <a:chExt cx="432060" cy="432060"/>
              </a:xfrm>
            </p:grpSpPr>
            <p:sp>
              <p:nvSpPr>
                <p:cNvPr id="22512" name="Rectangle 22511">
                  <a:extLst>
                    <a:ext uri="{FF2B5EF4-FFF2-40B4-BE49-F238E27FC236}">
                      <a16:creationId xmlns:a16="http://schemas.microsoft.com/office/drawing/2014/main" id="{81EE17D7-FB55-5071-B964-ED9AC520F576}"/>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513" name="Rectangle 22512">
                  <a:extLst>
                    <a:ext uri="{FF2B5EF4-FFF2-40B4-BE49-F238E27FC236}">
                      <a16:creationId xmlns:a16="http://schemas.microsoft.com/office/drawing/2014/main" id="{B62D73AC-E04F-46AB-5B14-D17F732EA6B6}"/>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514" name="Rectangle 22513">
                  <a:extLst>
                    <a:ext uri="{FF2B5EF4-FFF2-40B4-BE49-F238E27FC236}">
                      <a16:creationId xmlns:a16="http://schemas.microsoft.com/office/drawing/2014/main" id="{BD91D218-5363-168E-7454-6747FF231BFD}"/>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515" name="Rectangle 22514">
                  <a:extLst>
                    <a:ext uri="{FF2B5EF4-FFF2-40B4-BE49-F238E27FC236}">
                      <a16:creationId xmlns:a16="http://schemas.microsoft.com/office/drawing/2014/main" id="{CB39EBEC-89DF-8F04-C417-0B20E6B16866}"/>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516" name="Rectangle 22515">
                  <a:extLst>
                    <a:ext uri="{FF2B5EF4-FFF2-40B4-BE49-F238E27FC236}">
                      <a16:creationId xmlns:a16="http://schemas.microsoft.com/office/drawing/2014/main" id="{701D9E86-EB85-212F-B7E3-905FC1015EDC}"/>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470" name="Group 22469">
                <a:extLst>
                  <a:ext uri="{FF2B5EF4-FFF2-40B4-BE49-F238E27FC236}">
                    <a16:creationId xmlns:a16="http://schemas.microsoft.com/office/drawing/2014/main" id="{92DA5121-5F50-B36E-CA6C-1E58C9A17176}"/>
                  </a:ext>
                </a:extLst>
              </p:cNvPr>
              <p:cNvGrpSpPr/>
              <p:nvPr/>
            </p:nvGrpSpPr>
            <p:grpSpPr>
              <a:xfrm>
                <a:off x="5264003" y="3212970"/>
                <a:ext cx="432060" cy="432060"/>
                <a:chOff x="3429249" y="3645030"/>
                <a:chExt cx="432060" cy="432060"/>
              </a:xfrm>
            </p:grpSpPr>
            <p:sp>
              <p:nvSpPr>
                <p:cNvPr id="22507" name="Rectangle 22506">
                  <a:extLst>
                    <a:ext uri="{FF2B5EF4-FFF2-40B4-BE49-F238E27FC236}">
                      <a16:creationId xmlns:a16="http://schemas.microsoft.com/office/drawing/2014/main" id="{6B528FD4-7621-A3C6-3D56-C52AECEF872A}"/>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508" name="Rectangle 22507">
                  <a:extLst>
                    <a:ext uri="{FF2B5EF4-FFF2-40B4-BE49-F238E27FC236}">
                      <a16:creationId xmlns:a16="http://schemas.microsoft.com/office/drawing/2014/main" id="{3A2E841B-C7A0-C8B5-2B29-7B5CD189D602}"/>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509" name="Rectangle 22508">
                  <a:extLst>
                    <a:ext uri="{FF2B5EF4-FFF2-40B4-BE49-F238E27FC236}">
                      <a16:creationId xmlns:a16="http://schemas.microsoft.com/office/drawing/2014/main" id="{336C4FCE-6D1A-E574-BCA3-6BD091B0BD68}"/>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510" name="Rectangle 22509">
                  <a:extLst>
                    <a:ext uri="{FF2B5EF4-FFF2-40B4-BE49-F238E27FC236}">
                      <a16:creationId xmlns:a16="http://schemas.microsoft.com/office/drawing/2014/main" id="{EAA9CB53-E96D-A4D5-278E-D4FDCF28EAE3}"/>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511" name="Rectangle 22510">
                  <a:extLst>
                    <a:ext uri="{FF2B5EF4-FFF2-40B4-BE49-F238E27FC236}">
                      <a16:creationId xmlns:a16="http://schemas.microsoft.com/office/drawing/2014/main" id="{01C38843-769C-1F1E-1E45-DE687AE71F68}"/>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471" name="Group 22470">
                <a:extLst>
                  <a:ext uri="{FF2B5EF4-FFF2-40B4-BE49-F238E27FC236}">
                    <a16:creationId xmlns:a16="http://schemas.microsoft.com/office/drawing/2014/main" id="{07CEC7DD-DC3A-CF52-4D52-66FD9D9F4F06}"/>
                  </a:ext>
                </a:extLst>
              </p:cNvPr>
              <p:cNvGrpSpPr/>
              <p:nvPr/>
            </p:nvGrpSpPr>
            <p:grpSpPr>
              <a:xfrm>
                <a:off x="5805579" y="3212970"/>
                <a:ext cx="432060" cy="432060"/>
                <a:chOff x="3429249" y="3645030"/>
                <a:chExt cx="432060" cy="432060"/>
              </a:xfrm>
            </p:grpSpPr>
            <p:sp>
              <p:nvSpPr>
                <p:cNvPr id="22502" name="Rectangle 22501">
                  <a:extLst>
                    <a:ext uri="{FF2B5EF4-FFF2-40B4-BE49-F238E27FC236}">
                      <a16:creationId xmlns:a16="http://schemas.microsoft.com/office/drawing/2014/main" id="{8EAA5F55-07F1-8BAE-B5C7-C32B7D9AE214}"/>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503" name="Rectangle 22502">
                  <a:extLst>
                    <a:ext uri="{FF2B5EF4-FFF2-40B4-BE49-F238E27FC236}">
                      <a16:creationId xmlns:a16="http://schemas.microsoft.com/office/drawing/2014/main" id="{7C6A2555-ECBC-D4F1-69BB-9CB568FCCE96}"/>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504" name="Rectangle 22503">
                  <a:extLst>
                    <a:ext uri="{FF2B5EF4-FFF2-40B4-BE49-F238E27FC236}">
                      <a16:creationId xmlns:a16="http://schemas.microsoft.com/office/drawing/2014/main" id="{581166A0-2017-E129-3A0C-7D07D9A975BB}"/>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505" name="Rectangle 22504">
                  <a:extLst>
                    <a:ext uri="{FF2B5EF4-FFF2-40B4-BE49-F238E27FC236}">
                      <a16:creationId xmlns:a16="http://schemas.microsoft.com/office/drawing/2014/main" id="{D901ABE1-E55A-8CB4-3F37-46204D6C306B}"/>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506" name="Rectangle 22505">
                  <a:extLst>
                    <a:ext uri="{FF2B5EF4-FFF2-40B4-BE49-F238E27FC236}">
                      <a16:creationId xmlns:a16="http://schemas.microsoft.com/office/drawing/2014/main" id="{FD2B4666-DC5C-EC39-5A4F-02D09031B12D}"/>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472" name="Group 22471">
                <a:extLst>
                  <a:ext uri="{FF2B5EF4-FFF2-40B4-BE49-F238E27FC236}">
                    <a16:creationId xmlns:a16="http://schemas.microsoft.com/office/drawing/2014/main" id="{75EA9C22-D39E-6D75-D50E-D955369A9086}"/>
                  </a:ext>
                </a:extLst>
              </p:cNvPr>
              <p:cNvGrpSpPr/>
              <p:nvPr/>
            </p:nvGrpSpPr>
            <p:grpSpPr>
              <a:xfrm>
                <a:off x="4149349" y="3760170"/>
                <a:ext cx="432060" cy="432060"/>
                <a:chOff x="3429249" y="3645030"/>
                <a:chExt cx="432060" cy="432060"/>
              </a:xfrm>
            </p:grpSpPr>
            <p:sp>
              <p:nvSpPr>
                <p:cNvPr id="22497" name="Rectangle 22496">
                  <a:extLst>
                    <a:ext uri="{FF2B5EF4-FFF2-40B4-BE49-F238E27FC236}">
                      <a16:creationId xmlns:a16="http://schemas.microsoft.com/office/drawing/2014/main" id="{835A0398-82CA-D76E-5E12-3A2F521408C7}"/>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98" name="Rectangle 22497">
                  <a:extLst>
                    <a:ext uri="{FF2B5EF4-FFF2-40B4-BE49-F238E27FC236}">
                      <a16:creationId xmlns:a16="http://schemas.microsoft.com/office/drawing/2014/main" id="{35E1B884-4A9A-EAD4-1D1A-83ECC1645CA3}"/>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99" name="Rectangle 22498">
                  <a:extLst>
                    <a:ext uri="{FF2B5EF4-FFF2-40B4-BE49-F238E27FC236}">
                      <a16:creationId xmlns:a16="http://schemas.microsoft.com/office/drawing/2014/main" id="{DB650C4F-8ECE-2DE6-995C-895F07E64157}"/>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500" name="Rectangle 22499">
                  <a:extLst>
                    <a:ext uri="{FF2B5EF4-FFF2-40B4-BE49-F238E27FC236}">
                      <a16:creationId xmlns:a16="http://schemas.microsoft.com/office/drawing/2014/main" id="{E679AB8F-B0A0-A67B-15BE-9D81945EB28E}"/>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501" name="Rectangle 22500">
                  <a:extLst>
                    <a:ext uri="{FF2B5EF4-FFF2-40B4-BE49-F238E27FC236}">
                      <a16:creationId xmlns:a16="http://schemas.microsoft.com/office/drawing/2014/main" id="{F93EE523-27E3-57AA-A1CF-94B53F75D7A8}"/>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473" name="Group 22472">
                <a:extLst>
                  <a:ext uri="{FF2B5EF4-FFF2-40B4-BE49-F238E27FC236}">
                    <a16:creationId xmlns:a16="http://schemas.microsoft.com/office/drawing/2014/main" id="{3CCC5206-880E-3C28-F419-B7E56DA0849D}"/>
                  </a:ext>
                </a:extLst>
              </p:cNvPr>
              <p:cNvGrpSpPr/>
              <p:nvPr/>
            </p:nvGrpSpPr>
            <p:grpSpPr>
              <a:xfrm>
                <a:off x="4708177" y="3760170"/>
                <a:ext cx="432060" cy="432060"/>
                <a:chOff x="3429249" y="3645030"/>
                <a:chExt cx="432060" cy="432060"/>
              </a:xfrm>
            </p:grpSpPr>
            <p:sp>
              <p:nvSpPr>
                <p:cNvPr id="22492" name="Rectangle 22491">
                  <a:extLst>
                    <a:ext uri="{FF2B5EF4-FFF2-40B4-BE49-F238E27FC236}">
                      <a16:creationId xmlns:a16="http://schemas.microsoft.com/office/drawing/2014/main" id="{98C8A99E-C3DE-00C6-1C03-7B3F000CFFE7}"/>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93" name="Rectangle 22492">
                  <a:extLst>
                    <a:ext uri="{FF2B5EF4-FFF2-40B4-BE49-F238E27FC236}">
                      <a16:creationId xmlns:a16="http://schemas.microsoft.com/office/drawing/2014/main" id="{B11773BB-4ED1-3242-D15C-71A7C5C103F0}"/>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94" name="Rectangle 22493">
                  <a:extLst>
                    <a:ext uri="{FF2B5EF4-FFF2-40B4-BE49-F238E27FC236}">
                      <a16:creationId xmlns:a16="http://schemas.microsoft.com/office/drawing/2014/main" id="{D9C2AA64-7EF2-F372-CCC0-DAEE0CAA5446}"/>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95" name="Rectangle 22494">
                  <a:extLst>
                    <a:ext uri="{FF2B5EF4-FFF2-40B4-BE49-F238E27FC236}">
                      <a16:creationId xmlns:a16="http://schemas.microsoft.com/office/drawing/2014/main" id="{09F20D2E-5A2A-5C5B-EC12-35BF597CA959}"/>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96" name="Rectangle 22495">
                  <a:extLst>
                    <a:ext uri="{FF2B5EF4-FFF2-40B4-BE49-F238E27FC236}">
                      <a16:creationId xmlns:a16="http://schemas.microsoft.com/office/drawing/2014/main" id="{09C40D7E-C114-8A3F-C1F2-B5D64371BF94}"/>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474" name="Group 22473">
                <a:extLst>
                  <a:ext uri="{FF2B5EF4-FFF2-40B4-BE49-F238E27FC236}">
                    <a16:creationId xmlns:a16="http://schemas.microsoft.com/office/drawing/2014/main" id="{BC300EF8-61AA-3F90-B9E6-41F9C4D3AB9A}"/>
                  </a:ext>
                </a:extLst>
              </p:cNvPr>
              <p:cNvGrpSpPr/>
              <p:nvPr/>
            </p:nvGrpSpPr>
            <p:grpSpPr>
              <a:xfrm>
                <a:off x="5264003" y="3760170"/>
                <a:ext cx="432060" cy="432060"/>
                <a:chOff x="3429249" y="3645030"/>
                <a:chExt cx="432060" cy="432060"/>
              </a:xfrm>
            </p:grpSpPr>
            <p:sp>
              <p:nvSpPr>
                <p:cNvPr id="22487" name="Rectangle 22486">
                  <a:extLst>
                    <a:ext uri="{FF2B5EF4-FFF2-40B4-BE49-F238E27FC236}">
                      <a16:creationId xmlns:a16="http://schemas.microsoft.com/office/drawing/2014/main" id="{1DF8C5B2-1451-D4F7-05BE-EBBDDF7E7759}"/>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88" name="Rectangle 22487">
                  <a:extLst>
                    <a:ext uri="{FF2B5EF4-FFF2-40B4-BE49-F238E27FC236}">
                      <a16:creationId xmlns:a16="http://schemas.microsoft.com/office/drawing/2014/main" id="{F4530075-A7CA-1D0D-110D-DD92399AA20C}"/>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89" name="Rectangle 22488">
                  <a:extLst>
                    <a:ext uri="{FF2B5EF4-FFF2-40B4-BE49-F238E27FC236}">
                      <a16:creationId xmlns:a16="http://schemas.microsoft.com/office/drawing/2014/main" id="{494B0171-F747-77A8-C0F2-04D518FC912E}"/>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90" name="Rectangle 22489">
                  <a:extLst>
                    <a:ext uri="{FF2B5EF4-FFF2-40B4-BE49-F238E27FC236}">
                      <a16:creationId xmlns:a16="http://schemas.microsoft.com/office/drawing/2014/main" id="{A8C32E12-652D-D9FC-6C3E-FED8A40D1E18}"/>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91" name="Rectangle 22490">
                  <a:extLst>
                    <a:ext uri="{FF2B5EF4-FFF2-40B4-BE49-F238E27FC236}">
                      <a16:creationId xmlns:a16="http://schemas.microsoft.com/office/drawing/2014/main" id="{2CC23194-B741-6B1A-4F5F-68DF8B874A73}"/>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475" name="Group 22474">
                <a:extLst>
                  <a:ext uri="{FF2B5EF4-FFF2-40B4-BE49-F238E27FC236}">
                    <a16:creationId xmlns:a16="http://schemas.microsoft.com/office/drawing/2014/main" id="{E6AB1A5A-6BAC-F78E-D959-D3E0A3DD4108}"/>
                  </a:ext>
                </a:extLst>
              </p:cNvPr>
              <p:cNvGrpSpPr/>
              <p:nvPr/>
            </p:nvGrpSpPr>
            <p:grpSpPr>
              <a:xfrm>
                <a:off x="5805579" y="3760170"/>
                <a:ext cx="432060" cy="432060"/>
                <a:chOff x="3429249" y="3645030"/>
                <a:chExt cx="432060" cy="432060"/>
              </a:xfrm>
            </p:grpSpPr>
            <p:sp>
              <p:nvSpPr>
                <p:cNvPr id="22482" name="Rectangle 22481">
                  <a:extLst>
                    <a:ext uri="{FF2B5EF4-FFF2-40B4-BE49-F238E27FC236}">
                      <a16:creationId xmlns:a16="http://schemas.microsoft.com/office/drawing/2014/main" id="{752B414A-E6D5-0DA2-DD9F-760819C27F42}"/>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83" name="Rectangle 22482">
                  <a:extLst>
                    <a:ext uri="{FF2B5EF4-FFF2-40B4-BE49-F238E27FC236}">
                      <a16:creationId xmlns:a16="http://schemas.microsoft.com/office/drawing/2014/main" id="{C016ACF5-9CA3-40C0-B8D6-6E9BF93678C0}"/>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84" name="Rectangle 22483">
                  <a:extLst>
                    <a:ext uri="{FF2B5EF4-FFF2-40B4-BE49-F238E27FC236}">
                      <a16:creationId xmlns:a16="http://schemas.microsoft.com/office/drawing/2014/main" id="{F6A2A86E-3E47-8322-9DA6-A4A0CAF93A38}"/>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85" name="Rectangle 22484">
                  <a:extLst>
                    <a:ext uri="{FF2B5EF4-FFF2-40B4-BE49-F238E27FC236}">
                      <a16:creationId xmlns:a16="http://schemas.microsoft.com/office/drawing/2014/main" id="{35425A8F-0CB3-8101-CDE8-A1AE49FCC294}"/>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86" name="Rectangle 22485">
                  <a:extLst>
                    <a:ext uri="{FF2B5EF4-FFF2-40B4-BE49-F238E27FC236}">
                      <a16:creationId xmlns:a16="http://schemas.microsoft.com/office/drawing/2014/main" id="{3AD375CD-0B6D-6882-C2EC-F458ACF458DD}"/>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2476" name="Rectangle 22475">
                <a:extLst>
                  <a:ext uri="{FF2B5EF4-FFF2-40B4-BE49-F238E27FC236}">
                    <a16:creationId xmlns:a16="http://schemas.microsoft.com/office/drawing/2014/main" id="{4F9E145C-8014-2005-3424-314AA26A4D90}"/>
                  </a:ext>
                </a:extLst>
              </p:cNvPr>
              <p:cNvSpPr/>
              <p:nvPr/>
            </p:nvSpPr>
            <p:spPr>
              <a:xfrm>
                <a:off x="4149349" y="4353502"/>
                <a:ext cx="208829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22477" name="Group 22476">
                <a:extLst>
                  <a:ext uri="{FF2B5EF4-FFF2-40B4-BE49-F238E27FC236}">
                    <a16:creationId xmlns:a16="http://schemas.microsoft.com/office/drawing/2014/main" id="{495355D5-6151-AD10-6405-553B36514248}"/>
                  </a:ext>
                </a:extLst>
              </p:cNvPr>
              <p:cNvGrpSpPr/>
              <p:nvPr/>
            </p:nvGrpSpPr>
            <p:grpSpPr>
              <a:xfrm>
                <a:off x="4221359" y="4425512"/>
                <a:ext cx="1944270" cy="288040"/>
                <a:chOff x="1112927" y="4581160"/>
                <a:chExt cx="1392193" cy="288040"/>
              </a:xfrm>
            </p:grpSpPr>
            <p:sp>
              <p:nvSpPr>
                <p:cNvPr id="22478" name="Rectangle 22477">
                  <a:extLst>
                    <a:ext uri="{FF2B5EF4-FFF2-40B4-BE49-F238E27FC236}">
                      <a16:creationId xmlns:a16="http://schemas.microsoft.com/office/drawing/2014/main" id="{B25452E5-AB64-00E7-DE50-629F147ADCBA}"/>
                    </a:ext>
                  </a:extLst>
                </p:cNvPr>
                <p:cNvSpPr/>
                <p:nvPr/>
              </p:nvSpPr>
              <p:spPr>
                <a:xfrm>
                  <a:off x="1112927" y="458116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79" name="Rectangle 22478">
                  <a:extLst>
                    <a:ext uri="{FF2B5EF4-FFF2-40B4-BE49-F238E27FC236}">
                      <a16:creationId xmlns:a16="http://schemas.microsoft.com/office/drawing/2014/main" id="{9E27E303-9337-D1C9-DB68-78A12448A2CC}"/>
                    </a:ext>
                  </a:extLst>
                </p:cNvPr>
                <p:cNvSpPr/>
                <p:nvPr/>
              </p:nvSpPr>
              <p:spPr>
                <a:xfrm>
                  <a:off x="1112927" y="465317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80" name="Rectangle 22479">
                  <a:extLst>
                    <a:ext uri="{FF2B5EF4-FFF2-40B4-BE49-F238E27FC236}">
                      <a16:creationId xmlns:a16="http://schemas.microsoft.com/office/drawing/2014/main" id="{A453CD8A-700E-61D5-105B-9B6C21DEB114}"/>
                    </a:ext>
                  </a:extLst>
                </p:cNvPr>
                <p:cNvSpPr/>
                <p:nvPr/>
              </p:nvSpPr>
              <p:spPr>
                <a:xfrm>
                  <a:off x="1112927" y="472518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81" name="Rectangle 22480">
                  <a:extLst>
                    <a:ext uri="{FF2B5EF4-FFF2-40B4-BE49-F238E27FC236}">
                      <a16:creationId xmlns:a16="http://schemas.microsoft.com/office/drawing/2014/main" id="{E5DFEBDA-6916-8423-3743-5BC674388FF2}"/>
                    </a:ext>
                  </a:extLst>
                </p:cNvPr>
                <p:cNvSpPr/>
                <p:nvPr/>
              </p:nvSpPr>
              <p:spPr>
                <a:xfrm>
                  <a:off x="1112927" y="479719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grpSp>
          <p:nvGrpSpPr>
            <p:cNvPr id="21995" name="Group 21994">
              <a:extLst>
                <a:ext uri="{FF2B5EF4-FFF2-40B4-BE49-F238E27FC236}">
                  <a16:creationId xmlns:a16="http://schemas.microsoft.com/office/drawing/2014/main" id="{05ED453D-CB0A-04C8-37F8-769F2B7EB4D5}"/>
                </a:ext>
              </a:extLst>
            </p:cNvPr>
            <p:cNvGrpSpPr/>
            <p:nvPr/>
          </p:nvGrpSpPr>
          <p:grpSpPr>
            <a:xfrm>
              <a:off x="4475836" y="1302895"/>
              <a:ext cx="1066302" cy="1584220"/>
              <a:chOff x="3933319" y="1293132"/>
              <a:chExt cx="2520350" cy="3744520"/>
            </a:xfrm>
          </p:grpSpPr>
          <p:sp>
            <p:nvSpPr>
              <p:cNvPr id="22392" name="Rectangle 22391">
                <a:extLst>
                  <a:ext uri="{FF2B5EF4-FFF2-40B4-BE49-F238E27FC236}">
                    <a16:creationId xmlns:a16="http://schemas.microsoft.com/office/drawing/2014/main" id="{EFED8FEC-ACB8-E8E0-0B59-061290E1EF17}"/>
                  </a:ext>
                </a:extLst>
              </p:cNvPr>
              <p:cNvSpPr/>
              <p:nvPr/>
            </p:nvSpPr>
            <p:spPr>
              <a:xfrm>
                <a:off x="3933319" y="1293132"/>
                <a:ext cx="2520350" cy="3744520"/>
              </a:xfrm>
              <a:prstGeom prst="rect">
                <a:avLst/>
              </a:prstGeom>
              <a:solidFill>
                <a:sysClr val="window" lastClr="FFFFFF">
                  <a:lumMod val="95000"/>
                </a:sysClr>
              </a:solidFill>
              <a:ln w="6350" cap="flat" cmpd="sng" algn="ctr">
                <a:solidFill>
                  <a:sysClr val="window" lastClr="FFFFFF">
                    <a:lumMod val="7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93" name="Rectangle 22392">
                <a:extLst>
                  <a:ext uri="{FF2B5EF4-FFF2-40B4-BE49-F238E27FC236}">
                    <a16:creationId xmlns:a16="http://schemas.microsoft.com/office/drawing/2014/main" id="{11394F7F-2A5D-14C2-7D1C-B87BEF3E341F}"/>
                  </a:ext>
                </a:extLst>
              </p:cNvPr>
              <p:cNvSpPr/>
              <p:nvPr/>
            </p:nvSpPr>
            <p:spPr>
              <a:xfrm>
                <a:off x="4077339" y="1412720"/>
                <a:ext cx="2232310" cy="504070"/>
              </a:xfrm>
              <a:prstGeom prst="rect">
                <a:avLst/>
              </a:prstGeom>
              <a:solidFill>
                <a:srgbClr val="95D600"/>
              </a:solidFill>
              <a:ln w="19050" cap="flat" cmpd="sng" algn="ctr">
                <a:solidFill>
                  <a:srgbClr val="95D60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94" name="Rectangle 22393">
                <a:extLst>
                  <a:ext uri="{FF2B5EF4-FFF2-40B4-BE49-F238E27FC236}">
                    <a16:creationId xmlns:a16="http://schemas.microsoft.com/office/drawing/2014/main" id="{7EEF2044-7B4F-9960-BF9D-717C480DBA43}"/>
                  </a:ext>
                </a:extLst>
              </p:cNvPr>
              <p:cNvSpPr/>
              <p:nvPr/>
            </p:nvSpPr>
            <p:spPr>
              <a:xfrm>
                <a:off x="407733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395" name="Rectangle 22394">
                <a:extLst>
                  <a:ext uri="{FF2B5EF4-FFF2-40B4-BE49-F238E27FC236}">
                    <a16:creationId xmlns:a16="http://schemas.microsoft.com/office/drawing/2014/main" id="{3DA3CCC9-FB46-AAD2-DAF2-6BC240590C79}"/>
                  </a:ext>
                </a:extLst>
              </p:cNvPr>
              <p:cNvSpPr/>
              <p:nvPr/>
            </p:nvSpPr>
            <p:spPr>
              <a:xfrm>
                <a:off x="4077339" y="3140960"/>
                <a:ext cx="2232310" cy="1728240"/>
              </a:xfrm>
              <a:prstGeom prst="rect">
                <a:avLst/>
              </a:prstGeom>
              <a:solidFill>
                <a:srgbClr val="0091BD"/>
              </a:solidFill>
              <a:ln w="19050" cap="flat" cmpd="sng" algn="ctr">
                <a:solidFill>
                  <a:srgbClr val="0091BD">
                    <a:shade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96" name="Rectangle 22395">
                <a:extLst>
                  <a:ext uri="{FF2B5EF4-FFF2-40B4-BE49-F238E27FC236}">
                    <a16:creationId xmlns:a16="http://schemas.microsoft.com/office/drawing/2014/main" id="{43CEEB10-F417-4E5B-8098-706744012FEF}"/>
                  </a:ext>
                </a:extLst>
              </p:cNvPr>
              <p:cNvSpPr/>
              <p:nvPr/>
            </p:nvSpPr>
            <p:spPr>
              <a:xfrm>
                <a:off x="465341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397" name="Rectangle 22396">
                <a:extLst>
                  <a:ext uri="{FF2B5EF4-FFF2-40B4-BE49-F238E27FC236}">
                    <a16:creationId xmlns:a16="http://schemas.microsoft.com/office/drawing/2014/main" id="{90B66817-C9EA-522F-A369-7DA446964E68}"/>
                  </a:ext>
                </a:extLst>
              </p:cNvPr>
              <p:cNvSpPr/>
              <p:nvPr/>
            </p:nvSpPr>
            <p:spPr>
              <a:xfrm>
                <a:off x="522949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398" name="Rectangle 22397">
                <a:extLst>
                  <a:ext uri="{FF2B5EF4-FFF2-40B4-BE49-F238E27FC236}">
                    <a16:creationId xmlns:a16="http://schemas.microsoft.com/office/drawing/2014/main" id="{25EF0089-A0E1-1ECC-2F70-5B275D164B43}"/>
                  </a:ext>
                </a:extLst>
              </p:cNvPr>
              <p:cNvSpPr/>
              <p:nvPr/>
            </p:nvSpPr>
            <p:spPr>
              <a:xfrm>
                <a:off x="580557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399" name="Rectangle 22398">
                <a:extLst>
                  <a:ext uri="{FF2B5EF4-FFF2-40B4-BE49-F238E27FC236}">
                    <a16:creationId xmlns:a16="http://schemas.microsoft.com/office/drawing/2014/main" id="{932B09DF-6B3A-32D6-22E1-ABE5E5FB5C5D}"/>
                  </a:ext>
                </a:extLst>
              </p:cNvPr>
              <p:cNvSpPr/>
              <p:nvPr/>
            </p:nvSpPr>
            <p:spPr>
              <a:xfrm>
                <a:off x="407733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400" name="Rectangle 22399">
                <a:extLst>
                  <a:ext uri="{FF2B5EF4-FFF2-40B4-BE49-F238E27FC236}">
                    <a16:creationId xmlns:a16="http://schemas.microsoft.com/office/drawing/2014/main" id="{23506ACA-11E3-047C-A47D-3F65AA7E5EE6}"/>
                  </a:ext>
                </a:extLst>
              </p:cNvPr>
              <p:cNvSpPr/>
              <p:nvPr/>
            </p:nvSpPr>
            <p:spPr>
              <a:xfrm>
                <a:off x="465341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401" name="Rectangle 22400">
                <a:extLst>
                  <a:ext uri="{FF2B5EF4-FFF2-40B4-BE49-F238E27FC236}">
                    <a16:creationId xmlns:a16="http://schemas.microsoft.com/office/drawing/2014/main" id="{5A6C4ACE-D08B-BE13-D93D-EEC66F79EE4A}"/>
                  </a:ext>
                </a:extLst>
              </p:cNvPr>
              <p:cNvSpPr/>
              <p:nvPr/>
            </p:nvSpPr>
            <p:spPr>
              <a:xfrm>
                <a:off x="522949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402" name="Rectangle 22401">
                <a:extLst>
                  <a:ext uri="{FF2B5EF4-FFF2-40B4-BE49-F238E27FC236}">
                    <a16:creationId xmlns:a16="http://schemas.microsoft.com/office/drawing/2014/main" id="{CA3B7D00-E8A7-6D76-B3A6-0114A1AAE1CC}"/>
                  </a:ext>
                </a:extLst>
              </p:cNvPr>
              <p:cNvSpPr/>
              <p:nvPr/>
            </p:nvSpPr>
            <p:spPr>
              <a:xfrm>
                <a:off x="580557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22403" name="Group 22402">
                <a:extLst>
                  <a:ext uri="{FF2B5EF4-FFF2-40B4-BE49-F238E27FC236}">
                    <a16:creationId xmlns:a16="http://schemas.microsoft.com/office/drawing/2014/main" id="{588478C9-7191-FA25-F766-719D9317E963}"/>
                  </a:ext>
                </a:extLst>
              </p:cNvPr>
              <p:cNvGrpSpPr/>
              <p:nvPr/>
            </p:nvGrpSpPr>
            <p:grpSpPr>
              <a:xfrm>
                <a:off x="4149349" y="3212970"/>
                <a:ext cx="432060" cy="432060"/>
                <a:chOff x="3429249" y="3645030"/>
                <a:chExt cx="432060" cy="432060"/>
              </a:xfrm>
            </p:grpSpPr>
            <p:sp>
              <p:nvSpPr>
                <p:cNvPr id="22452" name="Rectangle 22451">
                  <a:extLst>
                    <a:ext uri="{FF2B5EF4-FFF2-40B4-BE49-F238E27FC236}">
                      <a16:creationId xmlns:a16="http://schemas.microsoft.com/office/drawing/2014/main" id="{04F7F116-6F6A-2279-FE99-7EE1F1FCA4A4}"/>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453" name="Rectangle 22452">
                  <a:extLst>
                    <a:ext uri="{FF2B5EF4-FFF2-40B4-BE49-F238E27FC236}">
                      <a16:creationId xmlns:a16="http://schemas.microsoft.com/office/drawing/2014/main" id="{191B53F9-32E3-9DAA-4D6D-F874B59C0A86}"/>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454" name="Rectangle 22453">
                  <a:extLst>
                    <a:ext uri="{FF2B5EF4-FFF2-40B4-BE49-F238E27FC236}">
                      <a16:creationId xmlns:a16="http://schemas.microsoft.com/office/drawing/2014/main" id="{2655C51A-ADA2-0987-85C7-DE6AA1E89E35}"/>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455" name="Rectangle 22454">
                  <a:extLst>
                    <a:ext uri="{FF2B5EF4-FFF2-40B4-BE49-F238E27FC236}">
                      <a16:creationId xmlns:a16="http://schemas.microsoft.com/office/drawing/2014/main" id="{4CBA55B1-EA59-158A-3168-BF905296B25C}"/>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456" name="Rectangle 22455">
                  <a:extLst>
                    <a:ext uri="{FF2B5EF4-FFF2-40B4-BE49-F238E27FC236}">
                      <a16:creationId xmlns:a16="http://schemas.microsoft.com/office/drawing/2014/main" id="{773F76D5-057A-EA69-6C16-3CE97B2BF295}"/>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404" name="Group 22403">
                <a:extLst>
                  <a:ext uri="{FF2B5EF4-FFF2-40B4-BE49-F238E27FC236}">
                    <a16:creationId xmlns:a16="http://schemas.microsoft.com/office/drawing/2014/main" id="{6C6DA04B-C5BD-EC0D-10D6-702C97E1F00F}"/>
                  </a:ext>
                </a:extLst>
              </p:cNvPr>
              <p:cNvGrpSpPr/>
              <p:nvPr/>
            </p:nvGrpSpPr>
            <p:grpSpPr>
              <a:xfrm>
                <a:off x="4708177" y="3212970"/>
                <a:ext cx="432060" cy="432060"/>
                <a:chOff x="3429249" y="3645030"/>
                <a:chExt cx="432060" cy="432060"/>
              </a:xfrm>
            </p:grpSpPr>
            <p:sp>
              <p:nvSpPr>
                <p:cNvPr id="22447" name="Rectangle 22446">
                  <a:extLst>
                    <a:ext uri="{FF2B5EF4-FFF2-40B4-BE49-F238E27FC236}">
                      <a16:creationId xmlns:a16="http://schemas.microsoft.com/office/drawing/2014/main" id="{DE6C0750-01DB-6E2E-E312-B7EF1F03F786}"/>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48" name="Rectangle 22447">
                  <a:extLst>
                    <a:ext uri="{FF2B5EF4-FFF2-40B4-BE49-F238E27FC236}">
                      <a16:creationId xmlns:a16="http://schemas.microsoft.com/office/drawing/2014/main" id="{44050A34-490D-83EC-4429-79A3AC56FEE8}"/>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49" name="Rectangle 22448">
                  <a:extLst>
                    <a:ext uri="{FF2B5EF4-FFF2-40B4-BE49-F238E27FC236}">
                      <a16:creationId xmlns:a16="http://schemas.microsoft.com/office/drawing/2014/main" id="{36262ABA-140B-B392-9458-1B9CFF2FEA13}"/>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50" name="Rectangle 22449">
                  <a:extLst>
                    <a:ext uri="{FF2B5EF4-FFF2-40B4-BE49-F238E27FC236}">
                      <a16:creationId xmlns:a16="http://schemas.microsoft.com/office/drawing/2014/main" id="{FBD1D240-E774-FDA3-B516-A399015EA148}"/>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51" name="Rectangle 22450">
                  <a:extLst>
                    <a:ext uri="{FF2B5EF4-FFF2-40B4-BE49-F238E27FC236}">
                      <a16:creationId xmlns:a16="http://schemas.microsoft.com/office/drawing/2014/main" id="{683B9BFC-4A0F-15AD-CB88-2A46C3FFBD35}"/>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405" name="Group 22404">
                <a:extLst>
                  <a:ext uri="{FF2B5EF4-FFF2-40B4-BE49-F238E27FC236}">
                    <a16:creationId xmlns:a16="http://schemas.microsoft.com/office/drawing/2014/main" id="{C3886503-61CD-E362-2893-8E262B5FC433}"/>
                  </a:ext>
                </a:extLst>
              </p:cNvPr>
              <p:cNvGrpSpPr/>
              <p:nvPr/>
            </p:nvGrpSpPr>
            <p:grpSpPr>
              <a:xfrm>
                <a:off x="5264003" y="3212970"/>
                <a:ext cx="432060" cy="432060"/>
                <a:chOff x="3429249" y="3645030"/>
                <a:chExt cx="432060" cy="432060"/>
              </a:xfrm>
            </p:grpSpPr>
            <p:sp>
              <p:nvSpPr>
                <p:cNvPr id="22442" name="Rectangle 22441">
                  <a:extLst>
                    <a:ext uri="{FF2B5EF4-FFF2-40B4-BE49-F238E27FC236}">
                      <a16:creationId xmlns:a16="http://schemas.microsoft.com/office/drawing/2014/main" id="{6EB1524F-BB2A-F6B4-1CE2-72FB55717D80}"/>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443" name="Rectangle 22442">
                  <a:extLst>
                    <a:ext uri="{FF2B5EF4-FFF2-40B4-BE49-F238E27FC236}">
                      <a16:creationId xmlns:a16="http://schemas.microsoft.com/office/drawing/2014/main" id="{82D3FD72-D708-460A-B4C3-F50796BFDC2A}"/>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444" name="Rectangle 22443">
                  <a:extLst>
                    <a:ext uri="{FF2B5EF4-FFF2-40B4-BE49-F238E27FC236}">
                      <a16:creationId xmlns:a16="http://schemas.microsoft.com/office/drawing/2014/main" id="{C57C7D5C-8566-4ADB-AC95-D47AD12E088D}"/>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445" name="Rectangle 22444">
                  <a:extLst>
                    <a:ext uri="{FF2B5EF4-FFF2-40B4-BE49-F238E27FC236}">
                      <a16:creationId xmlns:a16="http://schemas.microsoft.com/office/drawing/2014/main" id="{CE847F09-A2FF-42E6-DC4F-3940AD75B66A}"/>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446" name="Rectangle 22445">
                  <a:extLst>
                    <a:ext uri="{FF2B5EF4-FFF2-40B4-BE49-F238E27FC236}">
                      <a16:creationId xmlns:a16="http://schemas.microsoft.com/office/drawing/2014/main" id="{39F5372C-B992-1FD6-83A7-F304407C248B}"/>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406" name="Group 22405">
                <a:extLst>
                  <a:ext uri="{FF2B5EF4-FFF2-40B4-BE49-F238E27FC236}">
                    <a16:creationId xmlns:a16="http://schemas.microsoft.com/office/drawing/2014/main" id="{C3B94FE7-C195-99C0-F41D-14E5BC740ADE}"/>
                  </a:ext>
                </a:extLst>
              </p:cNvPr>
              <p:cNvGrpSpPr/>
              <p:nvPr/>
            </p:nvGrpSpPr>
            <p:grpSpPr>
              <a:xfrm>
                <a:off x="5805579" y="3212970"/>
                <a:ext cx="432060" cy="432060"/>
                <a:chOff x="3429249" y="3645030"/>
                <a:chExt cx="432060" cy="432060"/>
              </a:xfrm>
            </p:grpSpPr>
            <p:sp>
              <p:nvSpPr>
                <p:cNvPr id="22437" name="Rectangle 22436">
                  <a:extLst>
                    <a:ext uri="{FF2B5EF4-FFF2-40B4-BE49-F238E27FC236}">
                      <a16:creationId xmlns:a16="http://schemas.microsoft.com/office/drawing/2014/main" id="{D8BA12C1-32B4-0D3C-F038-30D2076884AB}"/>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38" name="Rectangle 22437">
                  <a:extLst>
                    <a:ext uri="{FF2B5EF4-FFF2-40B4-BE49-F238E27FC236}">
                      <a16:creationId xmlns:a16="http://schemas.microsoft.com/office/drawing/2014/main" id="{B552631D-E387-2499-E6E4-7F1C42B474A1}"/>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39" name="Rectangle 22438">
                  <a:extLst>
                    <a:ext uri="{FF2B5EF4-FFF2-40B4-BE49-F238E27FC236}">
                      <a16:creationId xmlns:a16="http://schemas.microsoft.com/office/drawing/2014/main" id="{C7573F52-6B96-ABCE-8F09-CFD5179CCA3E}"/>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40" name="Rectangle 22439">
                  <a:extLst>
                    <a:ext uri="{FF2B5EF4-FFF2-40B4-BE49-F238E27FC236}">
                      <a16:creationId xmlns:a16="http://schemas.microsoft.com/office/drawing/2014/main" id="{E3FACED8-1540-18E4-C828-2A598C4E9146}"/>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41" name="Rectangle 22440">
                  <a:extLst>
                    <a:ext uri="{FF2B5EF4-FFF2-40B4-BE49-F238E27FC236}">
                      <a16:creationId xmlns:a16="http://schemas.microsoft.com/office/drawing/2014/main" id="{FEE413DB-E1F7-BE16-44B7-E808C81EC359}"/>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407" name="Group 22406">
                <a:extLst>
                  <a:ext uri="{FF2B5EF4-FFF2-40B4-BE49-F238E27FC236}">
                    <a16:creationId xmlns:a16="http://schemas.microsoft.com/office/drawing/2014/main" id="{C6287870-82F9-290D-32BE-119EC8E2E938}"/>
                  </a:ext>
                </a:extLst>
              </p:cNvPr>
              <p:cNvGrpSpPr/>
              <p:nvPr/>
            </p:nvGrpSpPr>
            <p:grpSpPr>
              <a:xfrm>
                <a:off x="4149349" y="3760170"/>
                <a:ext cx="432060" cy="432060"/>
                <a:chOff x="3429249" y="3645030"/>
                <a:chExt cx="432060" cy="432060"/>
              </a:xfrm>
            </p:grpSpPr>
            <p:sp>
              <p:nvSpPr>
                <p:cNvPr id="22432" name="Rectangle 22431">
                  <a:extLst>
                    <a:ext uri="{FF2B5EF4-FFF2-40B4-BE49-F238E27FC236}">
                      <a16:creationId xmlns:a16="http://schemas.microsoft.com/office/drawing/2014/main" id="{9491FF01-5D4F-AADE-43DB-269712BDDB7F}"/>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33" name="Rectangle 22432">
                  <a:extLst>
                    <a:ext uri="{FF2B5EF4-FFF2-40B4-BE49-F238E27FC236}">
                      <a16:creationId xmlns:a16="http://schemas.microsoft.com/office/drawing/2014/main" id="{6A2F618B-5C05-1F8D-4959-889406A78A5A}"/>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34" name="Rectangle 22433">
                  <a:extLst>
                    <a:ext uri="{FF2B5EF4-FFF2-40B4-BE49-F238E27FC236}">
                      <a16:creationId xmlns:a16="http://schemas.microsoft.com/office/drawing/2014/main" id="{25960B42-69EB-38D5-645E-9E79F179A5DB}"/>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35" name="Rectangle 22434">
                  <a:extLst>
                    <a:ext uri="{FF2B5EF4-FFF2-40B4-BE49-F238E27FC236}">
                      <a16:creationId xmlns:a16="http://schemas.microsoft.com/office/drawing/2014/main" id="{32042F58-92A1-8B87-85EB-AAA3F13DAACA}"/>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36" name="Rectangle 22435">
                  <a:extLst>
                    <a:ext uri="{FF2B5EF4-FFF2-40B4-BE49-F238E27FC236}">
                      <a16:creationId xmlns:a16="http://schemas.microsoft.com/office/drawing/2014/main" id="{756F93ED-E600-F574-1CFE-0EC287DDC348}"/>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408" name="Group 22407">
                <a:extLst>
                  <a:ext uri="{FF2B5EF4-FFF2-40B4-BE49-F238E27FC236}">
                    <a16:creationId xmlns:a16="http://schemas.microsoft.com/office/drawing/2014/main" id="{B2864C0A-0CCB-F0E6-4CAF-DE203215EA33}"/>
                  </a:ext>
                </a:extLst>
              </p:cNvPr>
              <p:cNvGrpSpPr/>
              <p:nvPr/>
            </p:nvGrpSpPr>
            <p:grpSpPr>
              <a:xfrm>
                <a:off x="4708177" y="3760170"/>
                <a:ext cx="432060" cy="432060"/>
                <a:chOff x="3429249" y="3645030"/>
                <a:chExt cx="432060" cy="432060"/>
              </a:xfrm>
            </p:grpSpPr>
            <p:sp>
              <p:nvSpPr>
                <p:cNvPr id="22427" name="Rectangle 22426">
                  <a:extLst>
                    <a:ext uri="{FF2B5EF4-FFF2-40B4-BE49-F238E27FC236}">
                      <a16:creationId xmlns:a16="http://schemas.microsoft.com/office/drawing/2014/main" id="{89E804AB-4BF8-FB85-57B2-69751CFFCD3F}"/>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28" name="Rectangle 22427">
                  <a:extLst>
                    <a:ext uri="{FF2B5EF4-FFF2-40B4-BE49-F238E27FC236}">
                      <a16:creationId xmlns:a16="http://schemas.microsoft.com/office/drawing/2014/main" id="{1A4F87B3-A433-9571-0E62-208D7772093D}"/>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29" name="Rectangle 22428">
                  <a:extLst>
                    <a:ext uri="{FF2B5EF4-FFF2-40B4-BE49-F238E27FC236}">
                      <a16:creationId xmlns:a16="http://schemas.microsoft.com/office/drawing/2014/main" id="{72CCE3FF-6BED-0773-0D7B-2526339330F5}"/>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30" name="Rectangle 22429">
                  <a:extLst>
                    <a:ext uri="{FF2B5EF4-FFF2-40B4-BE49-F238E27FC236}">
                      <a16:creationId xmlns:a16="http://schemas.microsoft.com/office/drawing/2014/main" id="{9EE8E434-5C11-405A-1836-BFF48371EA9F}"/>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31" name="Rectangle 22430">
                  <a:extLst>
                    <a:ext uri="{FF2B5EF4-FFF2-40B4-BE49-F238E27FC236}">
                      <a16:creationId xmlns:a16="http://schemas.microsoft.com/office/drawing/2014/main" id="{6A16771A-D13F-8B18-E343-608156FE73CD}"/>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409" name="Group 22408">
                <a:extLst>
                  <a:ext uri="{FF2B5EF4-FFF2-40B4-BE49-F238E27FC236}">
                    <a16:creationId xmlns:a16="http://schemas.microsoft.com/office/drawing/2014/main" id="{BCFB8B04-0017-8231-8290-432BD191FB11}"/>
                  </a:ext>
                </a:extLst>
              </p:cNvPr>
              <p:cNvGrpSpPr/>
              <p:nvPr/>
            </p:nvGrpSpPr>
            <p:grpSpPr>
              <a:xfrm>
                <a:off x="5264003" y="3760170"/>
                <a:ext cx="432060" cy="432060"/>
                <a:chOff x="3429249" y="3645030"/>
                <a:chExt cx="432060" cy="432060"/>
              </a:xfrm>
            </p:grpSpPr>
            <p:sp>
              <p:nvSpPr>
                <p:cNvPr id="22422" name="Rectangle 22421">
                  <a:extLst>
                    <a:ext uri="{FF2B5EF4-FFF2-40B4-BE49-F238E27FC236}">
                      <a16:creationId xmlns:a16="http://schemas.microsoft.com/office/drawing/2014/main" id="{B87BC8F6-24B0-D64A-ED0B-B3AFB02DA963}"/>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23" name="Rectangle 22422">
                  <a:extLst>
                    <a:ext uri="{FF2B5EF4-FFF2-40B4-BE49-F238E27FC236}">
                      <a16:creationId xmlns:a16="http://schemas.microsoft.com/office/drawing/2014/main" id="{AF81F1CE-8FAE-C3FE-74DF-ED0DED368E13}"/>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24" name="Rectangle 22423">
                  <a:extLst>
                    <a:ext uri="{FF2B5EF4-FFF2-40B4-BE49-F238E27FC236}">
                      <a16:creationId xmlns:a16="http://schemas.microsoft.com/office/drawing/2014/main" id="{B4D50E68-F2F7-81B8-7FDF-A28664014260}"/>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25" name="Rectangle 22424">
                  <a:extLst>
                    <a:ext uri="{FF2B5EF4-FFF2-40B4-BE49-F238E27FC236}">
                      <a16:creationId xmlns:a16="http://schemas.microsoft.com/office/drawing/2014/main" id="{B03E8BBC-7C99-BB1A-3B7E-4378803D17DE}"/>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26" name="Rectangle 22425">
                  <a:extLst>
                    <a:ext uri="{FF2B5EF4-FFF2-40B4-BE49-F238E27FC236}">
                      <a16:creationId xmlns:a16="http://schemas.microsoft.com/office/drawing/2014/main" id="{71A65B24-4324-B1F2-9D4A-25F7B20CA869}"/>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410" name="Group 22409">
                <a:extLst>
                  <a:ext uri="{FF2B5EF4-FFF2-40B4-BE49-F238E27FC236}">
                    <a16:creationId xmlns:a16="http://schemas.microsoft.com/office/drawing/2014/main" id="{405BE41C-361E-44EF-AD5C-2988E7A7B2E3}"/>
                  </a:ext>
                </a:extLst>
              </p:cNvPr>
              <p:cNvGrpSpPr/>
              <p:nvPr/>
            </p:nvGrpSpPr>
            <p:grpSpPr>
              <a:xfrm>
                <a:off x="5805579" y="3760170"/>
                <a:ext cx="432060" cy="432060"/>
                <a:chOff x="3429249" y="3645030"/>
                <a:chExt cx="432060" cy="432060"/>
              </a:xfrm>
            </p:grpSpPr>
            <p:sp>
              <p:nvSpPr>
                <p:cNvPr id="22417" name="Rectangle 22416">
                  <a:extLst>
                    <a:ext uri="{FF2B5EF4-FFF2-40B4-BE49-F238E27FC236}">
                      <a16:creationId xmlns:a16="http://schemas.microsoft.com/office/drawing/2014/main" id="{D4DA0038-0E7C-6D38-FCFA-2243DAB80EB4}"/>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18" name="Rectangle 22417">
                  <a:extLst>
                    <a:ext uri="{FF2B5EF4-FFF2-40B4-BE49-F238E27FC236}">
                      <a16:creationId xmlns:a16="http://schemas.microsoft.com/office/drawing/2014/main" id="{8D8D1074-FE36-A6DE-758F-A37FE5C423D6}"/>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19" name="Rectangle 22418">
                  <a:extLst>
                    <a:ext uri="{FF2B5EF4-FFF2-40B4-BE49-F238E27FC236}">
                      <a16:creationId xmlns:a16="http://schemas.microsoft.com/office/drawing/2014/main" id="{E4720793-09B2-4120-0063-C44BDFA722B1}"/>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20" name="Rectangle 22419">
                  <a:extLst>
                    <a:ext uri="{FF2B5EF4-FFF2-40B4-BE49-F238E27FC236}">
                      <a16:creationId xmlns:a16="http://schemas.microsoft.com/office/drawing/2014/main" id="{041341CA-BDE4-A14D-5336-FBC814796242}"/>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21" name="Rectangle 22420">
                  <a:extLst>
                    <a:ext uri="{FF2B5EF4-FFF2-40B4-BE49-F238E27FC236}">
                      <a16:creationId xmlns:a16="http://schemas.microsoft.com/office/drawing/2014/main" id="{5F8B5846-45BA-C0B1-58B8-F5D15A0B9909}"/>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2411" name="Rectangle 22410">
                <a:extLst>
                  <a:ext uri="{FF2B5EF4-FFF2-40B4-BE49-F238E27FC236}">
                    <a16:creationId xmlns:a16="http://schemas.microsoft.com/office/drawing/2014/main" id="{4C58167A-3484-9C09-9CA7-DC821E56DCDC}"/>
                  </a:ext>
                </a:extLst>
              </p:cNvPr>
              <p:cNvSpPr/>
              <p:nvPr/>
            </p:nvSpPr>
            <p:spPr>
              <a:xfrm>
                <a:off x="4149349" y="4353502"/>
                <a:ext cx="208829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22412" name="Group 22411">
                <a:extLst>
                  <a:ext uri="{FF2B5EF4-FFF2-40B4-BE49-F238E27FC236}">
                    <a16:creationId xmlns:a16="http://schemas.microsoft.com/office/drawing/2014/main" id="{65585490-C3E3-EB7D-55DE-D460D19BB8BC}"/>
                  </a:ext>
                </a:extLst>
              </p:cNvPr>
              <p:cNvGrpSpPr/>
              <p:nvPr/>
            </p:nvGrpSpPr>
            <p:grpSpPr>
              <a:xfrm>
                <a:off x="4221359" y="4425512"/>
                <a:ext cx="1944270" cy="288040"/>
                <a:chOff x="1112927" y="4581160"/>
                <a:chExt cx="1392193" cy="288040"/>
              </a:xfrm>
            </p:grpSpPr>
            <p:sp>
              <p:nvSpPr>
                <p:cNvPr id="22413" name="Rectangle 22412">
                  <a:extLst>
                    <a:ext uri="{FF2B5EF4-FFF2-40B4-BE49-F238E27FC236}">
                      <a16:creationId xmlns:a16="http://schemas.microsoft.com/office/drawing/2014/main" id="{CD583AF9-FDBE-E87E-3437-BC2D2ECB7E54}"/>
                    </a:ext>
                  </a:extLst>
                </p:cNvPr>
                <p:cNvSpPr/>
                <p:nvPr/>
              </p:nvSpPr>
              <p:spPr>
                <a:xfrm>
                  <a:off x="1112927" y="458116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14" name="Rectangle 22413">
                  <a:extLst>
                    <a:ext uri="{FF2B5EF4-FFF2-40B4-BE49-F238E27FC236}">
                      <a16:creationId xmlns:a16="http://schemas.microsoft.com/office/drawing/2014/main" id="{4E9CA30A-ABAE-A819-0E2D-6B735FBADFDA}"/>
                    </a:ext>
                  </a:extLst>
                </p:cNvPr>
                <p:cNvSpPr/>
                <p:nvPr/>
              </p:nvSpPr>
              <p:spPr>
                <a:xfrm>
                  <a:off x="1112927" y="465317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15" name="Rectangle 22414">
                  <a:extLst>
                    <a:ext uri="{FF2B5EF4-FFF2-40B4-BE49-F238E27FC236}">
                      <a16:creationId xmlns:a16="http://schemas.microsoft.com/office/drawing/2014/main" id="{60BF6350-84B9-DE37-E2E3-02D9B9EC75C8}"/>
                    </a:ext>
                  </a:extLst>
                </p:cNvPr>
                <p:cNvSpPr/>
                <p:nvPr/>
              </p:nvSpPr>
              <p:spPr>
                <a:xfrm>
                  <a:off x="1112927" y="472518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416" name="Rectangle 22415">
                  <a:extLst>
                    <a:ext uri="{FF2B5EF4-FFF2-40B4-BE49-F238E27FC236}">
                      <a16:creationId xmlns:a16="http://schemas.microsoft.com/office/drawing/2014/main" id="{BFC530B6-6EBE-1DF5-1E2F-D1F5B9B9C4A9}"/>
                    </a:ext>
                  </a:extLst>
                </p:cNvPr>
                <p:cNvSpPr/>
                <p:nvPr/>
              </p:nvSpPr>
              <p:spPr>
                <a:xfrm>
                  <a:off x="1112927" y="479719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grpSp>
          <p:nvGrpSpPr>
            <p:cNvPr id="21996" name="Group 21995">
              <a:extLst>
                <a:ext uri="{FF2B5EF4-FFF2-40B4-BE49-F238E27FC236}">
                  <a16:creationId xmlns:a16="http://schemas.microsoft.com/office/drawing/2014/main" id="{49F5976B-B895-CCAC-ECDE-090A616BE540}"/>
                </a:ext>
              </a:extLst>
            </p:cNvPr>
            <p:cNvGrpSpPr/>
            <p:nvPr/>
          </p:nvGrpSpPr>
          <p:grpSpPr>
            <a:xfrm>
              <a:off x="3323676" y="2948788"/>
              <a:ext cx="1066302" cy="1584220"/>
              <a:chOff x="3933319" y="1268700"/>
              <a:chExt cx="2520350" cy="3744520"/>
            </a:xfrm>
          </p:grpSpPr>
          <p:sp>
            <p:nvSpPr>
              <p:cNvPr id="22327" name="Rectangle 22326">
                <a:extLst>
                  <a:ext uri="{FF2B5EF4-FFF2-40B4-BE49-F238E27FC236}">
                    <a16:creationId xmlns:a16="http://schemas.microsoft.com/office/drawing/2014/main" id="{B33866B7-43AE-59D4-6428-0740AB966E09}"/>
                  </a:ext>
                </a:extLst>
              </p:cNvPr>
              <p:cNvSpPr/>
              <p:nvPr/>
            </p:nvSpPr>
            <p:spPr>
              <a:xfrm>
                <a:off x="3933319" y="1268700"/>
                <a:ext cx="2520350" cy="3744520"/>
              </a:xfrm>
              <a:prstGeom prst="rect">
                <a:avLst/>
              </a:prstGeom>
              <a:solidFill>
                <a:sysClr val="window" lastClr="FFFFFF">
                  <a:lumMod val="95000"/>
                </a:sysClr>
              </a:solidFill>
              <a:ln w="6350" cap="flat" cmpd="sng" algn="ctr">
                <a:solidFill>
                  <a:sysClr val="window" lastClr="FFFFFF">
                    <a:lumMod val="7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28" name="Rectangle 22327">
                <a:extLst>
                  <a:ext uri="{FF2B5EF4-FFF2-40B4-BE49-F238E27FC236}">
                    <a16:creationId xmlns:a16="http://schemas.microsoft.com/office/drawing/2014/main" id="{74AB2020-12F4-A837-730A-E892F8C997F8}"/>
                  </a:ext>
                </a:extLst>
              </p:cNvPr>
              <p:cNvSpPr/>
              <p:nvPr/>
            </p:nvSpPr>
            <p:spPr>
              <a:xfrm>
                <a:off x="4077339" y="1412720"/>
                <a:ext cx="2232310" cy="504070"/>
              </a:xfrm>
              <a:prstGeom prst="rect">
                <a:avLst/>
              </a:prstGeom>
              <a:solidFill>
                <a:srgbClr val="95D600"/>
              </a:solidFill>
              <a:ln w="19050" cap="flat" cmpd="sng" algn="ctr">
                <a:solidFill>
                  <a:srgbClr val="95D60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29" name="Rectangle 22328">
                <a:extLst>
                  <a:ext uri="{FF2B5EF4-FFF2-40B4-BE49-F238E27FC236}">
                    <a16:creationId xmlns:a16="http://schemas.microsoft.com/office/drawing/2014/main" id="{FCED8B5D-949A-C67D-F8B1-8957FE2247E7}"/>
                  </a:ext>
                </a:extLst>
              </p:cNvPr>
              <p:cNvSpPr/>
              <p:nvPr/>
            </p:nvSpPr>
            <p:spPr>
              <a:xfrm>
                <a:off x="407733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330" name="Rectangle 22329">
                <a:extLst>
                  <a:ext uri="{FF2B5EF4-FFF2-40B4-BE49-F238E27FC236}">
                    <a16:creationId xmlns:a16="http://schemas.microsoft.com/office/drawing/2014/main" id="{4ED36C42-5574-786E-A9B4-654D81F4ABA4}"/>
                  </a:ext>
                </a:extLst>
              </p:cNvPr>
              <p:cNvSpPr/>
              <p:nvPr/>
            </p:nvSpPr>
            <p:spPr>
              <a:xfrm>
                <a:off x="4077339" y="3140960"/>
                <a:ext cx="2232310" cy="1728240"/>
              </a:xfrm>
              <a:prstGeom prst="rect">
                <a:avLst/>
              </a:prstGeom>
              <a:solidFill>
                <a:srgbClr val="0091BD"/>
              </a:solidFill>
              <a:ln w="19050" cap="flat" cmpd="sng" algn="ctr">
                <a:solidFill>
                  <a:srgbClr val="0091BD">
                    <a:shade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31" name="Rectangle 22330">
                <a:extLst>
                  <a:ext uri="{FF2B5EF4-FFF2-40B4-BE49-F238E27FC236}">
                    <a16:creationId xmlns:a16="http://schemas.microsoft.com/office/drawing/2014/main" id="{6AC846B2-93BA-800E-91BB-A929987F7A20}"/>
                  </a:ext>
                </a:extLst>
              </p:cNvPr>
              <p:cNvSpPr/>
              <p:nvPr/>
            </p:nvSpPr>
            <p:spPr>
              <a:xfrm>
                <a:off x="465341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332" name="Rectangle 22331">
                <a:extLst>
                  <a:ext uri="{FF2B5EF4-FFF2-40B4-BE49-F238E27FC236}">
                    <a16:creationId xmlns:a16="http://schemas.microsoft.com/office/drawing/2014/main" id="{8BD2BC9B-F61E-7462-4CD9-A6D24442235E}"/>
                  </a:ext>
                </a:extLst>
              </p:cNvPr>
              <p:cNvSpPr/>
              <p:nvPr/>
            </p:nvSpPr>
            <p:spPr>
              <a:xfrm>
                <a:off x="522949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333" name="Rectangle 22332">
                <a:extLst>
                  <a:ext uri="{FF2B5EF4-FFF2-40B4-BE49-F238E27FC236}">
                    <a16:creationId xmlns:a16="http://schemas.microsoft.com/office/drawing/2014/main" id="{8E5C5E3C-B9A1-7DC4-A98A-39C115CB1B58}"/>
                  </a:ext>
                </a:extLst>
              </p:cNvPr>
              <p:cNvSpPr/>
              <p:nvPr/>
            </p:nvSpPr>
            <p:spPr>
              <a:xfrm>
                <a:off x="580557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334" name="Rectangle 22333">
                <a:extLst>
                  <a:ext uri="{FF2B5EF4-FFF2-40B4-BE49-F238E27FC236}">
                    <a16:creationId xmlns:a16="http://schemas.microsoft.com/office/drawing/2014/main" id="{CD41DF72-2A02-EF13-065B-50600D025F3A}"/>
                  </a:ext>
                </a:extLst>
              </p:cNvPr>
              <p:cNvSpPr/>
              <p:nvPr/>
            </p:nvSpPr>
            <p:spPr>
              <a:xfrm>
                <a:off x="407733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335" name="Rectangle 22334">
                <a:extLst>
                  <a:ext uri="{FF2B5EF4-FFF2-40B4-BE49-F238E27FC236}">
                    <a16:creationId xmlns:a16="http://schemas.microsoft.com/office/drawing/2014/main" id="{6702C958-07C9-097F-76A8-D9BD98C47CC2}"/>
                  </a:ext>
                </a:extLst>
              </p:cNvPr>
              <p:cNvSpPr/>
              <p:nvPr/>
            </p:nvSpPr>
            <p:spPr>
              <a:xfrm>
                <a:off x="465341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336" name="Rectangle 22335">
                <a:extLst>
                  <a:ext uri="{FF2B5EF4-FFF2-40B4-BE49-F238E27FC236}">
                    <a16:creationId xmlns:a16="http://schemas.microsoft.com/office/drawing/2014/main" id="{0D64F07F-4F85-7340-74D0-497B0BC48BE0}"/>
                  </a:ext>
                </a:extLst>
              </p:cNvPr>
              <p:cNvSpPr/>
              <p:nvPr/>
            </p:nvSpPr>
            <p:spPr>
              <a:xfrm>
                <a:off x="522949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337" name="Rectangle 22336">
                <a:extLst>
                  <a:ext uri="{FF2B5EF4-FFF2-40B4-BE49-F238E27FC236}">
                    <a16:creationId xmlns:a16="http://schemas.microsoft.com/office/drawing/2014/main" id="{A415A9EE-C6CB-6C5C-88A9-A20651E87887}"/>
                  </a:ext>
                </a:extLst>
              </p:cNvPr>
              <p:cNvSpPr/>
              <p:nvPr/>
            </p:nvSpPr>
            <p:spPr>
              <a:xfrm>
                <a:off x="580557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22338" name="Group 22337">
                <a:extLst>
                  <a:ext uri="{FF2B5EF4-FFF2-40B4-BE49-F238E27FC236}">
                    <a16:creationId xmlns:a16="http://schemas.microsoft.com/office/drawing/2014/main" id="{21DB8224-5A21-41D3-0C86-D43E945B5268}"/>
                  </a:ext>
                </a:extLst>
              </p:cNvPr>
              <p:cNvGrpSpPr/>
              <p:nvPr/>
            </p:nvGrpSpPr>
            <p:grpSpPr>
              <a:xfrm>
                <a:off x="4149349" y="3212970"/>
                <a:ext cx="432060" cy="432060"/>
                <a:chOff x="3429249" y="3645030"/>
                <a:chExt cx="432060" cy="432060"/>
              </a:xfrm>
            </p:grpSpPr>
            <p:sp>
              <p:nvSpPr>
                <p:cNvPr id="22387" name="Rectangle 22386">
                  <a:extLst>
                    <a:ext uri="{FF2B5EF4-FFF2-40B4-BE49-F238E27FC236}">
                      <a16:creationId xmlns:a16="http://schemas.microsoft.com/office/drawing/2014/main" id="{B17B99C9-4617-A0A9-3D65-4005F2062988}"/>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388" name="Rectangle 22387">
                  <a:extLst>
                    <a:ext uri="{FF2B5EF4-FFF2-40B4-BE49-F238E27FC236}">
                      <a16:creationId xmlns:a16="http://schemas.microsoft.com/office/drawing/2014/main" id="{C2164E65-4E37-FD06-E296-2E1586AF4FC1}"/>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389" name="Rectangle 22388">
                  <a:extLst>
                    <a:ext uri="{FF2B5EF4-FFF2-40B4-BE49-F238E27FC236}">
                      <a16:creationId xmlns:a16="http://schemas.microsoft.com/office/drawing/2014/main" id="{EA5BB7B4-3925-5D76-2086-FE77892E24AD}"/>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390" name="Rectangle 22389">
                  <a:extLst>
                    <a:ext uri="{FF2B5EF4-FFF2-40B4-BE49-F238E27FC236}">
                      <a16:creationId xmlns:a16="http://schemas.microsoft.com/office/drawing/2014/main" id="{2D8EE9F3-A9FF-B394-E18E-3320C73E96CA}"/>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391" name="Rectangle 22390">
                  <a:extLst>
                    <a:ext uri="{FF2B5EF4-FFF2-40B4-BE49-F238E27FC236}">
                      <a16:creationId xmlns:a16="http://schemas.microsoft.com/office/drawing/2014/main" id="{24592189-0A92-D707-4C98-9A64C9A316D5}"/>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339" name="Group 22338">
                <a:extLst>
                  <a:ext uri="{FF2B5EF4-FFF2-40B4-BE49-F238E27FC236}">
                    <a16:creationId xmlns:a16="http://schemas.microsoft.com/office/drawing/2014/main" id="{0D93C9BB-C294-A8E1-076C-90AB38FF0271}"/>
                  </a:ext>
                </a:extLst>
              </p:cNvPr>
              <p:cNvGrpSpPr/>
              <p:nvPr/>
            </p:nvGrpSpPr>
            <p:grpSpPr>
              <a:xfrm>
                <a:off x="4708177" y="3212970"/>
                <a:ext cx="432060" cy="432060"/>
                <a:chOff x="3429249" y="3645030"/>
                <a:chExt cx="432060" cy="432060"/>
              </a:xfrm>
            </p:grpSpPr>
            <p:sp>
              <p:nvSpPr>
                <p:cNvPr id="22382" name="Rectangle 22381">
                  <a:extLst>
                    <a:ext uri="{FF2B5EF4-FFF2-40B4-BE49-F238E27FC236}">
                      <a16:creationId xmlns:a16="http://schemas.microsoft.com/office/drawing/2014/main" id="{1F67791B-8DB7-3A9B-D708-2AE150FA07F6}"/>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83" name="Rectangle 22382">
                  <a:extLst>
                    <a:ext uri="{FF2B5EF4-FFF2-40B4-BE49-F238E27FC236}">
                      <a16:creationId xmlns:a16="http://schemas.microsoft.com/office/drawing/2014/main" id="{10D29276-27F2-7C5B-BD21-F1C8C5972249}"/>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84" name="Rectangle 22383">
                  <a:extLst>
                    <a:ext uri="{FF2B5EF4-FFF2-40B4-BE49-F238E27FC236}">
                      <a16:creationId xmlns:a16="http://schemas.microsoft.com/office/drawing/2014/main" id="{E1B37AA6-DD8C-8244-E680-821D8F21458E}"/>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85" name="Rectangle 22384">
                  <a:extLst>
                    <a:ext uri="{FF2B5EF4-FFF2-40B4-BE49-F238E27FC236}">
                      <a16:creationId xmlns:a16="http://schemas.microsoft.com/office/drawing/2014/main" id="{5BBC4ABE-29F7-6774-77E2-450783028C50}"/>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86" name="Rectangle 22385">
                  <a:extLst>
                    <a:ext uri="{FF2B5EF4-FFF2-40B4-BE49-F238E27FC236}">
                      <a16:creationId xmlns:a16="http://schemas.microsoft.com/office/drawing/2014/main" id="{DDA087ED-C39A-7B95-D38A-0FCC2A56D04A}"/>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340" name="Group 22339">
                <a:extLst>
                  <a:ext uri="{FF2B5EF4-FFF2-40B4-BE49-F238E27FC236}">
                    <a16:creationId xmlns:a16="http://schemas.microsoft.com/office/drawing/2014/main" id="{A1D1D369-3C7C-7F95-C9E7-FA8BD06114F2}"/>
                  </a:ext>
                </a:extLst>
              </p:cNvPr>
              <p:cNvGrpSpPr/>
              <p:nvPr/>
            </p:nvGrpSpPr>
            <p:grpSpPr>
              <a:xfrm>
                <a:off x="5264003" y="3212970"/>
                <a:ext cx="432060" cy="432060"/>
                <a:chOff x="3429249" y="3645030"/>
                <a:chExt cx="432060" cy="432060"/>
              </a:xfrm>
            </p:grpSpPr>
            <p:sp>
              <p:nvSpPr>
                <p:cNvPr id="22377" name="Rectangle 22376">
                  <a:extLst>
                    <a:ext uri="{FF2B5EF4-FFF2-40B4-BE49-F238E27FC236}">
                      <a16:creationId xmlns:a16="http://schemas.microsoft.com/office/drawing/2014/main" id="{C4146956-435C-6CC8-3932-7C8E37A58FF4}"/>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378" name="Rectangle 22377">
                  <a:extLst>
                    <a:ext uri="{FF2B5EF4-FFF2-40B4-BE49-F238E27FC236}">
                      <a16:creationId xmlns:a16="http://schemas.microsoft.com/office/drawing/2014/main" id="{CA7994BB-12C1-E358-8D54-41ACFC04FE85}"/>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379" name="Rectangle 22378">
                  <a:extLst>
                    <a:ext uri="{FF2B5EF4-FFF2-40B4-BE49-F238E27FC236}">
                      <a16:creationId xmlns:a16="http://schemas.microsoft.com/office/drawing/2014/main" id="{7A046172-7B1B-AC52-8DE4-4B829146C7F4}"/>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380" name="Rectangle 22379">
                  <a:extLst>
                    <a:ext uri="{FF2B5EF4-FFF2-40B4-BE49-F238E27FC236}">
                      <a16:creationId xmlns:a16="http://schemas.microsoft.com/office/drawing/2014/main" id="{385E60BB-473B-1CC5-7AF7-3E6AD3520051}"/>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381" name="Rectangle 22380">
                  <a:extLst>
                    <a:ext uri="{FF2B5EF4-FFF2-40B4-BE49-F238E27FC236}">
                      <a16:creationId xmlns:a16="http://schemas.microsoft.com/office/drawing/2014/main" id="{B0E65830-E854-F560-8F6F-4F41EE388115}"/>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341" name="Group 22340">
                <a:extLst>
                  <a:ext uri="{FF2B5EF4-FFF2-40B4-BE49-F238E27FC236}">
                    <a16:creationId xmlns:a16="http://schemas.microsoft.com/office/drawing/2014/main" id="{10F32B02-20FD-7C27-E016-49E9598C5A4D}"/>
                  </a:ext>
                </a:extLst>
              </p:cNvPr>
              <p:cNvGrpSpPr/>
              <p:nvPr/>
            </p:nvGrpSpPr>
            <p:grpSpPr>
              <a:xfrm>
                <a:off x="5805579" y="3212970"/>
                <a:ext cx="432060" cy="432060"/>
                <a:chOff x="3429249" y="3645030"/>
                <a:chExt cx="432060" cy="432060"/>
              </a:xfrm>
            </p:grpSpPr>
            <p:sp>
              <p:nvSpPr>
                <p:cNvPr id="22372" name="Rectangle 22371">
                  <a:extLst>
                    <a:ext uri="{FF2B5EF4-FFF2-40B4-BE49-F238E27FC236}">
                      <a16:creationId xmlns:a16="http://schemas.microsoft.com/office/drawing/2014/main" id="{9AE9E180-7212-19CE-B59F-289563F84F5D}"/>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73" name="Rectangle 22372">
                  <a:extLst>
                    <a:ext uri="{FF2B5EF4-FFF2-40B4-BE49-F238E27FC236}">
                      <a16:creationId xmlns:a16="http://schemas.microsoft.com/office/drawing/2014/main" id="{B74EDC7A-B47D-1495-F6DB-9D8D81A986BD}"/>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74" name="Rectangle 22373">
                  <a:extLst>
                    <a:ext uri="{FF2B5EF4-FFF2-40B4-BE49-F238E27FC236}">
                      <a16:creationId xmlns:a16="http://schemas.microsoft.com/office/drawing/2014/main" id="{FF3215B4-7842-BCCD-230A-C684BFF13453}"/>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75" name="Rectangle 22374">
                  <a:extLst>
                    <a:ext uri="{FF2B5EF4-FFF2-40B4-BE49-F238E27FC236}">
                      <a16:creationId xmlns:a16="http://schemas.microsoft.com/office/drawing/2014/main" id="{2D189AF4-571C-4367-4BAB-203142B79F30}"/>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76" name="Rectangle 22375">
                  <a:extLst>
                    <a:ext uri="{FF2B5EF4-FFF2-40B4-BE49-F238E27FC236}">
                      <a16:creationId xmlns:a16="http://schemas.microsoft.com/office/drawing/2014/main" id="{7D0FCA94-2036-9B57-6A45-4F1E346D2D5C}"/>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342" name="Group 22341">
                <a:extLst>
                  <a:ext uri="{FF2B5EF4-FFF2-40B4-BE49-F238E27FC236}">
                    <a16:creationId xmlns:a16="http://schemas.microsoft.com/office/drawing/2014/main" id="{F525B0B0-0304-8CD3-495C-C27303640EC7}"/>
                  </a:ext>
                </a:extLst>
              </p:cNvPr>
              <p:cNvGrpSpPr/>
              <p:nvPr/>
            </p:nvGrpSpPr>
            <p:grpSpPr>
              <a:xfrm>
                <a:off x="4149349" y="3760170"/>
                <a:ext cx="432060" cy="432060"/>
                <a:chOff x="3429249" y="3645030"/>
                <a:chExt cx="432060" cy="432060"/>
              </a:xfrm>
            </p:grpSpPr>
            <p:sp>
              <p:nvSpPr>
                <p:cNvPr id="22367" name="Rectangle 22366">
                  <a:extLst>
                    <a:ext uri="{FF2B5EF4-FFF2-40B4-BE49-F238E27FC236}">
                      <a16:creationId xmlns:a16="http://schemas.microsoft.com/office/drawing/2014/main" id="{C1C9DB53-7536-7A46-A3B2-55F24E45D47B}"/>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68" name="Rectangle 22367">
                  <a:extLst>
                    <a:ext uri="{FF2B5EF4-FFF2-40B4-BE49-F238E27FC236}">
                      <a16:creationId xmlns:a16="http://schemas.microsoft.com/office/drawing/2014/main" id="{D56CF510-D610-A5DF-F5BE-86EEB822B542}"/>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69" name="Rectangle 22368">
                  <a:extLst>
                    <a:ext uri="{FF2B5EF4-FFF2-40B4-BE49-F238E27FC236}">
                      <a16:creationId xmlns:a16="http://schemas.microsoft.com/office/drawing/2014/main" id="{8B712573-F363-0968-0CC2-5801E8CD4049}"/>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70" name="Rectangle 22369">
                  <a:extLst>
                    <a:ext uri="{FF2B5EF4-FFF2-40B4-BE49-F238E27FC236}">
                      <a16:creationId xmlns:a16="http://schemas.microsoft.com/office/drawing/2014/main" id="{4C7BE8E0-1F74-15A5-7F4F-8881A11BC76B}"/>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71" name="Rectangle 22370">
                  <a:extLst>
                    <a:ext uri="{FF2B5EF4-FFF2-40B4-BE49-F238E27FC236}">
                      <a16:creationId xmlns:a16="http://schemas.microsoft.com/office/drawing/2014/main" id="{B82F3ED7-AC7C-05BC-7045-E5647AB39516}"/>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343" name="Group 22342">
                <a:extLst>
                  <a:ext uri="{FF2B5EF4-FFF2-40B4-BE49-F238E27FC236}">
                    <a16:creationId xmlns:a16="http://schemas.microsoft.com/office/drawing/2014/main" id="{1226A0F7-32E1-55F0-7406-CDC0C7D08A34}"/>
                  </a:ext>
                </a:extLst>
              </p:cNvPr>
              <p:cNvGrpSpPr/>
              <p:nvPr/>
            </p:nvGrpSpPr>
            <p:grpSpPr>
              <a:xfrm>
                <a:off x="4708177" y="3760170"/>
                <a:ext cx="432060" cy="432060"/>
                <a:chOff x="3429249" y="3645030"/>
                <a:chExt cx="432060" cy="432060"/>
              </a:xfrm>
            </p:grpSpPr>
            <p:sp>
              <p:nvSpPr>
                <p:cNvPr id="22362" name="Rectangle 22361">
                  <a:extLst>
                    <a:ext uri="{FF2B5EF4-FFF2-40B4-BE49-F238E27FC236}">
                      <a16:creationId xmlns:a16="http://schemas.microsoft.com/office/drawing/2014/main" id="{E7E435F4-AF4C-66A0-536E-9887784F6731}"/>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63" name="Rectangle 22362">
                  <a:extLst>
                    <a:ext uri="{FF2B5EF4-FFF2-40B4-BE49-F238E27FC236}">
                      <a16:creationId xmlns:a16="http://schemas.microsoft.com/office/drawing/2014/main" id="{28156FC7-54DB-CB09-4DAA-6728D1A16536}"/>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64" name="Rectangle 22363">
                  <a:extLst>
                    <a:ext uri="{FF2B5EF4-FFF2-40B4-BE49-F238E27FC236}">
                      <a16:creationId xmlns:a16="http://schemas.microsoft.com/office/drawing/2014/main" id="{F5C3857A-ACD6-7632-A390-7263853D8A78}"/>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65" name="Rectangle 22364">
                  <a:extLst>
                    <a:ext uri="{FF2B5EF4-FFF2-40B4-BE49-F238E27FC236}">
                      <a16:creationId xmlns:a16="http://schemas.microsoft.com/office/drawing/2014/main" id="{DFC8C52C-8559-71CB-22AB-12D5366F58FD}"/>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66" name="Rectangle 22365">
                  <a:extLst>
                    <a:ext uri="{FF2B5EF4-FFF2-40B4-BE49-F238E27FC236}">
                      <a16:creationId xmlns:a16="http://schemas.microsoft.com/office/drawing/2014/main" id="{F009ADD8-DB2F-1A2A-A0C9-5254031DD331}"/>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344" name="Group 22343">
                <a:extLst>
                  <a:ext uri="{FF2B5EF4-FFF2-40B4-BE49-F238E27FC236}">
                    <a16:creationId xmlns:a16="http://schemas.microsoft.com/office/drawing/2014/main" id="{C52CD535-16F7-E47E-7ADB-A9888DA5E3BB}"/>
                  </a:ext>
                </a:extLst>
              </p:cNvPr>
              <p:cNvGrpSpPr/>
              <p:nvPr/>
            </p:nvGrpSpPr>
            <p:grpSpPr>
              <a:xfrm>
                <a:off x="5264003" y="3760170"/>
                <a:ext cx="432060" cy="432060"/>
                <a:chOff x="3429249" y="3645030"/>
                <a:chExt cx="432060" cy="432060"/>
              </a:xfrm>
            </p:grpSpPr>
            <p:sp>
              <p:nvSpPr>
                <p:cNvPr id="22357" name="Rectangle 22356">
                  <a:extLst>
                    <a:ext uri="{FF2B5EF4-FFF2-40B4-BE49-F238E27FC236}">
                      <a16:creationId xmlns:a16="http://schemas.microsoft.com/office/drawing/2014/main" id="{0FE95763-8162-E105-ADFB-F3436F695E9A}"/>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58" name="Rectangle 22357">
                  <a:extLst>
                    <a:ext uri="{FF2B5EF4-FFF2-40B4-BE49-F238E27FC236}">
                      <a16:creationId xmlns:a16="http://schemas.microsoft.com/office/drawing/2014/main" id="{B590A73C-8B48-E9CE-6BEE-C7CF19F2A3A4}"/>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59" name="Rectangle 22358">
                  <a:extLst>
                    <a:ext uri="{FF2B5EF4-FFF2-40B4-BE49-F238E27FC236}">
                      <a16:creationId xmlns:a16="http://schemas.microsoft.com/office/drawing/2014/main" id="{408480AC-F56F-AF43-D796-E9FC44B59D7B}"/>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60" name="Rectangle 22359">
                  <a:extLst>
                    <a:ext uri="{FF2B5EF4-FFF2-40B4-BE49-F238E27FC236}">
                      <a16:creationId xmlns:a16="http://schemas.microsoft.com/office/drawing/2014/main" id="{C712C259-80AB-F86F-A1FD-140742AC7FDE}"/>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61" name="Rectangle 22360">
                  <a:extLst>
                    <a:ext uri="{FF2B5EF4-FFF2-40B4-BE49-F238E27FC236}">
                      <a16:creationId xmlns:a16="http://schemas.microsoft.com/office/drawing/2014/main" id="{DDE17861-E864-D797-BF23-2FFFA1A43324}"/>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345" name="Group 22344">
                <a:extLst>
                  <a:ext uri="{FF2B5EF4-FFF2-40B4-BE49-F238E27FC236}">
                    <a16:creationId xmlns:a16="http://schemas.microsoft.com/office/drawing/2014/main" id="{E0E89AD3-59F1-4E50-3C46-5123CDFEB494}"/>
                  </a:ext>
                </a:extLst>
              </p:cNvPr>
              <p:cNvGrpSpPr/>
              <p:nvPr/>
            </p:nvGrpSpPr>
            <p:grpSpPr>
              <a:xfrm>
                <a:off x="5805579" y="3760170"/>
                <a:ext cx="432060" cy="432060"/>
                <a:chOff x="3429249" y="3645030"/>
                <a:chExt cx="432060" cy="432060"/>
              </a:xfrm>
            </p:grpSpPr>
            <p:sp>
              <p:nvSpPr>
                <p:cNvPr id="22352" name="Rectangle 22351">
                  <a:extLst>
                    <a:ext uri="{FF2B5EF4-FFF2-40B4-BE49-F238E27FC236}">
                      <a16:creationId xmlns:a16="http://schemas.microsoft.com/office/drawing/2014/main" id="{80D71545-3C39-6ACD-1E10-4811214FFE71}"/>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53" name="Rectangle 22352">
                  <a:extLst>
                    <a:ext uri="{FF2B5EF4-FFF2-40B4-BE49-F238E27FC236}">
                      <a16:creationId xmlns:a16="http://schemas.microsoft.com/office/drawing/2014/main" id="{48F49819-E5B9-0776-1833-79C64D94045B}"/>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54" name="Rectangle 22353">
                  <a:extLst>
                    <a:ext uri="{FF2B5EF4-FFF2-40B4-BE49-F238E27FC236}">
                      <a16:creationId xmlns:a16="http://schemas.microsoft.com/office/drawing/2014/main" id="{321D8A33-283A-02DC-4FBF-4DEA7ED16C73}"/>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55" name="Rectangle 22354">
                  <a:extLst>
                    <a:ext uri="{FF2B5EF4-FFF2-40B4-BE49-F238E27FC236}">
                      <a16:creationId xmlns:a16="http://schemas.microsoft.com/office/drawing/2014/main" id="{59651731-E5F9-4085-BC89-24013437F954}"/>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56" name="Rectangle 22355">
                  <a:extLst>
                    <a:ext uri="{FF2B5EF4-FFF2-40B4-BE49-F238E27FC236}">
                      <a16:creationId xmlns:a16="http://schemas.microsoft.com/office/drawing/2014/main" id="{F400407A-EA47-27D9-0EE9-44FE530BE651}"/>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2346" name="Rectangle 22345">
                <a:extLst>
                  <a:ext uri="{FF2B5EF4-FFF2-40B4-BE49-F238E27FC236}">
                    <a16:creationId xmlns:a16="http://schemas.microsoft.com/office/drawing/2014/main" id="{C72E0276-21F0-CD45-4C20-A2B7A240A8A5}"/>
                  </a:ext>
                </a:extLst>
              </p:cNvPr>
              <p:cNvSpPr/>
              <p:nvPr/>
            </p:nvSpPr>
            <p:spPr>
              <a:xfrm>
                <a:off x="4149349" y="4353502"/>
                <a:ext cx="208829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22347" name="Group 22346">
                <a:extLst>
                  <a:ext uri="{FF2B5EF4-FFF2-40B4-BE49-F238E27FC236}">
                    <a16:creationId xmlns:a16="http://schemas.microsoft.com/office/drawing/2014/main" id="{5178CD7A-35C1-F7EB-B4A2-5A7F130D93BC}"/>
                  </a:ext>
                </a:extLst>
              </p:cNvPr>
              <p:cNvGrpSpPr/>
              <p:nvPr/>
            </p:nvGrpSpPr>
            <p:grpSpPr>
              <a:xfrm>
                <a:off x="4221359" y="4425512"/>
                <a:ext cx="1944270" cy="288040"/>
                <a:chOff x="1112927" y="4581160"/>
                <a:chExt cx="1392193" cy="288040"/>
              </a:xfrm>
            </p:grpSpPr>
            <p:sp>
              <p:nvSpPr>
                <p:cNvPr id="22348" name="Rectangle 22347">
                  <a:extLst>
                    <a:ext uri="{FF2B5EF4-FFF2-40B4-BE49-F238E27FC236}">
                      <a16:creationId xmlns:a16="http://schemas.microsoft.com/office/drawing/2014/main" id="{31271E22-2CFB-5B90-8C79-82A3149BDCEC}"/>
                    </a:ext>
                  </a:extLst>
                </p:cNvPr>
                <p:cNvSpPr/>
                <p:nvPr/>
              </p:nvSpPr>
              <p:spPr>
                <a:xfrm>
                  <a:off x="1112927" y="458116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49" name="Rectangle 22348">
                  <a:extLst>
                    <a:ext uri="{FF2B5EF4-FFF2-40B4-BE49-F238E27FC236}">
                      <a16:creationId xmlns:a16="http://schemas.microsoft.com/office/drawing/2014/main" id="{F7531F85-9A35-B1CD-5FD9-AE7EE4725895}"/>
                    </a:ext>
                  </a:extLst>
                </p:cNvPr>
                <p:cNvSpPr/>
                <p:nvPr/>
              </p:nvSpPr>
              <p:spPr>
                <a:xfrm>
                  <a:off x="1112927" y="465317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50" name="Rectangle 22349">
                  <a:extLst>
                    <a:ext uri="{FF2B5EF4-FFF2-40B4-BE49-F238E27FC236}">
                      <a16:creationId xmlns:a16="http://schemas.microsoft.com/office/drawing/2014/main" id="{DB7A74D8-6AD1-C481-6C06-D368E416498B}"/>
                    </a:ext>
                  </a:extLst>
                </p:cNvPr>
                <p:cNvSpPr/>
                <p:nvPr/>
              </p:nvSpPr>
              <p:spPr>
                <a:xfrm>
                  <a:off x="1112927" y="472518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51" name="Rectangle 22350">
                  <a:extLst>
                    <a:ext uri="{FF2B5EF4-FFF2-40B4-BE49-F238E27FC236}">
                      <a16:creationId xmlns:a16="http://schemas.microsoft.com/office/drawing/2014/main" id="{B8AB9494-A04C-B16E-8104-48C5FDAFB5F0}"/>
                    </a:ext>
                  </a:extLst>
                </p:cNvPr>
                <p:cNvSpPr/>
                <p:nvPr/>
              </p:nvSpPr>
              <p:spPr>
                <a:xfrm>
                  <a:off x="1112927" y="479719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grpSp>
          <p:nvGrpSpPr>
            <p:cNvPr id="21997" name="Group 21996">
              <a:extLst>
                <a:ext uri="{FF2B5EF4-FFF2-40B4-BE49-F238E27FC236}">
                  <a16:creationId xmlns:a16="http://schemas.microsoft.com/office/drawing/2014/main" id="{C6F1EEE4-EF12-0C38-2F60-F32C23DC50BA}"/>
                </a:ext>
              </a:extLst>
            </p:cNvPr>
            <p:cNvGrpSpPr/>
            <p:nvPr/>
          </p:nvGrpSpPr>
          <p:grpSpPr>
            <a:xfrm>
              <a:off x="4475836" y="2948788"/>
              <a:ext cx="1066302" cy="1584220"/>
              <a:chOff x="3933319" y="1268700"/>
              <a:chExt cx="2520350" cy="3744520"/>
            </a:xfrm>
          </p:grpSpPr>
          <p:sp>
            <p:nvSpPr>
              <p:cNvPr id="22262" name="Rectangle 22261">
                <a:extLst>
                  <a:ext uri="{FF2B5EF4-FFF2-40B4-BE49-F238E27FC236}">
                    <a16:creationId xmlns:a16="http://schemas.microsoft.com/office/drawing/2014/main" id="{24788A75-FB4F-4DC0-A72C-715BC1E6438F}"/>
                  </a:ext>
                </a:extLst>
              </p:cNvPr>
              <p:cNvSpPr/>
              <p:nvPr/>
            </p:nvSpPr>
            <p:spPr>
              <a:xfrm>
                <a:off x="3933319" y="1268700"/>
                <a:ext cx="2520350" cy="3744520"/>
              </a:xfrm>
              <a:prstGeom prst="rect">
                <a:avLst/>
              </a:prstGeom>
              <a:solidFill>
                <a:sysClr val="window" lastClr="FFFFFF">
                  <a:lumMod val="95000"/>
                </a:sysClr>
              </a:solidFill>
              <a:ln w="6350" cap="flat" cmpd="sng" algn="ctr">
                <a:solidFill>
                  <a:sysClr val="window" lastClr="FFFFFF">
                    <a:lumMod val="7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63" name="Rectangle 22262">
                <a:extLst>
                  <a:ext uri="{FF2B5EF4-FFF2-40B4-BE49-F238E27FC236}">
                    <a16:creationId xmlns:a16="http://schemas.microsoft.com/office/drawing/2014/main" id="{1B4992C4-4255-4B8A-4FFD-7335019A9FFF}"/>
                  </a:ext>
                </a:extLst>
              </p:cNvPr>
              <p:cNvSpPr/>
              <p:nvPr/>
            </p:nvSpPr>
            <p:spPr>
              <a:xfrm>
                <a:off x="4077339" y="1412720"/>
                <a:ext cx="2232310" cy="504070"/>
              </a:xfrm>
              <a:prstGeom prst="rect">
                <a:avLst/>
              </a:prstGeom>
              <a:solidFill>
                <a:srgbClr val="95D600"/>
              </a:solidFill>
              <a:ln w="19050" cap="flat" cmpd="sng" algn="ctr">
                <a:solidFill>
                  <a:srgbClr val="95D60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64" name="Rectangle 22263">
                <a:extLst>
                  <a:ext uri="{FF2B5EF4-FFF2-40B4-BE49-F238E27FC236}">
                    <a16:creationId xmlns:a16="http://schemas.microsoft.com/office/drawing/2014/main" id="{D32126FD-47D1-B23D-CB3F-D2BE1175ECED}"/>
                  </a:ext>
                </a:extLst>
              </p:cNvPr>
              <p:cNvSpPr/>
              <p:nvPr/>
            </p:nvSpPr>
            <p:spPr>
              <a:xfrm>
                <a:off x="407733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265" name="Rectangle 22264">
                <a:extLst>
                  <a:ext uri="{FF2B5EF4-FFF2-40B4-BE49-F238E27FC236}">
                    <a16:creationId xmlns:a16="http://schemas.microsoft.com/office/drawing/2014/main" id="{C83187D7-FDDF-1F79-6816-CDA7F3090816}"/>
                  </a:ext>
                </a:extLst>
              </p:cNvPr>
              <p:cNvSpPr/>
              <p:nvPr/>
            </p:nvSpPr>
            <p:spPr>
              <a:xfrm>
                <a:off x="4077339" y="3140960"/>
                <a:ext cx="2232310" cy="1728240"/>
              </a:xfrm>
              <a:prstGeom prst="rect">
                <a:avLst/>
              </a:prstGeom>
              <a:solidFill>
                <a:srgbClr val="0091BD"/>
              </a:solidFill>
              <a:ln w="19050" cap="flat" cmpd="sng" algn="ctr">
                <a:solidFill>
                  <a:srgbClr val="0091BD">
                    <a:shade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66" name="Rectangle 22265">
                <a:extLst>
                  <a:ext uri="{FF2B5EF4-FFF2-40B4-BE49-F238E27FC236}">
                    <a16:creationId xmlns:a16="http://schemas.microsoft.com/office/drawing/2014/main" id="{92262319-490C-4432-0D4B-AA87D9EDEE08}"/>
                  </a:ext>
                </a:extLst>
              </p:cNvPr>
              <p:cNvSpPr/>
              <p:nvPr/>
            </p:nvSpPr>
            <p:spPr>
              <a:xfrm>
                <a:off x="465341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267" name="Rectangle 22266">
                <a:extLst>
                  <a:ext uri="{FF2B5EF4-FFF2-40B4-BE49-F238E27FC236}">
                    <a16:creationId xmlns:a16="http://schemas.microsoft.com/office/drawing/2014/main" id="{71849840-1010-8106-AB08-040FBC2EDA60}"/>
                  </a:ext>
                </a:extLst>
              </p:cNvPr>
              <p:cNvSpPr/>
              <p:nvPr/>
            </p:nvSpPr>
            <p:spPr>
              <a:xfrm>
                <a:off x="522949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268" name="Rectangle 22267">
                <a:extLst>
                  <a:ext uri="{FF2B5EF4-FFF2-40B4-BE49-F238E27FC236}">
                    <a16:creationId xmlns:a16="http://schemas.microsoft.com/office/drawing/2014/main" id="{69884CC0-4E4A-E2E4-D020-604E317222BC}"/>
                  </a:ext>
                </a:extLst>
              </p:cNvPr>
              <p:cNvSpPr/>
              <p:nvPr/>
            </p:nvSpPr>
            <p:spPr>
              <a:xfrm>
                <a:off x="580557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269" name="Rectangle 22268">
                <a:extLst>
                  <a:ext uri="{FF2B5EF4-FFF2-40B4-BE49-F238E27FC236}">
                    <a16:creationId xmlns:a16="http://schemas.microsoft.com/office/drawing/2014/main" id="{CF498606-3910-D86F-CFBD-45CCA2670F9E}"/>
                  </a:ext>
                </a:extLst>
              </p:cNvPr>
              <p:cNvSpPr/>
              <p:nvPr/>
            </p:nvSpPr>
            <p:spPr>
              <a:xfrm>
                <a:off x="407733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270" name="Rectangle 22269">
                <a:extLst>
                  <a:ext uri="{FF2B5EF4-FFF2-40B4-BE49-F238E27FC236}">
                    <a16:creationId xmlns:a16="http://schemas.microsoft.com/office/drawing/2014/main" id="{F8FA37BB-5E93-9802-AF45-1939A185A040}"/>
                  </a:ext>
                </a:extLst>
              </p:cNvPr>
              <p:cNvSpPr/>
              <p:nvPr/>
            </p:nvSpPr>
            <p:spPr>
              <a:xfrm>
                <a:off x="465341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271" name="Rectangle 22270">
                <a:extLst>
                  <a:ext uri="{FF2B5EF4-FFF2-40B4-BE49-F238E27FC236}">
                    <a16:creationId xmlns:a16="http://schemas.microsoft.com/office/drawing/2014/main" id="{434E3872-9F23-04F0-F63F-428640D3582E}"/>
                  </a:ext>
                </a:extLst>
              </p:cNvPr>
              <p:cNvSpPr/>
              <p:nvPr/>
            </p:nvSpPr>
            <p:spPr>
              <a:xfrm>
                <a:off x="522949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272" name="Rectangle 22271">
                <a:extLst>
                  <a:ext uri="{FF2B5EF4-FFF2-40B4-BE49-F238E27FC236}">
                    <a16:creationId xmlns:a16="http://schemas.microsoft.com/office/drawing/2014/main" id="{DFDBE0F9-F964-92F4-631F-D337146B4213}"/>
                  </a:ext>
                </a:extLst>
              </p:cNvPr>
              <p:cNvSpPr/>
              <p:nvPr/>
            </p:nvSpPr>
            <p:spPr>
              <a:xfrm>
                <a:off x="580557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22273" name="Group 22272">
                <a:extLst>
                  <a:ext uri="{FF2B5EF4-FFF2-40B4-BE49-F238E27FC236}">
                    <a16:creationId xmlns:a16="http://schemas.microsoft.com/office/drawing/2014/main" id="{75E7D590-5E27-2516-D2EB-09356D3AE9A5}"/>
                  </a:ext>
                </a:extLst>
              </p:cNvPr>
              <p:cNvGrpSpPr/>
              <p:nvPr/>
            </p:nvGrpSpPr>
            <p:grpSpPr>
              <a:xfrm>
                <a:off x="4149349" y="3212970"/>
                <a:ext cx="432060" cy="432060"/>
                <a:chOff x="3429249" y="3645030"/>
                <a:chExt cx="432060" cy="432060"/>
              </a:xfrm>
            </p:grpSpPr>
            <p:sp>
              <p:nvSpPr>
                <p:cNvPr id="22322" name="Rectangle 22321">
                  <a:extLst>
                    <a:ext uri="{FF2B5EF4-FFF2-40B4-BE49-F238E27FC236}">
                      <a16:creationId xmlns:a16="http://schemas.microsoft.com/office/drawing/2014/main" id="{2EC64743-B94D-5A0D-AFCD-9BFF05794FD7}"/>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323" name="Rectangle 22322">
                  <a:extLst>
                    <a:ext uri="{FF2B5EF4-FFF2-40B4-BE49-F238E27FC236}">
                      <a16:creationId xmlns:a16="http://schemas.microsoft.com/office/drawing/2014/main" id="{44420054-38BB-23E2-0DEF-79BA1FFED803}"/>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324" name="Rectangle 22323">
                  <a:extLst>
                    <a:ext uri="{FF2B5EF4-FFF2-40B4-BE49-F238E27FC236}">
                      <a16:creationId xmlns:a16="http://schemas.microsoft.com/office/drawing/2014/main" id="{15A98ECC-8274-E5F5-27B1-48EC23F974AE}"/>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325" name="Rectangle 22324">
                  <a:extLst>
                    <a:ext uri="{FF2B5EF4-FFF2-40B4-BE49-F238E27FC236}">
                      <a16:creationId xmlns:a16="http://schemas.microsoft.com/office/drawing/2014/main" id="{C46DC525-9609-BD35-C7F1-0F5E898AD8FF}"/>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326" name="Rectangle 22325">
                  <a:extLst>
                    <a:ext uri="{FF2B5EF4-FFF2-40B4-BE49-F238E27FC236}">
                      <a16:creationId xmlns:a16="http://schemas.microsoft.com/office/drawing/2014/main" id="{5B20DD07-951E-9EA4-1BF7-A57A4E36153D}"/>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274" name="Group 22273">
                <a:extLst>
                  <a:ext uri="{FF2B5EF4-FFF2-40B4-BE49-F238E27FC236}">
                    <a16:creationId xmlns:a16="http://schemas.microsoft.com/office/drawing/2014/main" id="{DBA9A726-64E6-5DE2-8AA3-320726FB46E0}"/>
                  </a:ext>
                </a:extLst>
              </p:cNvPr>
              <p:cNvGrpSpPr/>
              <p:nvPr/>
            </p:nvGrpSpPr>
            <p:grpSpPr>
              <a:xfrm>
                <a:off x="4708177" y="3212970"/>
                <a:ext cx="432060" cy="432060"/>
                <a:chOff x="3429249" y="3645030"/>
                <a:chExt cx="432060" cy="432060"/>
              </a:xfrm>
            </p:grpSpPr>
            <p:sp>
              <p:nvSpPr>
                <p:cNvPr id="22317" name="Rectangle 22316">
                  <a:extLst>
                    <a:ext uri="{FF2B5EF4-FFF2-40B4-BE49-F238E27FC236}">
                      <a16:creationId xmlns:a16="http://schemas.microsoft.com/office/drawing/2014/main" id="{DFDD3CA0-0828-D010-F675-DE459DA949CA}"/>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18" name="Rectangle 22317">
                  <a:extLst>
                    <a:ext uri="{FF2B5EF4-FFF2-40B4-BE49-F238E27FC236}">
                      <a16:creationId xmlns:a16="http://schemas.microsoft.com/office/drawing/2014/main" id="{98A7D9BE-1202-2A32-D70D-F32C45D00EB1}"/>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19" name="Rectangle 22318">
                  <a:extLst>
                    <a:ext uri="{FF2B5EF4-FFF2-40B4-BE49-F238E27FC236}">
                      <a16:creationId xmlns:a16="http://schemas.microsoft.com/office/drawing/2014/main" id="{92ABC156-0841-3072-ED77-9398C725F11A}"/>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20" name="Rectangle 22319">
                  <a:extLst>
                    <a:ext uri="{FF2B5EF4-FFF2-40B4-BE49-F238E27FC236}">
                      <a16:creationId xmlns:a16="http://schemas.microsoft.com/office/drawing/2014/main" id="{D3E67695-62EB-0BC4-2117-AF15A3A6F1FC}"/>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21" name="Rectangle 22320">
                  <a:extLst>
                    <a:ext uri="{FF2B5EF4-FFF2-40B4-BE49-F238E27FC236}">
                      <a16:creationId xmlns:a16="http://schemas.microsoft.com/office/drawing/2014/main" id="{A2C05E98-A8B9-E253-9087-702C59297E42}"/>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275" name="Group 22274">
                <a:extLst>
                  <a:ext uri="{FF2B5EF4-FFF2-40B4-BE49-F238E27FC236}">
                    <a16:creationId xmlns:a16="http://schemas.microsoft.com/office/drawing/2014/main" id="{3ACC6063-7262-01D8-815A-BB4FF8933721}"/>
                  </a:ext>
                </a:extLst>
              </p:cNvPr>
              <p:cNvGrpSpPr/>
              <p:nvPr/>
            </p:nvGrpSpPr>
            <p:grpSpPr>
              <a:xfrm>
                <a:off x="5264003" y="3212970"/>
                <a:ext cx="432060" cy="432060"/>
                <a:chOff x="3429249" y="3645030"/>
                <a:chExt cx="432060" cy="432060"/>
              </a:xfrm>
            </p:grpSpPr>
            <p:sp>
              <p:nvSpPr>
                <p:cNvPr id="22312" name="Rectangle 22311">
                  <a:extLst>
                    <a:ext uri="{FF2B5EF4-FFF2-40B4-BE49-F238E27FC236}">
                      <a16:creationId xmlns:a16="http://schemas.microsoft.com/office/drawing/2014/main" id="{74D8FE3D-F029-C03B-BE9D-9AE8345E8DED}"/>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313" name="Rectangle 22312">
                  <a:extLst>
                    <a:ext uri="{FF2B5EF4-FFF2-40B4-BE49-F238E27FC236}">
                      <a16:creationId xmlns:a16="http://schemas.microsoft.com/office/drawing/2014/main" id="{8C0152C2-1EFF-66D8-AF22-AA1DE9469534}"/>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314" name="Rectangle 22313">
                  <a:extLst>
                    <a:ext uri="{FF2B5EF4-FFF2-40B4-BE49-F238E27FC236}">
                      <a16:creationId xmlns:a16="http://schemas.microsoft.com/office/drawing/2014/main" id="{6FD7B2E3-8A49-E3E2-F4DB-7BCA67A36F25}"/>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315" name="Rectangle 22314">
                  <a:extLst>
                    <a:ext uri="{FF2B5EF4-FFF2-40B4-BE49-F238E27FC236}">
                      <a16:creationId xmlns:a16="http://schemas.microsoft.com/office/drawing/2014/main" id="{FCDFB60D-4FA0-3274-CCA7-7CC88CD7D9AA}"/>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316" name="Rectangle 22315">
                  <a:extLst>
                    <a:ext uri="{FF2B5EF4-FFF2-40B4-BE49-F238E27FC236}">
                      <a16:creationId xmlns:a16="http://schemas.microsoft.com/office/drawing/2014/main" id="{4D023CD8-1333-8744-09EE-0FFC2766C5EF}"/>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276" name="Group 22275">
                <a:extLst>
                  <a:ext uri="{FF2B5EF4-FFF2-40B4-BE49-F238E27FC236}">
                    <a16:creationId xmlns:a16="http://schemas.microsoft.com/office/drawing/2014/main" id="{0253ED3D-F08B-9717-55E4-D964F6DB04AE}"/>
                  </a:ext>
                </a:extLst>
              </p:cNvPr>
              <p:cNvGrpSpPr/>
              <p:nvPr/>
            </p:nvGrpSpPr>
            <p:grpSpPr>
              <a:xfrm>
                <a:off x="5805579" y="3212970"/>
                <a:ext cx="432060" cy="432060"/>
                <a:chOff x="3429249" y="3645030"/>
                <a:chExt cx="432060" cy="432060"/>
              </a:xfrm>
            </p:grpSpPr>
            <p:sp>
              <p:nvSpPr>
                <p:cNvPr id="22307" name="Rectangle 22306">
                  <a:extLst>
                    <a:ext uri="{FF2B5EF4-FFF2-40B4-BE49-F238E27FC236}">
                      <a16:creationId xmlns:a16="http://schemas.microsoft.com/office/drawing/2014/main" id="{ADD8615A-5174-1385-86A8-8B22A2BB98E6}"/>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08" name="Rectangle 22307">
                  <a:extLst>
                    <a:ext uri="{FF2B5EF4-FFF2-40B4-BE49-F238E27FC236}">
                      <a16:creationId xmlns:a16="http://schemas.microsoft.com/office/drawing/2014/main" id="{866B8015-746E-DD56-992D-02CD1ABC8CEE}"/>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09" name="Rectangle 22308">
                  <a:extLst>
                    <a:ext uri="{FF2B5EF4-FFF2-40B4-BE49-F238E27FC236}">
                      <a16:creationId xmlns:a16="http://schemas.microsoft.com/office/drawing/2014/main" id="{E0C4B9C1-A483-28F3-84D1-32D98E94134F}"/>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10" name="Rectangle 22309">
                  <a:extLst>
                    <a:ext uri="{FF2B5EF4-FFF2-40B4-BE49-F238E27FC236}">
                      <a16:creationId xmlns:a16="http://schemas.microsoft.com/office/drawing/2014/main" id="{D942AFFA-01C9-E9AF-CFEF-65714093F463}"/>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11" name="Rectangle 22310">
                  <a:extLst>
                    <a:ext uri="{FF2B5EF4-FFF2-40B4-BE49-F238E27FC236}">
                      <a16:creationId xmlns:a16="http://schemas.microsoft.com/office/drawing/2014/main" id="{ABDA20AB-5EF2-3403-2AEA-0C5A385A91BF}"/>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277" name="Group 22276">
                <a:extLst>
                  <a:ext uri="{FF2B5EF4-FFF2-40B4-BE49-F238E27FC236}">
                    <a16:creationId xmlns:a16="http://schemas.microsoft.com/office/drawing/2014/main" id="{45D9BD99-769D-1A5D-91AA-0CE11B993CB1}"/>
                  </a:ext>
                </a:extLst>
              </p:cNvPr>
              <p:cNvGrpSpPr/>
              <p:nvPr/>
            </p:nvGrpSpPr>
            <p:grpSpPr>
              <a:xfrm>
                <a:off x="4149349" y="3760170"/>
                <a:ext cx="432060" cy="432060"/>
                <a:chOff x="3429249" y="3645030"/>
                <a:chExt cx="432060" cy="432060"/>
              </a:xfrm>
            </p:grpSpPr>
            <p:sp>
              <p:nvSpPr>
                <p:cNvPr id="22302" name="Rectangle 22301">
                  <a:extLst>
                    <a:ext uri="{FF2B5EF4-FFF2-40B4-BE49-F238E27FC236}">
                      <a16:creationId xmlns:a16="http://schemas.microsoft.com/office/drawing/2014/main" id="{4EEB56EC-7867-FC99-B919-0D386B039C4A}"/>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03" name="Rectangle 22302">
                  <a:extLst>
                    <a:ext uri="{FF2B5EF4-FFF2-40B4-BE49-F238E27FC236}">
                      <a16:creationId xmlns:a16="http://schemas.microsoft.com/office/drawing/2014/main" id="{5E45B10F-9409-3BA5-96D8-1606841E5165}"/>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04" name="Rectangle 22303">
                  <a:extLst>
                    <a:ext uri="{FF2B5EF4-FFF2-40B4-BE49-F238E27FC236}">
                      <a16:creationId xmlns:a16="http://schemas.microsoft.com/office/drawing/2014/main" id="{72202167-1231-C428-6F92-7DB3C8FF8DAB}"/>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05" name="Rectangle 22304">
                  <a:extLst>
                    <a:ext uri="{FF2B5EF4-FFF2-40B4-BE49-F238E27FC236}">
                      <a16:creationId xmlns:a16="http://schemas.microsoft.com/office/drawing/2014/main" id="{2F2DD46F-E47B-948A-7F0B-2CB0817F9956}"/>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06" name="Rectangle 22305">
                  <a:extLst>
                    <a:ext uri="{FF2B5EF4-FFF2-40B4-BE49-F238E27FC236}">
                      <a16:creationId xmlns:a16="http://schemas.microsoft.com/office/drawing/2014/main" id="{6EFA5B91-53CC-6593-2623-78A53DE3D4B5}"/>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278" name="Group 22277">
                <a:extLst>
                  <a:ext uri="{FF2B5EF4-FFF2-40B4-BE49-F238E27FC236}">
                    <a16:creationId xmlns:a16="http://schemas.microsoft.com/office/drawing/2014/main" id="{7C62B394-3471-B4EB-ADE5-49EBD25A0650}"/>
                  </a:ext>
                </a:extLst>
              </p:cNvPr>
              <p:cNvGrpSpPr/>
              <p:nvPr/>
            </p:nvGrpSpPr>
            <p:grpSpPr>
              <a:xfrm>
                <a:off x="4708177" y="3760170"/>
                <a:ext cx="432060" cy="432060"/>
                <a:chOff x="3429249" y="3645030"/>
                <a:chExt cx="432060" cy="432060"/>
              </a:xfrm>
            </p:grpSpPr>
            <p:sp>
              <p:nvSpPr>
                <p:cNvPr id="22297" name="Rectangle 22296">
                  <a:extLst>
                    <a:ext uri="{FF2B5EF4-FFF2-40B4-BE49-F238E27FC236}">
                      <a16:creationId xmlns:a16="http://schemas.microsoft.com/office/drawing/2014/main" id="{0AA8B539-53C5-FF9D-647A-5A4CB2E00AFE}"/>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98" name="Rectangle 22297">
                  <a:extLst>
                    <a:ext uri="{FF2B5EF4-FFF2-40B4-BE49-F238E27FC236}">
                      <a16:creationId xmlns:a16="http://schemas.microsoft.com/office/drawing/2014/main" id="{C20703B5-AD11-14B1-DC3C-E3DEA8D24060}"/>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99" name="Rectangle 22298">
                  <a:extLst>
                    <a:ext uri="{FF2B5EF4-FFF2-40B4-BE49-F238E27FC236}">
                      <a16:creationId xmlns:a16="http://schemas.microsoft.com/office/drawing/2014/main" id="{DDAB9306-3E16-81C0-486E-1976972729E3}"/>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00" name="Rectangle 22299">
                  <a:extLst>
                    <a:ext uri="{FF2B5EF4-FFF2-40B4-BE49-F238E27FC236}">
                      <a16:creationId xmlns:a16="http://schemas.microsoft.com/office/drawing/2014/main" id="{FE6F320E-6437-2412-8FAD-4E093CEFED63}"/>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301" name="Rectangle 22300">
                  <a:extLst>
                    <a:ext uri="{FF2B5EF4-FFF2-40B4-BE49-F238E27FC236}">
                      <a16:creationId xmlns:a16="http://schemas.microsoft.com/office/drawing/2014/main" id="{E65F8450-2CC3-EAFE-1516-CD47F6A17349}"/>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279" name="Group 22278">
                <a:extLst>
                  <a:ext uri="{FF2B5EF4-FFF2-40B4-BE49-F238E27FC236}">
                    <a16:creationId xmlns:a16="http://schemas.microsoft.com/office/drawing/2014/main" id="{7ACC1BB5-3921-4054-580F-443DF7DC4F02}"/>
                  </a:ext>
                </a:extLst>
              </p:cNvPr>
              <p:cNvGrpSpPr/>
              <p:nvPr/>
            </p:nvGrpSpPr>
            <p:grpSpPr>
              <a:xfrm>
                <a:off x="5264003" y="3760170"/>
                <a:ext cx="432060" cy="432060"/>
                <a:chOff x="3429249" y="3645030"/>
                <a:chExt cx="432060" cy="432060"/>
              </a:xfrm>
            </p:grpSpPr>
            <p:sp>
              <p:nvSpPr>
                <p:cNvPr id="22292" name="Rectangle 22291">
                  <a:extLst>
                    <a:ext uri="{FF2B5EF4-FFF2-40B4-BE49-F238E27FC236}">
                      <a16:creationId xmlns:a16="http://schemas.microsoft.com/office/drawing/2014/main" id="{D1CAA20E-7116-EE53-9203-55134EEBC829}"/>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93" name="Rectangle 22292">
                  <a:extLst>
                    <a:ext uri="{FF2B5EF4-FFF2-40B4-BE49-F238E27FC236}">
                      <a16:creationId xmlns:a16="http://schemas.microsoft.com/office/drawing/2014/main" id="{E043F8AB-DBC1-93AF-7B5B-CCE87B655F49}"/>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94" name="Rectangle 22293">
                  <a:extLst>
                    <a:ext uri="{FF2B5EF4-FFF2-40B4-BE49-F238E27FC236}">
                      <a16:creationId xmlns:a16="http://schemas.microsoft.com/office/drawing/2014/main" id="{2E9428E7-D4C2-66B8-B36F-B8A36F99827A}"/>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95" name="Rectangle 22294">
                  <a:extLst>
                    <a:ext uri="{FF2B5EF4-FFF2-40B4-BE49-F238E27FC236}">
                      <a16:creationId xmlns:a16="http://schemas.microsoft.com/office/drawing/2014/main" id="{594A288C-B900-E8E8-7DDB-0252ED51520A}"/>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96" name="Rectangle 22295">
                  <a:extLst>
                    <a:ext uri="{FF2B5EF4-FFF2-40B4-BE49-F238E27FC236}">
                      <a16:creationId xmlns:a16="http://schemas.microsoft.com/office/drawing/2014/main" id="{8CB14E4C-18B6-10B5-A0E3-82F776F89DE5}"/>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280" name="Group 22279">
                <a:extLst>
                  <a:ext uri="{FF2B5EF4-FFF2-40B4-BE49-F238E27FC236}">
                    <a16:creationId xmlns:a16="http://schemas.microsoft.com/office/drawing/2014/main" id="{F324BBC7-80E6-B4E9-0BCD-B11CB9743AED}"/>
                  </a:ext>
                </a:extLst>
              </p:cNvPr>
              <p:cNvGrpSpPr/>
              <p:nvPr/>
            </p:nvGrpSpPr>
            <p:grpSpPr>
              <a:xfrm>
                <a:off x="5805579" y="3760170"/>
                <a:ext cx="432060" cy="432060"/>
                <a:chOff x="3429249" y="3645030"/>
                <a:chExt cx="432060" cy="432060"/>
              </a:xfrm>
            </p:grpSpPr>
            <p:sp>
              <p:nvSpPr>
                <p:cNvPr id="22287" name="Rectangle 22286">
                  <a:extLst>
                    <a:ext uri="{FF2B5EF4-FFF2-40B4-BE49-F238E27FC236}">
                      <a16:creationId xmlns:a16="http://schemas.microsoft.com/office/drawing/2014/main" id="{990AD9B3-D754-943E-3945-BFE803851C1B}"/>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88" name="Rectangle 22287">
                  <a:extLst>
                    <a:ext uri="{FF2B5EF4-FFF2-40B4-BE49-F238E27FC236}">
                      <a16:creationId xmlns:a16="http://schemas.microsoft.com/office/drawing/2014/main" id="{532451EE-A542-6479-02CC-532A84B94FA5}"/>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89" name="Rectangle 22288">
                  <a:extLst>
                    <a:ext uri="{FF2B5EF4-FFF2-40B4-BE49-F238E27FC236}">
                      <a16:creationId xmlns:a16="http://schemas.microsoft.com/office/drawing/2014/main" id="{A20C7ABC-B6E4-9E8B-F0AB-B0219CBDC9D1}"/>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90" name="Rectangle 22289">
                  <a:extLst>
                    <a:ext uri="{FF2B5EF4-FFF2-40B4-BE49-F238E27FC236}">
                      <a16:creationId xmlns:a16="http://schemas.microsoft.com/office/drawing/2014/main" id="{A081AF8D-B2C2-A12B-2E51-37F4A3597F67}"/>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91" name="Rectangle 22290">
                  <a:extLst>
                    <a:ext uri="{FF2B5EF4-FFF2-40B4-BE49-F238E27FC236}">
                      <a16:creationId xmlns:a16="http://schemas.microsoft.com/office/drawing/2014/main" id="{86C63C77-1AC8-4EB1-0F11-8ACBB2034E12}"/>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2281" name="Rectangle 22280">
                <a:extLst>
                  <a:ext uri="{FF2B5EF4-FFF2-40B4-BE49-F238E27FC236}">
                    <a16:creationId xmlns:a16="http://schemas.microsoft.com/office/drawing/2014/main" id="{672ECEB4-F5E3-B414-F4EC-A80638B19169}"/>
                  </a:ext>
                </a:extLst>
              </p:cNvPr>
              <p:cNvSpPr/>
              <p:nvPr/>
            </p:nvSpPr>
            <p:spPr>
              <a:xfrm>
                <a:off x="4149349" y="4353502"/>
                <a:ext cx="208829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22282" name="Group 22281">
                <a:extLst>
                  <a:ext uri="{FF2B5EF4-FFF2-40B4-BE49-F238E27FC236}">
                    <a16:creationId xmlns:a16="http://schemas.microsoft.com/office/drawing/2014/main" id="{431DC89A-0242-B494-91D0-0F208E12814A}"/>
                  </a:ext>
                </a:extLst>
              </p:cNvPr>
              <p:cNvGrpSpPr/>
              <p:nvPr/>
            </p:nvGrpSpPr>
            <p:grpSpPr>
              <a:xfrm>
                <a:off x="4221359" y="4425512"/>
                <a:ext cx="1944270" cy="288040"/>
                <a:chOff x="1112927" y="4581160"/>
                <a:chExt cx="1392193" cy="288040"/>
              </a:xfrm>
            </p:grpSpPr>
            <p:sp>
              <p:nvSpPr>
                <p:cNvPr id="22283" name="Rectangle 22282">
                  <a:extLst>
                    <a:ext uri="{FF2B5EF4-FFF2-40B4-BE49-F238E27FC236}">
                      <a16:creationId xmlns:a16="http://schemas.microsoft.com/office/drawing/2014/main" id="{51ED2EE0-BA7E-A8CF-B5FA-7F68E42AA028}"/>
                    </a:ext>
                  </a:extLst>
                </p:cNvPr>
                <p:cNvSpPr/>
                <p:nvPr/>
              </p:nvSpPr>
              <p:spPr>
                <a:xfrm>
                  <a:off x="1112927" y="458116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84" name="Rectangle 22283">
                  <a:extLst>
                    <a:ext uri="{FF2B5EF4-FFF2-40B4-BE49-F238E27FC236}">
                      <a16:creationId xmlns:a16="http://schemas.microsoft.com/office/drawing/2014/main" id="{A7875C0C-9BCC-86F1-51FB-E82E34AA5116}"/>
                    </a:ext>
                  </a:extLst>
                </p:cNvPr>
                <p:cNvSpPr/>
                <p:nvPr/>
              </p:nvSpPr>
              <p:spPr>
                <a:xfrm>
                  <a:off x="1112927" y="465317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85" name="Rectangle 22284">
                  <a:extLst>
                    <a:ext uri="{FF2B5EF4-FFF2-40B4-BE49-F238E27FC236}">
                      <a16:creationId xmlns:a16="http://schemas.microsoft.com/office/drawing/2014/main" id="{6BF1D000-E05A-AC56-24C1-19BE0FBD3C40}"/>
                    </a:ext>
                  </a:extLst>
                </p:cNvPr>
                <p:cNvSpPr/>
                <p:nvPr/>
              </p:nvSpPr>
              <p:spPr>
                <a:xfrm>
                  <a:off x="1112927" y="472518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86" name="Rectangle 22285">
                  <a:extLst>
                    <a:ext uri="{FF2B5EF4-FFF2-40B4-BE49-F238E27FC236}">
                      <a16:creationId xmlns:a16="http://schemas.microsoft.com/office/drawing/2014/main" id="{4170A977-3470-9BDA-8021-FE2A45A21282}"/>
                    </a:ext>
                  </a:extLst>
                </p:cNvPr>
                <p:cNvSpPr/>
                <p:nvPr/>
              </p:nvSpPr>
              <p:spPr>
                <a:xfrm>
                  <a:off x="1112927" y="479719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grpSp>
          <p:nvGrpSpPr>
            <p:cNvPr id="21998" name="Group 21997">
              <a:extLst>
                <a:ext uri="{FF2B5EF4-FFF2-40B4-BE49-F238E27FC236}">
                  <a16:creationId xmlns:a16="http://schemas.microsoft.com/office/drawing/2014/main" id="{404B7D3E-C3F6-6B2A-55B9-AA11B007A098}"/>
                </a:ext>
              </a:extLst>
            </p:cNvPr>
            <p:cNvGrpSpPr/>
            <p:nvPr/>
          </p:nvGrpSpPr>
          <p:grpSpPr>
            <a:xfrm>
              <a:off x="5772016" y="1292558"/>
              <a:ext cx="1066302" cy="1584220"/>
              <a:chOff x="3933319" y="1268700"/>
              <a:chExt cx="2520350" cy="3744520"/>
            </a:xfrm>
          </p:grpSpPr>
          <p:sp>
            <p:nvSpPr>
              <p:cNvPr id="22197" name="Rectangle 22196">
                <a:extLst>
                  <a:ext uri="{FF2B5EF4-FFF2-40B4-BE49-F238E27FC236}">
                    <a16:creationId xmlns:a16="http://schemas.microsoft.com/office/drawing/2014/main" id="{DAE01F3D-324F-A859-6634-2F368BB34A3D}"/>
                  </a:ext>
                </a:extLst>
              </p:cNvPr>
              <p:cNvSpPr/>
              <p:nvPr/>
            </p:nvSpPr>
            <p:spPr>
              <a:xfrm>
                <a:off x="3933319" y="1268700"/>
                <a:ext cx="2520350" cy="3744520"/>
              </a:xfrm>
              <a:prstGeom prst="rect">
                <a:avLst/>
              </a:prstGeom>
              <a:solidFill>
                <a:sysClr val="window" lastClr="FFFFFF">
                  <a:lumMod val="95000"/>
                </a:sysClr>
              </a:solidFill>
              <a:ln w="6350" cap="flat" cmpd="sng" algn="ctr">
                <a:solidFill>
                  <a:sysClr val="window" lastClr="FFFFFF">
                    <a:lumMod val="7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98" name="Rectangle 22197">
                <a:extLst>
                  <a:ext uri="{FF2B5EF4-FFF2-40B4-BE49-F238E27FC236}">
                    <a16:creationId xmlns:a16="http://schemas.microsoft.com/office/drawing/2014/main" id="{BF775330-52C3-269F-5000-912915BDDB54}"/>
                  </a:ext>
                </a:extLst>
              </p:cNvPr>
              <p:cNvSpPr/>
              <p:nvPr/>
            </p:nvSpPr>
            <p:spPr>
              <a:xfrm>
                <a:off x="4077339" y="1412720"/>
                <a:ext cx="2232310" cy="504070"/>
              </a:xfrm>
              <a:prstGeom prst="rect">
                <a:avLst/>
              </a:prstGeom>
              <a:solidFill>
                <a:srgbClr val="95D600"/>
              </a:solidFill>
              <a:ln w="19050" cap="flat" cmpd="sng" algn="ctr">
                <a:solidFill>
                  <a:srgbClr val="95D60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99" name="Rectangle 22198">
                <a:extLst>
                  <a:ext uri="{FF2B5EF4-FFF2-40B4-BE49-F238E27FC236}">
                    <a16:creationId xmlns:a16="http://schemas.microsoft.com/office/drawing/2014/main" id="{418CDF7A-0707-1FAF-9244-A8C90F567A1D}"/>
                  </a:ext>
                </a:extLst>
              </p:cNvPr>
              <p:cNvSpPr/>
              <p:nvPr/>
            </p:nvSpPr>
            <p:spPr>
              <a:xfrm>
                <a:off x="407733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200" name="Rectangle 22199">
                <a:extLst>
                  <a:ext uri="{FF2B5EF4-FFF2-40B4-BE49-F238E27FC236}">
                    <a16:creationId xmlns:a16="http://schemas.microsoft.com/office/drawing/2014/main" id="{C83A0D50-A289-C6C5-D9D5-4156E9296474}"/>
                  </a:ext>
                </a:extLst>
              </p:cNvPr>
              <p:cNvSpPr/>
              <p:nvPr/>
            </p:nvSpPr>
            <p:spPr>
              <a:xfrm>
                <a:off x="4077339" y="3140960"/>
                <a:ext cx="2232310" cy="1728240"/>
              </a:xfrm>
              <a:prstGeom prst="rect">
                <a:avLst/>
              </a:prstGeom>
              <a:solidFill>
                <a:srgbClr val="0091BD"/>
              </a:solidFill>
              <a:ln w="19050" cap="flat" cmpd="sng" algn="ctr">
                <a:solidFill>
                  <a:srgbClr val="0091BD">
                    <a:shade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01" name="Rectangle 22200">
                <a:extLst>
                  <a:ext uri="{FF2B5EF4-FFF2-40B4-BE49-F238E27FC236}">
                    <a16:creationId xmlns:a16="http://schemas.microsoft.com/office/drawing/2014/main" id="{39864167-E891-A42B-390C-8725DF631C5C}"/>
                  </a:ext>
                </a:extLst>
              </p:cNvPr>
              <p:cNvSpPr/>
              <p:nvPr/>
            </p:nvSpPr>
            <p:spPr>
              <a:xfrm>
                <a:off x="465341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202" name="Rectangle 22201">
                <a:extLst>
                  <a:ext uri="{FF2B5EF4-FFF2-40B4-BE49-F238E27FC236}">
                    <a16:creationId xmlns:a16="http://schemas.microsoft.com/office/drawing/2014/main" id="{B913AFC0-5DED-9417-EF58-C39A7F6383BA}"/>
                  </a:ext>
                </a:extLst>
              </p:cNvPr>
              <p:cNvSpPr/>
              <p:nvPr/>
            </p:nvSpPr>
            <p:spPr>
              <a:xfrm>
                <a:off x="522949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203" name="Rectangle 22202">
                <a:extLst>
                  <a:ext uri="{FF2B5EF4-FFF2-40B4-BE49-F238E27FC236}">
                    <a16:creationId xmlns:a16="http://schemas.microsoft.com/office/drawing/2014/main" id="{384B86BD-C417-3282-650F-3B4FC9782E82}"/>
                  </a:ext>
                </a:extLst>
              </p:cNvPr>
              <p:cNvSpPr/>
              <p:nvPr/>
            </p:nvSpPr>
            <p:spPr>
              <a:xfrm>
                <a:off x="580557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204" name="Rectangle 22203">
                <a:extLst>
                  <a:ext uri="{FF2B5EF4-FFF2-40B4-BE49-F238E27FC236}">
                    <a16:creationId xmlns:a16="http://schemas.microsoft.com/office/drawing/2014/main" id="{E5871F72-D0E3-12AB-F462-00666233059B}"/>
                  </a:ext>
                </a:extLst>
              </p:cNvPr>
              <p:cNvSpPr/>
              <p:nvPr/>
            </p:nvSpPr>
            <p:spPr>
              <a:xfrm>
                <a:off x="407733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205" name="Rectangle 22204">
                <a:extLst>
                  <a:ext uri="{FF2B5EF4-FFF2-40B4-BE49-F238E27FC236}">
                    <a16:creationId xmlns:a16="http://schemas.microsoft.com/office/drawing/2014/main" id="{2E8E7AC1-4085-6D6C-E012-A525F08DC70C}"/>
                  </a:ext>
                </a:extLst>
              </p:cNvPr>
              <p:cNvSpPr/>
              <p:nvPr/>
            </p:nvSpPr>
            <p:spPr>
              <a:xfrm>
                <a:off x="465341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206" name="Rectangle 22205">
                <a:extLst>
                  <a:ext uri="{FF2B5EF4-FFF2-40B4-BE49-F238E27FC236}">
                    <a16:creationId xmlns:a16="http://schemas.microsoft.com/office/drawing/2014/main" id="{F7C612DA-5454-73B4-62D0-8E1428DCF5EC}"/>
                  </a:ext>
                </a:extLst>
              </p:cNvPr>
              <p:cNvSpPr/>
              <p:nvPr/>
            </p:nvSpPr>
            <p:spPr>
              <a:xfrm>
                <a:off x="522949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207" name="Rectangle 22206">
                <a:extLst>
                  <a:ext uri="{FF2B5EF4-FFF2-40B4-BE49-F238E27FC236}">
                    <a16:creationId xmlns:a16="http://schemas.microsoft.com/office/drawing/2014/main" id="{3BBFF2C5-B087-07F4-2107-B253E2CB10BE}"/>
                  </a:ext>
                </a:extLst>
              </p:cNvPr>
              <p:cNvSpPr/>
              <p:nvPr/>
            </p:nvSpPr>
            <p:spPr>
              <a:xfrm>
                <a:off x="580557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22208" name="Group 22207">
                <a:extLst>
                  <a:ext uri="{FF2B5EF4-FFF2-40B4-BE49-F238E27FC236}">
                    <a16:creationId xmlns:a16="http://schemas.microsoft.com/office/drawing/2014/main" id="{9CE2CA69-B4EE-8064-EF73-B9C9CDCE6D36}"/>
                  </a:ext>
                </a:extLst>
              </p:cNvPr>
              <p:cNvGrpSpPr/>
              <p:nvPr/>
            </p:nvGrpSpPr>
            <p:grpSpPr>
              <a:xfrm>
                <a:off x="4149349" y="3212970"/>
                <a:ext cx="432060" cy="432060"/>
                <a:chOff x="3429249" y="3645030"/>
                <a:chExt cx="432060" cy="432060"/>
              </a:xfrm>
            </p:grpSpPr>
            <p:sp>
              <p:nvSpPr>
                <p:cNvPr id="22257" name="Rectangle 22256">
                  <a:extLst>
                    <a:ext uri="{FF2B5EF4-FFF2-40B4-BE49-F238E27FC236}">
                      <a16:creationId xmlns:a16="http://schemas.microsoft.com/office/drawing/2014/main" id="{59ACB4E2-114F-DCD8-537B-5C6DD2D52B01}"/>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258" name="Rectangle 22257">
                  <a:extLst>
                    <a:ext uri="{FF2B5EF4-FFF2-40B4-BE49-F238E27FC236}">
                      <a16:creationId xmlns:a16="http://schemas.microsoft.com/office/drawing/2014/main" id="{0FDD61A5-A124-804F-75BD-4055CA8A9128}"/>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259" name="Rectangle 22258">
                  <a:extLst>
                    <a:ext uri="{FF2B5EF4-FFF2-40B4-BE49-F238E27FC236}">
                      <a16:creationId xmlns:a16="http://schemas.microsoft.com/office/drawing/2014/main" id="{1BEB740A-1552-8A70-8463-12CDD6007E94}"/>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260" name="Rectangle 22259">
                  <a:extLst>
                    <a:ext uri="{FF2B5EF4-FFF2-40B4-BE49-F238E27FC236}">
                      <a16:creationId xmlns:a16="http://schemas.microsoft.com/office/drawing/2014/main" id="{01F8FEA7-A586-2B75-1408-D522A67C0ADA}"/>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261" name="Rectangle 22260">
                  <a:extLst>
                    <a:ext uri="{FF2B5EF4-FFF2-40B4-BE49-F238E27FC236}">
                      <a16:creationId xmlns:a16="http://schemas.microsoft.com/office/drawing/2014/main" id="{AAB6B5F3-74C5-ED51-E1D2-427843D3EA46}"/>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209" name="Group 22208">
                <a:extLst>
                  <a:ext uri="{FF2B5EF4-FFF2-40B4-BE49-F238E27FC236}">
                    <a16:creationId xmlns:a16="http://schemas.microsoft.com/office/drawing/2014/main" id="{05E60B86-4E62-8499-7658-D1997B5021E8}"/>
                  </a:ext>
                </a:extLst>
              </p:cNvPr>
              <p:cNvGrpSpPr/>
              <p:nvPr/>
            </p:nvGrpSpPr>
            <p:grpSpPr>
              <a:xfrm>
                <a:off x="4708177" y="3212970"/>
                <a:ext cx="432060" cy="432060"/>
                <a:chOff x="3429249" y="3645030"/>
                <a:chExt cx="432060" cy="432060"/>
              </a:xfrm>
            </p:grpSpPr>
            <p:sp>
              <p:nvSpPr>
                <p:cNvPr id="22252" name="Rectangle 22251">
                  <a:extLst>
                    <a:ext uri="{FF2B5EF4-FFF2-40B4-BE49-F238E27FC236}">
                      <a16:creationId xmlns:a16="http://schemas.microsoft.com/office/drawing/2014/main" id="{056A631A-DB27-28B4-06BF-50D939387DFE}"/>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53" name="Rectangle 22252">
                  <a:extLst>
                    <a:ext uri="{FF2B5EF4-FFF2-40B4-BE49-F238E27FC236}">
                      <a16:creationId xmlns:a16="http://schemas.microsoft.com/office/drawing/2014/main" id="{D33DB1C1-1259-84A3-E131-AB7D1DC92F0C}"/>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54" name="Rectangle 22253">
                  <a:extLst>
                    <a:ext uri="{FF2B5EF4-FFF2-40B4-BE49-F238E27FC236}">
                      <a16:creationId xmlns:a16="http://schemas.microsoft.com/office/drawing/2014/main" id="{0DE32830-81B1-C81D-3F38-E12C86162F11}"/>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55" name="Rectangle 22254">
                  <a:extLst>
                    <a:ext uri="{FF2B5EF4-FFF2-40B4-BE49-F238E27FC236}">
                      <a16:creationId xmlns:a16="http://schemas.microsoft.com/office/drawing/2014/main" id="{95047461-2A00-44B6-84A7-2AB717ECBBD0}"/>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56" name="Rectangle 22255">
                  <a:extLst>
                    <a:ext uri="{FF2B5EF4-FFF2-40B4-BE49-F238E27FC236}">
                      <a16:creationId xmlns:a16="http://schemas.microsoft.com/office/drawing/2014/main" id="{CC444D74-7BEB-2E3A-F590-4C65A1907F7C}"/>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210" name="Group 22209">
                <a:extLst>
                  <a:ext uri="{FF2B5EF4-FFF2-40B4-BE49-F238E27FC236}">
                    <a16:creationId xmlns:a16="http://schemas.microsoft.com/office/drawing/2014/main" id="{D1096188-E278-B8BA-C844-A9459B621F39}"/>
                  </a:ext>
                </a:extLst>
              </p:cNvPr>
              <p:cNvGrpSpPr/>
              <p:nvPr/>
            </p:nvGrpSpPr>
            <p:grpSpPr>
              <a:xfrm>
                <a:off x="5264003" y="3212970"/>
                <a:ext cx="432060" cy="432060"/>
                <a:chOff x="3429249" y="3645030"/>
                <a:chExt cx="432060" cy="432060"/>
              </a:xfrm>
            </p:grpSpPr>
            <p:sp>
              <p:nvSpPr>
                <p:cNvPr id="22247" name="Rectangle 22246">
                  <a:extLst>
                    <a:ext uri="{FF2B5EF4-FFF2-40B4-BE49-F238E27FC236}">
                      <a16:creationId xmlns:a16="http://schemas.microsoft.com/office/drawing/2014/main" id="{02FB2BC0-78D1-A674-E836-7CB31FF85054}"/>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248" name="Rectangle 22247">
                  <a:extLst>
                    <a:ext uri="{FF2B5EF4-FFF2-40B4-BE49-F238E27FC236}">
                      <a16:creationId xmlns:a16="http://schemas.microsoft.com/office/drawing/2014/main" id="{84557304-641A-6941-C0AB-5580248326AF}"/>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249" name="Rectangle 22248">
                  <a:extLst>
                    <a:ext uri="{FF2B5EF4-FFF2-40B4-BE49-F238E27FC236}">
                      <a16:creationId xmlns:a16="http://schemas.microsoft.com/office/drawing/2014/main" id="{75403723-D6A6-34A6-56DF-106E6F899F9C}"/>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250" name="Rectangle 22249">
                  <a:extLst>
                    <a:ext uri="{FF2B5EF4-FFF2-40B4-BE49-F238E27FC236}">
                      <a16:creationId xmlns:a16="http://schemas.microsoft.com/office/drawing/2014/main" id="{6486AEAA-9691-76A5-B418-7289D69AB8A2}"/>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251" name="Rectangle 22250">
                  <a:extLst>
                    <a:ext uri="{FF2B5EF4-FFF2-40B4-BE49-F238E27FC236}">
                      <a16:creationId xmlns:a16="http://schemas.microsoft.com/office/drawing/2014/main" id="{F3C769E8-D4B6-724C-AFED-D1BB4F59BC8C}"/>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211" name="Group 22210">
                <a:extLst>
                  <a:ext uri="{FF2B5EF4-FFF2-40B4-BE49-F238E27FC236}">
                    <a16:creationId xmlns:a16="http://schemas.microsoft.com/office/drawing/2014/main" id="{1EA706A9-1CC0-D378-7E4A-FFE975294938}"/>
                  </a:ext>
                </a:extLst>
              </p:cNvPr>
              <p:cNvGrpSpPr/>
              <p:nvPr/>
            </p:nvGrpSpPr>
            <p:grpSpPr>
              <a:xfrm>
                <a:off x="5805579" y="3212970"/>
                <a:ext cx="432060" cy="432060"/>
                <a:chOff x="3429249" y="3645030"/>
                <a:chExt cx="432060" cy="432060"/>
              </a:xfrm>
            </p:grpSpPr>
            <p:sp>
              <p:nvSpPr>
                <p:cNvPr id="22242" name="Rectangle 22241">
                  <a:extLst>
                    <a:ext uri="{FF2B5EF4-FFF2-40B4-BE49-F238E27FC236}">
                      <a16:creationId xmlns:a16="http://schemas.microsoft.com/office/drawing/2014/main" id="{D2B33379-AF05-2281-5A77-C36CC83CACB5}"/>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43" name="Rectangle 22242">
                  <a:extLst>
                    <a:ext uri="{FF2B5EF4-FFF2-40B4-BE49-F238E27FC236}">
                      <a16:creationId xmlns:a16="http://schemas.microsoft.com/office/drawing/2014/main" id="{91564F04-7F94-E02B-1241-609CB2419CF6}"/>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44" name="Rectangle 22243">
                  <a:extLst>
                    <a:ext uri="{FF2B5EF4-FFF2-40B4-BE49-F238E27FC236}">
                      <a16:creationId xmlns:a16="http://schemas.microsoft.com/office/drawing/2014/main" id="{321CE9BE-BF15-D03D-30E0-77A06DA67E78}"/>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45" name="Rectangle 22244">
                  <a:extLst>
                    <a:ext uri="{FF2B5EF4-FFF2-40B4-BE49-F238E27FC236}">
                      <a16:creationId xmlns:a16="http://schemas.microsoft.com/office/drawing/2014/main" id="{E33F0E11-09B8-42B1-D7C9-D2008B8CBA7C}"/>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46" name="Rectangle 22245">
                  <a:extLst>
                    <a:ext uri="{FF2B5EF4-FFF2-40B4-BE49-F238E27FC236}">
                      <a16:creationId xmlns:a16="http://schemas.microsoft.com/office/drawing/2014/main" id="{C6DCFB07-076B-ECDD-0DC7-435C152424A5}"/>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212" name="Group 22211">
                <a:extLst>
                  <a:ext uri="{FF2B5EF4-FFF2-40B4-BE49-F238E27FC236}">
                    <a16:creationId xmlns:a16="http://schemas.microsoft.com/office/drawing/2014/main" id="{A8E5545D-BBA2-8A47-93D6-E2F4A2278CE2}"/>
                  </a:ext>
                </a:extLst>
              </p:cNvPr>
              <p:cNvGrpSpPr/>
              <p:nvPr/>
            </p:nvGrpSpPr>
            <p:grpSpPr>
              <a:xfrm>
                <a:off x="4149349" y="3760170"/>
                <a:ext cx="432060" cy="432060"/>
                <a:chOff x="3429249" y="3645030"/>
                <a:chExt cx="432060" cy="432060"/>
              </a:xfrm>
            </p:grpSpPr>
            <p:sp>
              <p:nvSpPr>
                <p:cNvPr id="22237" name="Rectangle 22236">
                  <a:extLst>
                    <a:ext uri="{FF2B5EF4-FFF2-40B4-BE49-F238E27FC236}">
                      <a16:creationId xmlns:a16="http://schemas.microsoft.com/office/drawing/2014/main" id="{5FC5241E-6F46-F2E9-91AF-A19F4F732EFB}"/>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38" name="Rectangle 22237">
                  <a:extLst>
                    <a:ext uri="{FF2B5EF4-FFF2-40B4-BE49-F238E27FC236}">
                      <a16:creationId xmlns:a16="http://schemas.microsoft.com/office/drawing/2014/main" id="{0010CAAF-92F3-AB1B-4F47-310A467E29E6}"/>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39" name="Rectangle 22238">
                  <a:extLst>
                    <a:ext uri="{FF2B5EF4-FFF2-40B4-BE49-F238E27FC236}">
                      <a16:creationId xmlns:a16="http://schemas.microsoft.com/office/drawing/2014/main" id="{6B3FBDA9-CD9D-61D8-B987-5B17AC993F46}"/>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40" name="Rectangle 22239">
                  <a:extLst>
                    <a:ext uri="{FF2B5EF4-FFF2-40B4-BE49-F238E27FC236}">
                      <a16:creationId xmlns:a16="http://schemas.microsoft.com/office/drawing/2014/main" id="{1F176732-E058-EC8C-952C-1AD976B28FAB}"/>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41" name="Rectangle 22240">
                  <a:extLst>
                    <a:ext uri="{FF2B5EF4-FFF2-40B4-BE49-F238E27FC236}">
                      <a16:creationId xmlns:a16="http://schemas.microsoft.com/office/drawing/2014/main" id="{CD49CE63-BCF0-26F4-4668-529082CF8416}"/>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213" name="Group 22212">
                <a:extLst>
                  <a:ext uri="{FF2B5EF4-FFF2-40B4-BE49-F238E27FC236}">
                    <a16:creationId xmlns:a16="http://schemas.microsoft.com/office/drawing/2014/main" id="{6F209AEB-B38B-5380-6138-959C488B9197}"/>
                  </a:ext>
                </a:extLst>
              </p:cNvPr>
              <p:cNvGrpSpPr/>
              <p:nvPr/>
            </p:nvGrpSpPr>
            <p:grpSpPr>
              <a:xfrm>
                <a:off x="4708177" y="3760170"/>
                <a:ext cx="432060" cy="432060"/>
                <a:chOff x="3429249" y="3645030"/>
                <a:chExt cx="432060" cy="432060"/>
              </a:xfrm>
            </p:grpSpPr>
            <p:sp>
              <p:nvSpPr>
                <p:cNvPr id="22232" name="Rectangle 22231">
                  <a:extLst>
                    <a:ext uri="{FF2B5EF4-FFF2-40B4-BE49-F238E27FC236}">
                      <a16:creationId xmlns:a16="http://schemas.microsoft.com/office/drawing/2014/main" id="{91059BD2-190C-650E-91DF-85813214C5EF}"/>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33" name="Rectangle 22232">
                  <a:extLst>
                    <a:ext uri="{FF2B5EF4-FFF2-40B4-BE49-F238E27FC236}">
                      <a16:creationId xmlns:a16="http://schemas.microsoft.com/office/drawing/2014/main" id="{8CE018D4-DE52-6780-1614-759846410180}"/>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34" name="Rectangle 22233">
                  <a:extLst>
                    <a:ext uri="{FF2B5EF4-FFF2-40B4-BE49-F238E27FC236}">
                      <a16:creationId xmlns:a16="http://schemas.microsoft.com/office/drawing/2014/main" id="{43BF681F-4DAE-D18E-4F38-CCE8651D2397}"/>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35" name="Rectangle 22234">
                  <a:extLst>
                    <a:ext uri="{FF2B5EF4-FFF2-40B4-BE49-F238E27FC236}">
                      <a16:creationId xmlns:a16="http://schemas.microsoft.com/office/drawing/2014/main" id="{FDF2BA26-1D29-6AE9-C656-A1EB16A5D3A3}"/>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36" name="Rectangle 22235">
                  <a:extLst>
                    <a:ext uri="{FF2B5EF4-FFF2-40B4-BE49-F238E27FC236}">
                      <a16:creationId xmlns:a16="http://schemas.microsoft.com/office/drawing/2014/main" id="{15E41CEF-E78A-8192-642F-52A1BBB82FB3}"/>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214" name="Group 22213">
                <a:extLst>
                  <a:ext uri="{FF2B5EF4-FFF2-40B4-BE49-F238E27FC236}">
                    <a16:creationId xmlns:a16="http://schemas.microsoft.com/office/drawing/2014/main" id="{7B22031A-F8CB-A892-AD27-F40522C15F0E}"/>
                  </a:ext>
                </a:extLst>
              </p:cNvPr>
              <p:cNvGrpSpPr/>
              <p:nvPr/>
            </p:nvGrpSpPr>
            <p:grpSpPr>
              <a:xfrm>
                <a:off x="5264003" y="3760170"/>
                <a:ext cx="432060" cy="432060"/>
                <a:chOff x="3429249" y="3645030"/>
                <a:chExt cx="432060" cy="432060"/>
              </a:xfrm>
            </p:grpSpPr>
            <p:sp>
              <p:nvSpPr>
                <p:cNvPr id="22227" name="Rectangle 22226">
                  <a:extLst>
                    <a:ext uri="{FF2B5EF4-FFF2-40B4-BE49-F238E27FC236}">
                      <a16:creationId xmlns:a16="http://schemas.microsoft.com/office/drawing/2014/main" id="{24EC5C09-34DA-8559-390A-073BCF35FBF3}"/>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28" name="Rectangle 22227">
                  <a:extLst>
                    <a:ext uri="{FF2B5EF4-FFF2-40B4-BE49-F238E27FC236}">
                      <a16:creationId xmlns:a16="http://schemas.microsoft.com/office/drawing/2014/main" id="{D2097FA2-0378-4DCC-BDC2-1CF6C374FB10}"/>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29" name="Rectangle 22228">
                  <a:extLst>
                    <a:ext uri="{FF2B5EF4-FFF2-40B4-BE49-F238E27FC236}">
                      <a16:creationId xmlns:a16="http://schemas.microsoft.com/office/drawing/2014/main" id="{80F6ED4C-93A6-F3CB-3EB3-5ADFA7D30B11}"/>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30" name="Rectangle 22229">
                  <a:extLst>
                    <a:ext uri="{FF2B5EF4-FFF2-40B4-BE49-F238E27FC236}">
                      <a16:creationId xmlns:a16="http://schemas.microsoft.com/office/drawing/2014/main" id="{0E4303B6-E199-913E-2FB9-C56E09EBB38A}"/>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31" name="Rectangle 22230">
                  <a:extLst>
                    <a:ext uri="{FF2B5EF4-FFF2-40B4-BE49-F238E27FC236}">
                      <a16:creationId xmlns:a16="http://schemas.microsoft.com/office/drawing/2014/main" id="{15A0DC79-2373-EA49-DC00-159CEF55FDB2}"/>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215" name="Group 22214">
                <a:extLst>
                  <a:ext uri="{FF2B5EF4-FFF2-40B4-BE49-F238E27FC236}">
                    <a16:creationId xmlns:a16="http://schemas.microsoft.com/office/drawing/2014/main" id="{C2404957-6D0A-31EE-56EE-663726672BBF}"/>
                  </a:ext>
                </a:extLst>
              </p:cNvPr>
              <p:cNvGrpSpPr/>
              <p:nvPr/>
            </p:nvGrpSpPr>
            <p:grpSpPr>
              <a:xfrm>
                <a:off x="5805579" y="3760170"/>
                <a:ext cx="432060" cy="432060"/>
                <a:chOff x="3429249" y="3645030"/>
                <a:chExt cx="432060" cy="432060"/>
              </a:xfrm>
            </p:grpSpPr>
            <p:sp>
              <p:nvSpPr>
                <p:cNvPr id="22222" name="Rectangle 22221">
                  <a:extLst>
                    <a:ext uri="{FF2B5EF4-FFF2-40B4-BE49-F238E27FC236}">
                      <a16:creationId xmlns:a16="http://schemas.microsoft.com/office/drawing/2014/main" id="{1FCB0395-0CD6-0AAE-0160-F6099EF370BB}"/>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23" name="Rectangle 22222">
                  <a:extLst>
                    <a:ext uri="{FF2B5EF4-FFF2-40B4-BE49-F238E27FC236}">
                      <a16:creationId xmlns:a16="http://schemas.microsoft.com/office/drawing/2014/main" id="{E98F1E05-EE6E-142E-59D7-B3ACDF10DD50}"/>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24" name="Rectangle 22223">
                  <a:extLst>
                    <a:ext uri="{FF2B5EF4-FFF2-40B4-BE49-F238E27FC236}">
                      <a16:creationId xmlns:a16="http://schemas.microsoft.com/office/drawing/2014/main" id="{80B7153B-F593-7D9A-EE53-DB1835EAE4F0}"/>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25" name="Rectangle 22224">
                  <a:extLst>
                    <a:ext uri="{FF2B5EF4-FFF2-40B4-BE49-F238E27FC236}">
                      <a16:creationId xmlns:a16="http://schemas.microsoft.com/office/drawing/2014/main" id="{86F1CC9C-746C-896F-BF32-4725E927D9DD}"/>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26" name="Rectangle 22225">
                  <a:extLst>
                    <a:ext uri="{FF2B5EF4-FFF2-40B4-BE49-F238E27FC236}">
                      <a16:creationId xmlns:a16="http://schemas.microsoft.com/office/drawing/2014/main" id="{CA94F349-E45F-650F-2E0F-C86CFA0DFEE3}"/>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2216" name="Rectangle 22215">
                <a:extLst>
                  <a:ext uri="{FF2B5EF4-FFF2-40B4-BE49-F238E27FC236}">
                    <a16:creationId xmlns:a16="http://schemas.microsoft.com/office/drawing/2014/main" id="{8777AA41-6C6E-8881-B97D-87D39CFA340D}"/>
                  </a:ext>
                </a:extLst>
              </p:cNvPr>
              <p:cNvSpPr/>
              <p:nvPr/>
            </p:nvSpPr>
            <p:spPr>
              <a:xfrm>
                <a:off x="4149349" y="4353502"/>
                <a:ext cx="208829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22217" name="Group 22216">
                <a:extLst>
                  <a:ext uri="{FF2B5EF4-FFF2-40B4-BE49-F238E27FC236}">
                    <a16:creationId xmlns:a16="http://schemas.microsoft.com/office/drawing/2014/main" id="{38D43229-0720-D4A0-1038-D9CB5364B3CE}"/>
                  </a:ext>
                </a:extLst>
              </p:cNvPr>
              <p:cNvGrpSpPr/>
              <p:nvPr/>
            </p:nvGrpSpPr>
            <p:grpSpPr>
              <a:xfrm>
                <a:off x="4221359" y="4425512"/>
                <a:ext cx="1944270" cy="288040"/>
                <a:chOff x="1112927" y="4581160"/>
                <a:chExt cx="1392193" cy="288040"/>
              </a:xfrm>
            </p:grpSpPr>
            <p:sp>
              <p:nvSpPr>
                <p:cNvPr id="22218" name="Rectangle 22217">
                  <a:extLst>
                    <a:ext uri="{FF2B5EF4-FFF2-40B4-BE49-F238E27FC236}">
                      <a16:creationId xmlns:a16="http://schemas.microsoft.com/office/drawing/2014/main" id="{1EBC7E86-2DF8-8A35-EDF9-353044623DAA}"/>
                    </a:ext>
                  </a:extLst>
                </p:cNvPr>
                <p:cNvSpPr/>
                <p:nvPr/>
              </p:nvSpPr>
              <p:spPr>
                <a:xfrm>
                  <a:off x="1112927" y="458116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19" name="Rectangle 22218">
                  <a:extLst>
                    <a:ext uri="{FF2B5EF4-FFF2-40B4-BE49-F238E27FC236}">
                      <a16:creationId xmlns:a16="http://schemas.microsoft.com/office/drawing/2014/main" id="{3F17C8FC-AE9E-F38B-1C70-88BC7557A93D}"/>
                    </a:ext>
                  </a:extLst>
                </p:cNvPr>
                <p:cNvSpPr/>
                <p:nvPr/>
              </p:nvSpPr>
              <p:spPr>
                <a:xfrm>
                  <a:off x="1112927" y="465317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20" name="Rectangle 22219">
                  <a:extLst>
                    <a:ext uri="{FF2B5EF4-FFF2-40B4-BE49-F238E27FC236}">
                      <a16:creationId xmlns:a16="http://schemas.microsoft.com/office/drawing/2014/main" id="{DEFCF4D4-6DDD-9F95-886C-C71D19F5D6D2}"/>
                    </a:ext>
                  </a:extLst>
                </p:cNvPr>
                <p:cNvSpPr/>
                <p:nvPr/>
              </p:nvSpPr>
              <p:spPr>
                <a:xfrm>
                  <a:off x="1112927" y="472518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221" name="Rectangle 22220">
                  <a:extLst>
                    <a:ext uri="{FF2B5EF4-FFF2-40B4-BE49-F238E27FC236}">
                      <a16:creationId xmlns:a16="http://schemas.microsoft.com/office/drawing/2014/main" id="{D2B3B016-2011-71D7-CAD8-3B79039CBD84}"/>
                    </a:ext>
                  </a:extLst>
                </p:cNvPr>
                <p:cNvSpPr/>
                <p:nvPr/>
              </p:nvSpPr>
              <p:spPr>
                <a:xfrm>
                  <a:off x="1112927" y="479719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grpSp>
          <p:nvGrpSpPr>
            <p:cNvPr id="21999" name="Group 21998">
              <a:extLst>
                <a:ext uri="{FF2B5EF4-FFF2-40B4-BE49-F238E27FC236}">
                  <a16:creationId xmlns:a16="http://schemas.microsoft.com/office/drawing/2014/main" id="{CE8F9B46-30F8-19BE-BE74-1C357B93AB54}"/>
                </a:ext>
              </a:extLst>
            </p:cNvPr>
            <p:cNvGrpSpPr/>
            <p:nvPr/>
          </p:nvGrpSpPr>
          <p:grpSpPr>
            <a:xfrm>
              <a:off x="6924176" y="1292558"/>
              <a:ext cx="1066302" cy="1584220"/>
              <a:chOff x="3933319" y="1268700"/>
              <a:chExt cx="2520350" cy="3744520"/>
            </a:xfrm>
          </p:grpSpPr>
          <p:sp>
            <p:nvSpPr>
              <p:cNvPr id="22132" name="Rectangle 22131">
                <a:extLst>
                  <a:ext uri="{FF2B5EF4-FFF2-40B4-BE49-F238E27FC236}">
                    <a16:creationId xmlns:a16="http://schemas.microsoft.com/office/drawing/2014/main" id="{60C8BA16-F741-4211-372B-1ED8385AB663}"/>
                  </a:ext>
                </a:extLst>
              </p:cNvPr>
              <p:cNvSpPr/>
              <p:nvPr/>
            </p:nvSpPr>
            <p:spPr>
              <a:xfrm>
                <a:off x="3933319" y="1268700"/>
                <a:ext cx="2520350" cy="3744520"/>
              </a:xfrm>
              <a:prstGeom prst="rect">
                <a:avLst/>
              </a:prstGeom>
              <a:solidFill>
                <a:sysClr val="window" lastClr="FFFFFF">
                  <a:lumMod val="95000"/>
                </a:sysClr>
              </a:solidFill>
              <a:ln w="6350" cap="flat" cmpd="sng" algn="ctr">
                <a:solidFill>
                  <a:sysClr val="window" lastClr="FFFFFF">
                    <a:lumMod val="7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33" name="Rectangle 22132">
                <a:extLst>
                  <a:ext uri="{FF2B5EF4-FFF2-40B4-BE49-F238E27FC236}">
                    <a16:creationId xmlns:a16="http://schemas.microsoft.com/office/drawing/2014/main" id="{AD832673-5AD5-BD7F-8836-A22969AC94D0}"/>
                  </a:ext>
                </a:extLst>
              </p:cNvPr>
              <p:cNvSpPr/>
              <p:nvPr/>
            </p:nvSpPr>
            <p:spPr>
              <a:xfrm>
                <a:off x="4077339" y="1412720"/>
                <a:ext cx="2232310" cy="504070"/>
              </a:xfrm>
              <a:prstGeom prst="rect">
                <a:avLst/>
              </a:prstGeom>
              <a:solidFill>
                <a:srgbClr val="95D600"/>
              </a:solidFill>
              <a:ln w="19050" cap="flat" cmpd="sng" algn="ctr">
                <a:solidFill>
                  <a:srgbClr val="95D60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34" name="Rectangle 22133">
                <a:extLst>
                  <a:ext uri="{FF2B5EF4-FFF2-40B4-BE49-F238E27FC236}">
                    <a16:creationId xmlns:a16="http://schemas.microsoft.com/office/drawing/2014/main" id="{8C264E0A-BB03-5028-ADC0-96360CE0EC79}"/>
                  </a:ext>
                </a:extLst>
              </p:cNvPr>
              <p:cNvSpPr/>
              <p:nvPr/>
            </p:nvSpPr>
            <p:spPr>
              <a:xfrm>
                <a:off x="407733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135" name="Rectangle 22134">
                <a:extLst>
                  <a:ext uri="{FF2B5EF4-FFF2-40B4-BE49-F238E27FC236}">
                    <a16:creationId xmlns:a16="http://schemas.microsoft.com/office/drawing/2014/main" id="{BED20C7B-7B42-A754-BB56-040C1AC6E05A}"/>
                  </a:ext>
                </a:extLst>
              </p:cNvPr>
              <p:cNvSpPr/>
              <p:nvPr/>
            </p:nvSpPr>
            <p:spPr>
              <a:xfrm>
                <a:off x="4077339" y="3140960"/>
                <a:ext cx="2232310" cy="1728240"/>
              </a:xfrm>
              <a:prstGeom prst="rect">
                <a:avLst/>
              </a:prstGeom>
              <a:solidFill>
                <a:srgbClr val="0091BD"/>
              </a:solidFill>
              <a:ln w="19050" cap="flat" cmpd="sng" algn="ctr">
                <a:solidFill>
                  <a:srgbClr val="0091BD">
                    <a:shade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36" name="Rectangle 22135">
                <a:extLst>
                  <a:ext uri="{FF2B5EF4-FFF2-40B4-BE49-F238E27FC236}">
                    <a16:creationId xmlns:a16="http://schemas.microsoft.com/office/drawing/2014/main" id="{DBEA4F9D-A155-D176-4630-79EC3D869789}"/>
                  </a:ext>
                </a:extLst>
              </p:cNvPr>
              <p:cNvSpPr/>
              <p:nvPr/>
            </p:nvSpPr>
            <p:spPr>
              <a:xfrm>
                <a:off x="465341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137" name="Rectangle 22136">
                <a:extLst>
                  <a:ext uri="{FF2B5EF4-FFF2-40B4-BE49-F238E27FC236}">
                    <a16:creationId xmlns:a16="http://schemas.microsoft.com/office/drawing/2014/main" id="{5016D297-0508-785A-C8B7-5B1CD35865BF}"/>
                  </a:ext>
                </a:extLst>
              </p:cNvPr>
              <p:cNvSpPr/>
              <p:nvPr/>
            </p:nvSpPr>
            <p:spPr>
              <a:xfrm>
                <a:off x="522949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138" name="Rectangle 22137">
                <a:extLst>
                  <a:ext uri="{FF2B5EF4-FFF2-40B4-BE49-F238E27FC236}">
                    <a16:creationId xmlns:a16="http://schemas.microsoft.com/office/drawing/2014/main" id="{7AF102DC-7C55-4BE4-B056-EDDEBEDE146E}"/>
                  </a:ext>
                </a:extLst>
              </p:cNvPr>
              <p:cNvSpPr/>
              <p:nvPr/>
            </p:nvSpPr>
            <p:spPr>
              <a:xfrm>
                <a:off x="580557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139" name="Rectangle 22138">
                <a:extLst>
                  <a:ext uri="{FF2B5EF4-FFF2-40B4-BE49-F238E27FC236}">
                    <a16:creationId xmlns:a16="http://schemas.microsoft.com/office/drawing/2014/main" id="{E326510A-3D0F-47CC-ECBC-E553BBB30A0A}"/>
                  </a:ext>
                </a:extLst>
              </p:cNvPr>
              <p:cNvSpPr/>
              <p:nvPr/>
            </p:nvSpPr>
            <p:spPr>
              <a:xfrm>
                <a:off x="407733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140" name="Rectangle 22139">
                <a:extLst>
                  <a:ext uri="{FF2B5EF4-FFF2-40B4-BE49-F238E27FC236}">
                    <a16:creationId xmlns:a16="http://schemas.microsoft.com/office/drawing/2014/main" id="{8AD250FF-EC35-1767-5F43-E85502AD87BF}"/>
                  </a:ext>
                </a:extLst>
              </p:cNvPr>
              <p:cNvSpPr/>
              <p:nvPr/>
            </p:nvSpPr>
            <p:spPr>
              <a:xfrm>
                <a:off x="465341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141" name="Rectangle 22140">
                <a:extLst>
                  <a:ext uri="{FF2B5EF4-FFF2-40B4-BE49-F238E27FC236}">
                    <a16:creationId xmlns:a16="http://schemas.microsoft.com/office/drawing/2014/main" id="{9CDF1322-69E4-1E7D-3708-2FDE9D9987D2}"/>
                  </a:ext>
                </a:extLst>
              </p:cNvPr>
              <p:cNvSpPr/>
              <p:nvPr/>
            </p:nvSpPr>
            <p:spPr>
              <a:xfrm>
                <a:off x="522949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142" name="Rectangle 22141">
                <a:extLst>
                  <a:ext uri="{FF2B5EF4-FFF2-40B4-BE49-F238E27FC236}">
                    <a16:creationId xmlns:a16="http://schemas.microsoft.com/office/drawing/2014/main" id="{E0FABC5B-0ABE-1191-3C56-96E2A2B0CAB6}"/>
                  </a:ext>
                </a:extLst>
              </p:cNvPr>
              <p:cNvSpPr/>
              <p:nvPr/>
            </p:nvSpPr>
            <p:spPr>
              <a:xfrm>
                <a:off x="580557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22143" name="Group 22142">
                <a:extLst>
                  <a:ext uri="{FF2B5EF4-FFF2-40B4-BE49-F238E27FC236}">
                    <a16:creationId xmlns:a16="http://schemas.microsoft.com/office/drawing/2014/main" id="{6B8853AC-6DC8-D8BD-EDAA-E2FEF4D7928E}"/>
                  </a:ext>
                </a:extLst>
              </p:cNvPr>
              <p:cNvGrpSpPr/>
              <p:nvPr/>
            </p:nvGrpSpPr>
            <p:grpSpPr>
              <a:xfrm>
                <a:off x="4149349" y="3212970"/>
                <a:ext cx="432060" cy="432060"/>
                <a:chOff x="3429249" y="3645030"/>
                <a:chExt cx="432060" cy="432060"/>
              </a:xfrm>
            </p:grpSpPr>
            <p:sp>
              <p:nvSpPr>
                <p:cNvPr id="22192" name="Rectangle 22191">
                  <a:extLst>
                    <a:ext uri="{FF2B5EF4-FFF2-40B4-BE49-F238E27FC236}">
                      <a16:creationId xmlns:a16="http://schemas.microsoft.com/office/drawing/2014/main" id="{650173A5-ED76-B982-6C40-FD6C57E96381}"/>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193" name="Rectangle 22192">
                  <a:extLst>
                    <a:ext uri="{FF2B5EF4-FFF2-40B4-BE49-F238E27FC236}">
                      <a16:creationId xmlns:a16="http://schemas.microsoft.com/office/drawing/2014/main" id="{7EF6503A-B61A-EFF7-0ABF-4B20223D5DFF}"/>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194" name="Rectangle 22193">
                  <a:extLst>
                    <a:ext uri="{FF2B5EF4-FFF2-40B4-BE49-F238E27FC236}">
                      <a16:creationId xmlns:a16="http://schemas.microsoft.com/office/drawing/2014/main" id="{1F0C05CD-9C70-CB38-810E-660F27F029F7}"/>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195" name="Rectangle 22194">
                  <a:extLst>
                    <a:ext uri="{FF2B5EF4-FFF2-40B4-BE49-F238E27FC236}">
                      <a16:creationId xmlns:a16="http://schemas.microsoft.com/office/drawing/2014/main" id="{1D91E34A-EF61-0EF9-3243-909C9A5E6EEA}"/>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196" name="Rectangle 22195">
                  <a:extLst>
                    <a:ext uri="{FF2B5EF4-FFF2-40B4-BE49-F238E27FC236}">
                      <a16:creationId xmlns:a16="http://schemas.microsoft.com/office/drawing/2014/main" id="{EE7D55A8-54DD-F136-9746-639E0F6FA850}"/>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144" name="Group 22143">
                <a:extLst>
                  <a:ext uri="{FF2B5EF4-FFF2-40B4-BE49-F238E27FC236}">
                    <a16:creationId xmlns:a16="http://schemas.microsoft.com/office/drawing/2014/main" id="{1CACB422-2071-ECD2-D07B-0314410090DB}"/>
                  </a:ext>
                </a:extLst>
              </p:cNvPr>
              <p:cNvGrpSpPr/>
              <p:nvPr/>
            </p:nvGrpSpPr>
            <p:grpSpPr>
              <a:xfrm>
                <a:off x="4708177" y="3212970"/>
                <a:ext cx="432060" cy="432060"/>
                <a:chOff x="3429249" y="3645030"/>
                <a:chExt cx="432060" cy="432060"/>
              </a:xfrm>
            </p:grpSpPr>
            <p:sp>
              <p:nvSpPr>
                <p:cNvPr id="22187" name="Rectangle 22186">
                  <a:extLst>
                    <a:ext uri="{FF2B5EF4-FFF2-40B4-BE49-F238E27FC236}">
                      <a16:creationId xmlns:a16="http://schemas.microsoft.com/office/drawing/2014/main" id="{AF6C80F1-8AB3-1624-76A2-E0ED66A569B1}"/>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88" name="Rectangle 22187">
                  <a:extLst>
                    <a:ext uri="{FF2B5EF4-FFF2-40B4-BE49-F238E27FC236}">
                      <a16:creationId xmlns:a16="http://schemas.microsoft.com/office/drawing/2014/main" id="{5804C9C1-50B4-D947-B028-35A64B70DDF7}"/>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89" name="Rectangle 22188">
                  <a:extLst>
                    <a:ext uri="{FF2B5EF4-FFF2-40B4-BE49-F238E27FC236}">
                      <a16:creationId xmlns:a16="http://schemas.microsoft.com/office/drawing/2014/main" id="{C9B7C5D4-CC0E-F5C1-2304-4EF880CA28DA}"/>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90" name="Rectangle 22189">
                  <a:extLst>
                    <a:ext uri="{FF2B5EF4-FFF2-40B4-BE49-F238E27FC236}">
                      <a16:creationId xmlns:a16="http://schemas.microsoft.com/office/drawing/2014/main" id="{D3D7FE3D-EAB3-A19D-A3CD-9509678A6341}"/>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91" name="Rectangle 22190">
                  <a:extLst>
                    <a:ext uri="{FF2B5EF4-FFF2-40B4-BE49-F238E27FC236}">
                      <a16:creationId xmlns:a16="http://schemas.microsoft.com/office/drawing/2014/main" id="{029C5F34-857B-3813-7A5C-D88682D4BA0A}"/>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145" name="Group 22144">
                <a:extLst>
                  <a:ext uri="{FF2B5EF4-FFF2-40B4-BE49-F238E27FC236}">
                    <a16:creationId xmlns:a16="http://schemas.microsoft.com/office/drawing/2014/main" id="{611D7D4A-B9F0-366F-8163-33AB26C5C256}"/>
                  </a:ext>
                </a:extLst>
              </p:cNvPr>
              <p:cNvGrpSpPr/>
              <p:nvPr/>
            </p:nvGrpSpPr>
            <p:grpSpPr>
              <a:xfrm>
                <a:off x="5264003" y="3212970"/>
                <a:ext cx="432060" cy="432060"/>
                <a:chOff x="3429249" y="3645030"/>
                <a:chExt cx="432060" cy="432060"/>
              </a:xfrm>
            </p:grpSpPr>
            <p:sp>
              <p:nvSpPr>
                <p:cNvPr id="22182" name="Rectangle 22181">
                  <a:extLst>
                    <a:ext uri="{FF2B5EF4-FFF2-40B4-BE49-F238E27FC236}">
                      <a16:creationId xmlns:a16="http://schemas.microsoft.com/office/drawing/2014/main" id="{24DD4CC0-EA17-C86F-FB14-56A84CC4C896}"/>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183" name="Rectangle 22182">
                  <a:extLst>
                    <a:ext uri="{FF2B5EF4-FFF2-40B4-BE49-F238E27FC236}">
                      <a16:creationId xmlns:a16="http://schemas.microsoft.com/office/drawing/2014/main" id="{5F9FEE22-A02E-42A7-73B2-FFC81210201E}"/>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184" name="Rectangle 22183">
                  <a:extLst>
                    <a:ext uri="{FF2B5EF4-FFF2-40B4-BE49-F238E27FC236}">
                      <a16:creationId xmlns:a16="http://schemas.microsoft.com/office/drawing/2014/main" id="{BFAD474B-DE54-4356-FF3F-72930E6787C2}"/>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185" name="Rectangle 22184">
                  <a:extLst>
                    <a:ext uri="{FF2B5EF4-FFF2-40B4-BE49-F238E27FC236}">
                      <a16:creationId xmlns:a16="http://schemas.microsoft.com/office/drawing/2014/main" id="{B35D928C-7B07-AE6F-C111-73CA8F8FF662}"/>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186" name="Rectangle 22185">
                  <a:extLst>
                    <a:ext uri="{FF2B5EF4-FFF2-40B4-BE49-F238E27FC236}">
                      <a16:creationId xmlns:a16="http://schemas.microsoft.com/office/drawing/2014/main" id="{59D1809C-0E86-6B3E-3081-5781F0D1E038}"/>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146" name="Group 22145">
                <a:extLst>
                  <a:ext uri="{FF2B5EF4-FFF2-40B4-BE49-F238E27FC236}">
                    <a16:creationId xmlns:a16="http://schemas.microsoft.com/office/drawing/2014/main" id="{62C75679-6CCD-8AA1-F8BC-FAB966F1C377}"/>
                  </a:ext>
                </a:extLst>
              </p:cNvPr>
              <p:cNvGrpSpPr/>
              <p:nvPr/>
            </p:nvGrpSpPr>
            <p:grpSpPr>
              <a:xfrm>
                <a:off x="5805579" y="3212970"/>
                <a:ext cx="432060" cy="432060"/>
                <a:chOff x="3429249" y="3645030"/>
                <a:chExt cx="432060" cy="432060"/>
              </a:xfrm>
            </p:grpSpPr>
            <p:sp>
              <p:nvSpPr>
                <p:cNvPr id="22177" name="Rectangle 22176">
                  <a:extLst>
                    <a:ext uri="{FF2B5EF4-FFF2-40B4-BE49-F238E27FC236}">
                      <a16:creationId xmlns:a16="http://schemas.microsoft.com/office/drawing/2014/main" id="{02016243-8540-F112-9972-F0FF11E0F908}"/>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78" name="Rectangle 22177">
                  <a:extLst>
                    <a:ext uri="{FF2B5EF4-FFF2-40B4-BE49-F238E27FC236}">
                      <a16:creationId xmlns:a16="http://schemas.microsoft.com/office/drawing/2014/main" id="{A500D2A3-B794-86E7-40AE-0271E3C2072C}"/>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79" name="Rectangle 22178">
                  <a:extLst>
                    <a:ext uri="{FF2B5EF4-FFF2-40B4-BE49-F238E27FC236}">
                      <a16:creationId xmlns:a16="http://schemas.microsoft.com/office/drawing/2014/main" id="{0E9C7C9F-C8D4-5928-31B3-67078D4149E9}"/>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80" name="Rectangle 22179">
                  <a:extLst>
                    <a:ext uri="{FF2B5EF4-FFF2-40B4-BE49-F238E27FC236}">
                      <a16:creationId xmlns:a16="http://schemas.microsoft.com/office/drawing/2014/main" id="{8FFA16B7-9814-A91E-11BB-75C2CB53F286}"/>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81" name="Rectangle 22180">
                  <a:extLst>
                    <a:ext uri="{FF2B5EF4-FFF2-40B4-BE49-F238E27FC236}">
                      <a16:creationId xmlns:a16="http://schemas.microsoft.com/office/drawing/2014/main" id="{2184F10C-B616-984F-83DC-BDC87E0885F5}"/>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147" name="Group 22146">
                <a:extLst>
                  <a:ext uri="{FF2B5EF4-FFF2-40B4-BE49-F238E27FC236}">
                    <a16:creationId xmlns:a16="http://schemas.microsoft.com/office/drawing/2014/main" id="{85C83C51-1E59-1945-5858-5BA2F9256092}"/>
                  </a:ext>
                </a:extLst>
              </p:cNvPr>
              <p:cNvGrpSpPr/>
              <p:nvPr/>
            </p:nvGrpSpPr>
            <p:grpSpPr>
              <a:xfrm>
                <a:off x="4149349" y="3760170"/>
                <a:ext cx="432060" cy="432060"/>
                <a:chOff x="3429249" y="3645030"/>
                <a:chExt cx="432060" cy="432060"/>
              </a:xfrm>
            </p:grpSpPr>
            <p:sp>
              <p:nvSpPr>
                <p:cNvPr id="22172" name="Rectangle 22171">
                  <a:extLst>
                    <a:ext uri="{FF2B5EF4-FFF2-40B4-BE49-F238E27FC236}">
                      <a16:creationId xmlns:a16="http://schemas.microsoft.com/office/drawing/2014/main" id="{E7975FD8-99E2-4FEC-DE9B-0296E7445240}"/>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73" name="Rectangle 22172">
                  <a:extLst>
                    <a:ext uri="{FF2B5EF4-FFF2-40B4-BE49-F238E27FC236}">
                      <a16:creationId xmlns:a16="http://schemas.microsoft.com/office/drawing/2014/main" id="{BB999DD8-CDB3-3EEC-81E7-A3FF059EAD7D}"/>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74" name="Rectangle 22173">
                  <a:extLst>
                    <a:ext uri="{FF2B5EF4-FFF2-40B4-BE49-F238E27FC236}">
                      <a16:creationId xmlns:a16="http://schemas.microsoft.com/office/drawing/2014/main" id="{A3CB2410-B81A-7B37-E3BA-D9B1DB2B8086}"/>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75" name="Rectangle 22174">
                  <a:extLst>
                    <a:ext uri="{FF2B5EF4-FFF2-40B4-BE49-F238E27FC236}">
                      <a16:creationId xmlns:a16="http://schemas.microsoft.com/office/drawing/2014/main" id="{21A9B4E2-F6B4-4EA4-4743-5A9178118D37}"/>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76" name="Rectangle 22175">
                  <a:extLst>
                    <a:ext uri="{FF2B5EF4-FFF2-40B4-BE49-F238E27FC236}">
                      <a16:creationId xmlns:a16="http://schemas.microsoft.com/office/drawing/2014/main" id="{A9347807-6757-B924-25A1-3A7197DFF55D}"/>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148" name="Group 22147">
                <a:extLst>
                  <a:ext uri="{FF2B5EF4-FFF2-40B4-BE49-F238E27FC236}">
                    <a16:creationId xmlns:a16="http://schemas.microsoft.com/office/drawing/2014/main" id="{124FD8D1-A91C-4593-C335-9290D3422DF6}"/>
                  </a:ext>
                </a:extLst>
              </p:cNvPr>
              <p:cNvGrpSpPr/>
              <p:nvPr/>
            </p:nvGrpSpPr>
            <p:grpSpPr>
              <a:xfrm>
                <a:off x="4708177" y="3760170"/>
                <a:ext cx="432060" cy="432060"/>
                <a:chOff x="3429249" y="3645030"/>
                <a:chExt cx="432060" cy="432060"/>
              </a:xfrm>
            </p:grpSpPr>
            <p:sp>
              <p:nvSpPr>
                <p:cNvPr id="22167" name="Rectangle 22166">
                  <a:extLst>
                    <a:ext uri="{FF2B5EF4-FFF2-40B4-BE49-F238E27FC236}">
                      <a16:creationId xmlns:a16="http://schemas.microsoft.com/office/drawing/2014/main" id="{DF4053B2-89AC-0E0E-FA54-CFD4FBAED7AD}"/>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68" name="Rectangle 22167">
                  <a:extLst>
                    <a:ext uri="{FF2B5EF4-FFF2-40B4-BE49-F238E27FC236}">
                      <a16:creationId xmlns:a16="http://schemas.microsoft.com/office/drawing/2014/main" id="{6DDE6CA5-D5D3-AB57-6561-3D53D8337684}"/>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69" name="Rectangle 22168">
                  <a:extLst>
                    <a:ext uri="{FF2B5EF4-FFF2-40B4-BE49-F238E27FC236}">
                      <a16:creationId xmlns:a16="http://schemas.microsoft.com/office/drawing/2014/main" id="{3D1D2D90-9B81-757A-5CB6-44083FE02CE5}"/>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70" name="Rectangle 22169">
                  <a:extLst>
                    <a:ext uri="{FF2B5EF4-FFF2-40B4-BE49-F238E27FC236}">
                      <a16:creationId xmlns:a16="http://schemas.microsoft.com/office/drawing/2014/main" id="{F273A335-524E-F281-82B3-5B8733B4E148}"/>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71" name="Rectangle 22170">
                  <a:extLst>
                    <a:ext uri="{FF2B5EF4-FFF2-40B4-BE49-F238E27FC236}">
                      <a16:creationId xmlns:a16="http://schemas.microsoft.com/office/drawing/2014/main" id="{51E56131-A6D2-0D3D-7E03-04F5BDB37230}"/>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149" name="Group 22148">
                <a:extLst>
                  <a:ext uri="{FF2B5EF4-FFF2-40B4-BE49-F238E27FC236}">
                    <a16:creationId xmlns:a16="http://schemas.microsoft.com/office/drawing/2014/main" id="{73006A2D-7387-58A3-3403-2BF9A678C9FC}"/>
                  </a:ext>
                </a:extLst>
              </p:cNvPr>
              <p:cNvGrpSpPr/>
              <p:nvPr/>
            </p:nvGrpSpPr>
            <p:grpSpPr>
              <a:xfrm>
                <a:off x="5264003" y="3760170"/>
                <a:ext cx="432060" cy="432060"/>
                <a:chOff x="3429249" y="3645030"/>
                <a:chExt cx="432060" cy="432060"/>
              </a:xfrm>
            </p:grpSpPr>
            <p:sp>
              <p:nvSpPr>
                <p:cNvPr id="22162" name="Rectangle 22161">
                  <a:extLst>
                    <a:ext uri="{FF2B5EF4-FFF2-40B4-BE49-F238E27FC236}">
                      <a16:creationId xmlns:a16="http://schemas.microsoft.com/office/drawing/2014/main" id="{08B9FEB2-F8AB-9C53-3A49-D95240EA4EE5}"/>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63" name="Rectangle 22162">
                  <a:extLst>
                    <a:ext uri="{FF2B5EF4-FFF2-40B4-BE49-F238E27FC236}">
                      <a16:creationId xmlns:a16="http://schemas.microsoft.com/office/drawing/2014/main" id="{752C6F42-EC63-D59B-07F8-5085FD032A2C}"/>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64" name="Rectangle 22163">
                  <a:extLst>
                    <a:ext uri="{FF2B5EF4-FFF2-40B4-BE49-F238E27FC236}">
                      <a16:creationId xmlns:a16="http://schemas.microsoft.com/office/drawing/2014/main" id="{AB7C0071-5488-BADB-F55E-C76911BFABF7}"/>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65" name="Rectangle 22164">
                  <a:extLst>
                    <a:ext uri="{FF2B5EF4-FFF2-40B4-BE49-F238E27FC236}">
                      <a16:creationId xmlns:a16="http://schemas.microsoft.com/office/drawing/2014/main" id="{42E03BB5-7392-0A02-10A2-E3DA39FD786D}"/>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66" name="Rectangle 22165">
                  <a:extLst>
                    <a:ext uri="{FF2B5EF4-FFF2-40B4-BE49-F238E27FC236}">
                      <a16:creationId xmlns:a16="http://schemas.microsoft.com/office/drawing/2014/main" id="{32D62306-51D6-B6FA-3C98-26E788B71451}"/>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150" name="Group 22149">
                <a:extLst>
                  <a:ext uri="{FF2B5EF4-FFF2-40B4-BE49-F238E27FC236}">
                    <a16:creationId xmlns:a16="http://schemas.microsoft.com/office/drawing/2014/main" id="{D2965F53-AFCA-50F2-25FA-2E72A32FA218}"/>
                  </a:ext>
                </a:extLst>
              </p:cNvPr>
              <p:cNvGrpSpPr/>
              <p:nvPr/>
            </p:nvGrpSpPr>
            <p:grpSpPr>
              <a:xfrm>
                <a:off x="5805579" y="3760170"/>
                <a:ext cx="432060" cy="432060"/>
                <a:chOff x="3429249" y="3645030"/>
                <a:chExt cx="432060" cy="432060"/>
              </a:xfrm>
            </p:grpSpPr>
            <p:sp>
              <p:nvSpPr>
                <p:cNvPr id="22157" name="Rectangle 22156">
                  <a:extLst>
                    <a:ext uri="{FF2B5EF4-FFF2-40B4-BE49-F238E27FC236}">
                      <a16:creationId xmlns:a16="http://schemas.microsoft.com/office/drawing/2014/main" id="{AE84A236-6D8B-1B60-E247-C0B906D554DD}"/>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58" name="Rectangle 22157">
                  <a:extLst>
                    <a:ext uri="{FF2B5EF4-FFF2-40B4-BE49-F238E27FC236}">
                      <a16:creationId xmlns:a16="http://schemas.microsoft.com/office/drawing/2014/main" id="{C6632E76-64A7-40A1-B770-0715811D9D25}"/>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59" name="Rectangle 22158">
                  <a:extLst>
                    <a:ext uri="{FF2B5EF4-FFF2-40B4-BE49-F238E27FC236}">
                      <a16:creationId xmlns:a16="http://schemas.microsoft.com/office/drawing/2014/main" id="{A9358957-787C-B915-B530-220AFFFD091C}"/>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60" name="Rectangle 22159">
                  <a:extLst>
                    <a:ext uri="{FF2B5EF4-FFF2-40B4-BE49-F238E27FC236}">
                      <a16:creationId xmlns:a16="http://schemas.microsoft.com/office/drawing/2014/main" id="{6589C7D2-F107-4DD5-028C-CF523492C7DB}"/>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61" name="Rectangle 22160">
                  <a:extLst>
                    <a:ext uri="{FF2B5EF4-FFF2-40B4-BE49-F238E27FC236}">
                      <a16:creationId xmlns:a16="http://schemas.microsoft.com/office/drawing/2014/main" id="{DB750E46-68EE-7C1B-97AE-96B4B9D28296}"/>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2151" name="Rectangle 22150">
                <a:extLst>
                  <a:ext uri="{FF2B5EF4-FFF2-40B4-BE49-F238E27FC236}">
                    <a16:creationId xmlns:a16="http://schemas.microsoft.com/office/drawing/2014/main" id="{8231EC22-E004-5A82-DF21-43046E09188C}"/>
                  </a:ext>
                </a:extLst>
              </p:cNvPr>
              <p:cNvSpPr/>
              <p:nvPr/>
            </p:nvSpPr>
            <p:spPr>
              <a:xfrm>
                <a:off x="4149349" y="4353502"/>
                <a:ext cx="208829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22152" name="Group 22151">
                <a:extLst>
                  <a:ext uri="{FF2B5EF4-FFF2-40B4-BE49-F238E27FC236}">
                    <a16:creationId xmlns:a16="http://schemas.microsoft.com/office/drawing/2014/main" id="{24644490-9945-34E7-CF8B-5F04809B3F91}"/>
                  </a:ext>
                </a:extLst>
              </p:cNvPr>
              <p:cNvGrpSpPr/>
              <p:nvPr/>
            </p:nvGrpSpPr>
            <p:grpSpPr>
              <a:xfrm>
                <a:off x="4221359" y="4425512"/>
                <a:ext cx="1944270" cy="288040"/>
                <a:chOff x="1112927" y="4581160"/>
                <a:chExt cx="1392193" cy="288040"/>
              </a:xfrm>
            </p:grpSpPr>
            <p:sp>
              <p:nvSpPr>
                <p:cNvPr id="22153" name="Rectangle 22152">
                  <a:extLst>
                    <a:ext uri="{FF2B5EF4-FFF2-40B4-BE49-F238E27FC236}">
                      <a16:creationId xmlns:a16="http://schemas.microsoft.com/office/drawing/2014/main" id="{CCF99410-E281-89ED-CD93-20ED1BDCC9A4}"/>
                    </a:ext>
                  </a:extLst>
                </p:cNvPr>
                <p:cNvSpPr/>
                <p:nvPr/>
              </p:nvSpPr>
              <p:spPr>
                <a:xfrm>
                  <a:off x="1112927" y="458116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54" name="Rectangle 22153">
                  <a:extLst>
                    <a:ext uri="{FF2B5EF4-FFF2-40B4-BE49-F238E27FC236}">
                      <a16:creationId xmlns:a16="http://schemas.microsoft.com/office/drawing/2014/main" id="{EA547AA1-E3F2-E5AB-EE42-C2DC61D4FD04}"/>
                    </a:ext>
                  </a:extLst>
                </p:cNvPr>
                <p:cNvSpPr/>
                <p:nvPr/>
              </p:nvSpPr>
              <p:spPr>
                <a:xfrm>
                  <a:off x="1112927" y="465317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55" name="Rectangle 22154">
                  <a:extLst>
                    <a:ext uri="{FF2B5EF4-FFF2-40B4-BE49-F238E27FC236}">
                      <a16:creationId xmlns:a16="http://schemas.microsoft.com/office/drawing/2014/main" id="{51332A60-C423-89AB-E262-73918FEC424D}"/>
                    </a:ext>
                  </a:extLst>
                </p:cNvPr>
                <p:cNvSpPr/>
                <p:nvPr/>
              </p:nvSpPr>
              <p:spPr>
                <a:xfrm>
                  <a:off x="1112927" y="472518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56" name="Rectangle 22155">
                  <a:extLst>
                    <a:ext uri="{FF2B5EF4-FFF2-40B4-BE49-F238E27FC236}">
                      <a16:creationId xmlns:a16="http://schemas.microsoft.com/office/drawing/2014/main" id="{C854E72A-21DA-441B-BA71-0C16CC0675B1}"/>
                    </a:ext>
                  </a:extLst>
                </p:cNvPr>
                <p:cNvSpPr/>
                <p:nvPr/>
              </p:nvSpPr>
              <p:spPr>
                <a:xfrm>
                  <a:off x="1112927" y="479719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grpSp>
          <p:nvGrpSpPr>
            <p:cNvPr id="22000" name="Group 21999">
              <a:extLst>
                <a:ext uri="{FF2B5EF4-FFF2-40B4-BE49-F238E27FC236}">
                  <a16:creationId xmlns:a16="http://schemas.microsoft.com/office/drawing/2014/main" id="{F89FBE9A-D389-DA93-F432-519A798E96D9}"/>
                </a:ext>
              </a:extLst>
            </p:cNvPr>
            <p:cNvGrpSpPr/>
            <p:nvPr/>
          </p:nvGrpSpPr>
          <p:grpSpPr>
            <a:xfrm>
              <a:off x="5772016" y="2948788"/>
              <a:ext cx="1066302" cy="1584220"/>
              <a:chOff x="3933319" y="1268700"/>
              <a:chExt cx="2520350" cy="3744520"/>
            </a:xfrm>
          </p:grpSpPr>
          <p:sp>
            <p:nvSpPr>
              <p:cNvPr id="22067" name="Rectangle 22066">
                <a:extLst>
                  <a:ext uri="{FF2B5EF4-FFF2-40B4-BE49-F238E27FC236}">
                    <a16:creationId xmlns:a16="http://schemas.microsoft.com/office/drawing/2014/main" id="{690ABF3B-7A55-8C28-7257-8D5AE1CF9476}"/>
                  </a:ext>
                </a:extLst>
              </p:cNvPr>
              <p:cNvSpPr/>
              <p:nvPr/>
            </p:nvSpPr>
            <p:spPr>
              <a:xfrm>
                <a:off x="3933319" y="1268700"/>
                <a:ext cx="2520350" cy="3744520"/>
              </a:xfrm>
              <a:prstGeom prst="rect">
                <a:avLst/>
              </a:prstGeom>
              <a:solidFill>
                <a:sysClr val="window" lastClr="FFFFFF">
                  <a:lumMod val="95000"/>
                </a:sysClr>
              </a:solidFill>
              <a:ln w="6350" cap="flat" cmpd="sng" algn="ctr">
                <a:solidFill>
                  <a:sysClr val="window" lastClr="FFFFFF">
                    <a:lumMod val="7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68" name="Rectangle 22067">
                <a:extLst>
                  <a:ext uri="{FF2B5EF4-FFF2-40B4-BE49-F238E27FC236}">
                    <a16:creationId xmlns:a16="http://schemas.microsoft.com/office/drawing/2014/main" id="{48B5E840-F331-F1E0-6A7E-BC8138DD68C4}"/>
                  </a:ext>
                </a:extLst>
              </p:cNvPr>
              <p:cNvSpPr/>
              <p:nvPr/>
            </p:nvSpPr>
            <p:spPr>
              <a:xfrm>
                <a:off x="4077339" y="1412720"/>
                <a:ext cx="2232310" cy="504070"/>
              </a:xfrm>
              <a:prstGeom prst="rect">
                <a:avLst/>
              </a:prstGeom>
              <a:solidFill>
                <a:srgbClr val="95D600"/>
              </a:solidFill>
              <a:ln w="19050" cap="flat" cmpd="sng" algn="ctr">
                <a:solidFill>
                  <a:srgbClr val="95D60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69" name="Rectangle 22068">
                <a:extLst>
                  <a:ext uri="{FF2B5EF4-FFF2-40B4-BE49-F238E27FC236}">
                    <a16:creationId xmlns:a16="http://schemas.microsoft.com/office/drawing/2014/main" id="{FA923E1D-DE1B-A5F2-6D9E-459D68BDAB00}"/>
                  </a:ext>
                </a:extLst>
              </p:cNvPr>
              <p:cNvSpPr/>
              <p:nvPr/>
            </p:nvSpPr>
            <p:spPr>
              <a:xfrm>
                <a:off x="407733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070" name="Rectangle 22069">
                <a:extLst>
                  <a:ext uri="{FF2B5EF4-FFF2-40B4-BE49-F238E27FC236}">
                    <a16:creationId xmlns:a16="http://schemas.microsoft.com/office/drawing/2014/main" id="{3087AEF1-09D9-0670-64F9-AE6B1F5A5226}"/>
                  </a:ext>
                </a:extLst>
              </p:cNvPr>
              <p:cNvSpPr/>
              <p:nvPr/>
            </p:nvSpPr>
            <p:spPr>
              <a:xfrm>
                <a:off x="4077339" y="3140960"/>
                <a:ext cx="2232310" cy="1728240"/>
              </a:xfrm>
              <a:prstGeom prst="rect">
                <a:avLst/>
              </a:prstGeom>
              <a:solidFill>
                <a:srgbClr val="0091BD"/>
              </a:solidFill>
              <a:ln w="19050" cap="flat" cmpd="sng" algn="ctr">
                <a:solidFill>
                  <a:srgbClr val="0091BD">
                    <a:shade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71" name="Rectangle 22070">
                <a:extLst>
                  <a:ext uri="{FF2B5EF4-FFF2-40B4-BE49-F238E27FC236}">
                    <a16:creationId xmlns:a16="http://schemas.microsoft.com/office/drawing/2014/main" id="{1FF55009-BD97-EC08-D575-AF7029A80363}"/>
                  </a:ext>
                </a:extLst>
              </p:cNvPr>
              <p:cNvSpPr/>
              <p:nvPr/>
            </p:nvSpPr>
            <p:spPr>
              <a:xfrm>
                <a:off x="465341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072" name="Rectangle 22071">
                <a:extLst>
                  <a:ext uri="{FF2B5EF4-FFF2-40B4-BE49-F238E27FC236}">
                    <a16:creationId xmlns:a16="http://schemas.microsoft.com/office/drawing/2014/main" id="{ECC46E99-AE8E-87BE-1018-1AAFD8C56A97}"/>
                  </a:ext>
                </a:extLst>
              </p:cNvPr>
              <p:cNvSpPr/>
              <p:nvPr/>
            </p:nvSpPr>
            <p:spPr>
              <a:xfrm>
                <a:off x="522949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073" name="Rectangle 22072">
                <a:extLst>
                  <a:ext uri="{FF2B5EF4-FFF2-40B4-BE49-F238E27FC236}">
                    <a16:creationId xmlns:a16="http://schemas.microsoft.com/office/drawing/2014/main" id="{B4406177-A302-1F71-EE57-3D86CF977B75}"/>
                  </a:ext>
                </a:extLst>
              </p:cNvPr>
              <p:cNvSpPr/>
              <p:nvPr/>
            </p:nvSpPr>
            <p:spPr>
              <a:xfrm>
                <a:off x="580557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074" name="Rectangle 22073">
                <a:extLst>
                  <a:ext uri="{FF2B5EF4-FFF2-40B4-BE49-F238E27FC236}">
                    <a16:creationId xmlns:a16="http://schemas.microsoft.com/office/drawing/2014/main" id="{7E57D894-E620-F20D-84BD-F9D5C25CB102}"/>
                  </a:ext>
                </a:extLst>
              </p:cNvPr>
              <p:cNvSpPr/>
              <p:nvPr/>
            </p:nvSpPr>
            <p:spPr>
              <a:xfrm>
                <a:off x="407733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075" name="Rectangle 22074">
                <a:extLst>
                  <a:ext uri="{FF2B5EF4-FFF2-40B4-BE49-F238E27FC236}">
                    <a16:creationId xmlns:a16="http://schemas.microsoft.com/office/drawing/2014/main" id="{63D22243-DA4F-16BC-7657-7B3A5CF477C7}"/>
                  </a:ext>
                </a:extLst>
              </p:cNvPr>
              <p:cNvSpPr/>
              <p:nvPr/>
            </p:nvSpPr>
            <p:spPr>
              <a:xfrm>
                <a:off x="465341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076" name="Rectangle 22075">
                <a:extLst>
                  <a:ext uri="{FF2B5EF4-FFF2-40B4-BE49-F238E27FC236}">
                    <a16:creationId xmlns:a16="http://schemas.microsoft.com/office/drawing/2014/main" id="{1A35FCDA-DF11-427C-2254-9E6236004AB2}"/>
                  </a:ext>
                </a:extLst>
              </p:cNvPr>
              <p:cNvSpPr/>
              <p:nvPr/>
            </p:nvSpPr>
            <p:spPr>
              <a:xfrm>
                <a:off x="522949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077" name="Rectangle 22076">
                <a:extLst>
                  <a:ext uri="{FF2B5EF4-FFF2-40B4-BE49-F238E27FC236}">
                    <a16:creationId xmlns:a16="http://schemas.microsoft.com/office/drawing/2014/main" id="{A39434FA-CA7B-916D-0553-B633D453E960}"/>
                  </a:ext>
                </a:extLst>
              </p:cNvPr>
              <p:cNvSpPr/>
              <p:nvPr/>
            </p:nvSpPr>
            <p:spPr>
              <a:xfrm>
                <a:off x="580557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22078" name="Group 22077">
                <a:extLst>
                  <a:ext uri="{FF2B5EF4-FFF2-40B4-BE49-F238E27FC236}">
                    <a16:creationId xmlns:a16="http://schemas.microsoft.com/office/drawing/2014/main" id="{5F131B59-0254-3E07-D80C-1C5C3C602295}"/>
                  </a:ext>
                </a:extLst>
              </p:cNvPr>
              <p:cNvGrpSpPr/>
              <p:nvPr/>
            </p:nvGrpSpPr>
            <p:grpSpPr>
              <a:xfrm>
                <a:off x="4149349" y="3212970"/>
                <a:ext cx="432060" cy="432060"/>
                <a:chOff x="3429249" y="3645030"/>
                <a:chExt cx="432060" cy="432060"/>
              </a:xfrm>
            </p:grpSpPr>
            <p:sp>
              <p:nvSpPr>
                <p:cNvPr id="22127" name="Rectangle 22126">
                  <a:extLst>
                    <a:ext uri="{FF2B5EF4-FFF2-40B4-BE49-F238E27FC236}">
                      <a16:creationId xmlns:a16="http://schemas.microsoft.com/office/drawing/2014/main" id="{2EB81EB9-1885-F2BE-3F94-2CD76F51CE96}"/>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128" name="Rectangle 22127">
                  <a:extLst>
                    <a:ext uri="{FF2B5EF4-FFF2-40B4-BE49-F238E27FC236}">
                      <a16:creationId xmlns:a16="http://schemas.microsoft.com/office/drawing/2014/main" id="{BA683977-C483-ED63-9858-70EB4FEE608F}"/>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129" name="Rectangle 22128">
                  <a:extLst>
                    <a:ext uri="{FF2B5EF4-FFF2-40B4-BE49-F238E27FC236}">
                      <a16:creationId xmlns:a16="http://schemas.microsoft.com/office/drawing/2014/main" id="{CC7A0352-F6D7-3A45-2C11-39FA448C6562}"/>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130" name="Rectangle 22129">
                  <a:extLst>
                    <a:ext uri="{FF2B5EF4-FFF2-40B4-BE49-F238E27FC236}">
                      <a16:creationId xmlns:a16="http://schemas.microsoft.com/office/drawing/2014/main" id="{412A3A73-1476-AB8C-AACE-A28477D8A385}"/>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131" name="Rectangle 22130">
                  <a:extLst>
                    <a:ext uri="{FF2B5EF4-FFF2-40B4-BE49-F238E27FC236}">
                      <a16:creationId xmlns:a16="http://schemas.microsoft.com/office/drawing/2014/main" id="{65425122-BA06-8D6A-F417-24BBFA20A88B}"/>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079" name="Group 22078">
                <a:extLst>
                  <a:ext uri="{FF2B5EF4-FFF2-40B4-BE49-F238E27FC236}">
                    <a16:creationId xmlns:a16="http://schemas.microsoft.com/office/drawing/2014/main" id="{0008EC78-7431-E8D7-7E60-189E2EBD4A6D}"/>
                  </a:ext>
                </a:extLst>
              </p:cNvPr>
              <p:cNvGrpSpPr/>
              <p:nvPr/>
            </p:nvGrpSpPr>
            <p:grpSpPr>
              <a:xfrm>
                <a:off x="4708177" y="3212970"/>
                <a:ext cx="432060" cy="432060"/>
                <a:chOff x="3429249" y="3645030"/>
                <a:chExt cx="432060" cy="432060"/>
              </a:xfrm>
            </p:grpSpPr>
            <p:sp>
              <p:nvSpPr>
                <p:cNvPr id="22122" name="Rectangle 22121">
                  <a:extLst>
                    <a:ext uri="{FF2B5EF4-FFF2-40B4-BE49-F238E27FC236}">
                      <a16:creationId xmlns:a16="http://schemas.microsoft.com/office/drawing/2014/main" id="{F5F8A6AD-FA9A-EC46-F564-ED231EFE71D6}"/>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23" name="Rectangle 22122">
                  <a:extLst>
                    <a:ext uri="{FF2B5EF4-FFF2-40B4-BE49-F238E27FC236}">
                      <a16:creationId xmlns:a16="http://schemas.microsoft.com/office/drawing/2014/main" id="{A41ADFAD-43F9-268C-C8EE-C212D587AD70}"/>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24" name="Rectangle 22123">
                  <a:extLst>
                    <a:ext uri="{FF2B5EF4-FFF2-40B4-BE49-F238E27FC236}">
                      <a16:creationId xmlns:a16="http://schemas.microsoft.com/office/drawing/2014/main" id="{A0677E86-5AF3-F25B-7199-6F9E0E63CD67}"/>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25" name="Rectangle 22124">
                  <a:extLst>
                    <a:ext uri="{FF2B5EF4-FFF2-40B4-BE49-F238E27FC236}">
                      <a16:creationId xmlns:a16="http://schemas.microsoft.com/office/drawing/2014/main" id="{3820B3F1-F5F1-87D1-1F0B-53F50A70E6AB}"/>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26" name="Rectangle 22125">
                  <a:extLst>
                    <a:ext uri="{FF2B5EF4-FFF2-40B4-BE49-F238E27FC236}">
                      <a16:creationId xmlns:a16="http://schemas.microsoft.com/office/drawing/2014/main" id="{4D9BD8D3-DC1C-4712-316A-DEAD9A8169F6}"/>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080" name="Group 22079">
                <a:extLst>
                  <a:ext uri="{FF2B5EF4-FFF2-40B4-BE49-F238E27FC236}">
                    <a16:creationId xmlns:a16="http://schemas.microsoft.com/office/drawing/2014/main" id="{ED4ABD32-00E9-141A-19A3-74D921237BD9}"/>
                  </a:ext>
                </a:extLst>
              </p:cNvPr>
              <p:cNvGrpSpPr/>
              <p:nvPr/>
            </p:nvGrpSpPr>
            <p:grpSpPr>
              <a:xfrm>
                <a:off x="5264003" y="3212970"/>
                <a:ext cx="432060" cy="432060"/>
                <a:chOff x="3429249" y="3645030"/>
                <a:chExt cx="432060" cy="432060"/>
              </a:xfrm>
            </p:grpSpPr>
            <p:sp>
              <p:nvSpPr>
                <p:cNvPr id="22117" name="Rectangle 22116">
                  <a:extLst>
                    <a:ext uri="{FF2B5EF4-FFF2-40B4-BE49-F238E27FC236}">
                      <a16:creationId xmlns:a16="http://schemas.microsoft.com/office/drawing/2014/main" id="{BCDDFBB7-E034-D51F-C497-CB1417F0069C}"/>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118" name="Rectangle 22117">
                  <a:extLst>
                    <a:ext uri="{FF2B5EF4-FFF2-40B4-BE49-F238E27FC236}">
                      <a16:creationId xmlns:a16="http://schemas.microsoft.com/office/drawing/2014/main" id="{F1921225-8311-1CBE-3558-0CB901E79F36}"/>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119" name="Rectangle 22118">
                  <a:extLst>
                    <a:ext uri="{FF2B5EF4-FFF2-40B4-BE49-F238E27FC236}">
                      <a16:creationId xmlns:a16="http://schemas.microsoft.com/office/drawing/2014/main" id="{083BF95E-736B-724D-4CA0-1F3E7595143E}"/>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120" name="Rectangle 22119">
                  <a:extLst>
                    <a:ext uri="{FF2B5EF4-FFF2-40B4-BE49-F238E27FC236}">
                      <a16:creationId xmlns:a16="http://schemas.microsoft.com/office/drawing/2014/main" id="{00B371B6-148C-FF02-21BB-32AD6BBC87A4}"/>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121" name="Rectangle 22120">
                  <a:extLst>
                    <a:ext uri="{FF2B5EF4-FFF2-40B4-BE49-F238E27FC236}">
                      <a16:creationId xmlns:a16="http://schemas.microsoft.com/office/drawing/2014/main" id="{3D7B8F7C-5050-12DD-3C7B-86654A4AA394}"/>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081" name="Group 22080">
                <a:extLst>
                  <a:ext uri="{FF2B5EF4-FFF2-40B4-BE49-F238E27FC236}">
                    <a16:creationId xmlns:a16="http://schemas.microsoft.com/office/drawing/2014/main" id="{7EEE29CC-7761-8FD7-460E-1287BE803D75}"/>
                  </a:ext>
                </a:extLst>
              </p:cNvPr>
              <p:cNvGrpSpPr/>
              <p:nvPr/>
            </p:nvGrpSpPr>
            <p:grpSpPr>
              <a:xfrm>
                <a:off x="5805579" y="3212970"/>
                <a:ext cx="432060" cy="432060"/>
                <a:chOff x="3429249" y="3645030"/>
                <a:chExt cx="432060" cy="432060"/>
              </a:xfrm>
            </p:grpSpPr>
            <p:sp>
              <p:nvSpPr>
                <p:cNvPr id="22112" name="Rectangle 22111">
                  <a:extLst>
                    <a:ext uri="{FF2B5EF4-FFF2-40B4-BE49-F238E27FC236}">
                      <a16:creationId xmlns:a16="http://schemas.microsoft.com/office/drawing/2014/main" id="{703ED03E-5BB3-07B1-E134-F286682D9407}"/>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13" name="Rectangle 22112">
                  <a:extLst>
                    <a:ext uri="{FF2B5EF4-FFF2-40B4-BE49-F238E27FC236}">
                      <a16:creationId xmlns:a16="http://schemas.microsoft.com/office/drawing/2014/main" id="{30E724F6-C687-2C0B-A6B7-E1582BEC310F}"/>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14" name="Rectangle 22113">
                  <a:extLst>
                    <a:ext uri="{FF2B5EF4-FFF2-40B4-BE49-F238E27FC236}">
                      <a16:creationId xmlns:a16="http://schemas.microsoft.com/office/drawing/2014/main" id="{6967E4C9-BE27-48D3-D7E7-7215B1FF08CE}"/>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15" name="Rectangle 22114">
                  <a:extLst>
                    <a:ext uri="{FF2B5EF4-FFF2-40B4-BE49-F238E27FC236}">
                      <a16:creationId xmlns:a16="http://schemas.microsoft.com/office/drawing/2014/main" id="{E3114E0A-E1E7-2BFB-84AA-5A61C60B36AB}"/>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16" name="Rectangle 22115">
                  <a:extLst>
                    <a:ext uri="{FF2B5EF4-FFF2-40B4-BE49-F238E27FC236}">
                      <a16:creationId xmlns:a16="http://schemas.microsoft.com/office/drawing/2014/main" id="{5FE6A7D2-CC73-38AF-985C-0D62EDC49702}"/>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082" name="Group 22081">
                <a:extLst>
                  <a:ext uri="{FF2B5EF4-FFF2-40B4-BE49-F238E27FC236}">
                    <a16:creationId xmlns:a16="http://schemas.microsoft.com/office/drawing/2014/main" id="{38EC42A5-E48E-5518-0C9B-AD4214042BBD}"/>
                  </a:ext>
                </a:extLst>
              </p:cNvPr>
              <p:cNvGrpSpPr/>
              <p:nvPr/>
            </p:nvGrpSpPr>
            <p:grpSpPr>
              <a:xfrm>
                <a:off x="4149349" y="3760170"/>
                <a:ext cx="432060" cy="432060"/>
                <a:chOff x="3429249" y="3645030"/>
                <a:chExt cx="432060" cy="432060"/>
              </a:xfrm>
            </p:grpSpPr>
            <p:sp>
              <p:nvSpPr>
                <p:cNvPr id="22107" name="Rectangle 22106">
                  <a:extLst>
                    <a:ext uri="{FF2B5EF4-FFF2-40B4-BE49-F238E27FC236}">
                      <a16:creationId xmlns:a16="http://schemas.microsoft.com/office/drawing/2014/main" id="{4BB8AFB4-968E-5394-82BA-0AAB6A2EFCCD}"/>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08" name="Rectangle 22107">
                  <a:extLst>
                    <a:ext uri="{FF2B5EF4-FFF2-40B4-BE49-F238E27FC236}">
                      <a16:creationId xmlns:a16="http://schemas.microsoft.com/office/drawing/2014/main" id="{623D5B66-2F00-4C5E-2604-6A2E747A4FBF}"/>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09" name="Rectangle 22108">
                  <a:extLst>
                    <a:ext uri="{FF2B5EF4-FFF2-40B4-BE49-F238E27FC236}">
                      <a16:creationId xmlns:a16="http://schemas.microsoft.com/office/drawing/2014/main" id="{B8969EA5-7310-DCDE-6FFE-BC0D6D953412}"/>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10" name="Rectangle 22109">
                  <a:extLst>
                    <a:ext uri="{FF2B5EF4-FFF2-40B4-BE49-F238E27FC236}">
                      <a16:creationId xmlns:a16="http://schemas.microsoft.com/office/drawing/2014/main" id="{F2EC2F8C-7A77-B11C-C755-4C84923B5142}"/>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11" name="Rectangle 22110">
                  <a:extLst>
                    <a:ext uri="{FF2B5EF4-FFF2-40B4-BE49-F238E27FC236}">
                      <a16:creationId xmlns:a16="http://schemas.microsoft.com/office/drawing/2014/main" id="{06F52A55-C11C-09E0-7D19-58350133ACFD}"/>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083" name="Group 22082">
                <a:extLst>
                  <a:ext uri="{FF2B5EF4-FFF2-40B4-BE49-F238E27FC236}">
                    <a16:creationId xmlns:a16="http://schemas.microsoft.com/office/drawing/2014/main" id="{774ABD77-6789-00F4-38D5-B5E39132DE6D}"/>
                  </a:ext>
                </a:extLst>
              </p:cNvPr>
              <p:cNvGrpSpPr/>
              <p:nvPr/>
            </p:nvGrpSpPr>
            <p:grpSpPr>
              <a:xfrm>
                <a:off x="4708177" y="3760170"/>
                <a:ext cx="432060" cy="432060"/>
                <a:chOff x="3429249" y="3645030"/>
                <a:chExt cx="432060" cy="432060"/>
              </a:xfrm>
            </p:grpSpPr>
            <p:sp>
              <p:nvSpPr>
                <p:cNvPr id="22102" name="Rectangle 22101">
                  <a:extLst>
                    <a:ext uri="{FF2B5EF4-FFF2-40B4-BE49-F238E27FC236}">
                      <a16:creationId xmlns:a16="http://schemas.microsoft.com/office/drawing/2014/main" id="{A8F9D8A2-C186-40DF-8B8F-0C7C43648568}"/>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03" name="Rectangle 22102">
                  <a:extLst>
                    <a:ext uri="{FF2B5EF4-FFF2-40B4-BE49-F238E27FC236}">
                      <a16:creationId xmlns:a16="http://schemas.microsoft.com/office/drawing/2014/main" id="{1F27EB1A-391A-CA7E-491B-B030E5AD2EF8}"/>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04" name="Rectangle 22103">
                  <a:extLst>
                    <a:ext uri="{FF2B5EF4-FFF2-40B4-BE49-F238E27FC236}">
                      <a16:creationId xmlns:a16="http://schemas.microsoft.com/office/drawing/2014/main" id="{B398762B-9D4F-3370-A491-320B725D735F}"/>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05" name="Rectangle 22104">
                  <a:extLst>
                    <a:ext uri="{FF2B5EF4-FFF2-40B4-BE49-F238E27FC236}">
                      <a16:creationId xmlns:a16="http://schemas.microsoft.com/office/drawing/2014/main" id="{386D2F13-05B9-330F-DF44-975B5BC188EF}"/>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06" name="Rectangle 22105">
                  <a:extLst>
                    <a:ext uri="{FF2B5EF4-FFF2-40B4-BE49-F238E27FC236}">
                      <a16:creationId xmlns:a16="http://schemas.microsoft.com/office/drawing/2014/main" id="{69BEE2CD-BAE7-2347-4776-BC30245C75F7}"/>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084" name="Group 22083">
                <a:extLst>
                  <a:ext uri="{FF2B5EF4-FFF2-40B4-BE49-F238E27FC236}">
                    <a16:creationId xmlns:a16="http://schemas.microsoft.com/office/drawing/2014/main" id="{E1327EBC-A62F-8CB1-44EE-38D1C478448A}"/>
                  </a:ext>
                </a:extLst>
              </p:cNvPr>
              <p:cNvGrpSpPr/>
              <p:nvPr/>
            </p:nvGrpSpPr>
            <p:grpSpPr>
              <a:xfrm>
                <a:off x="5264003" y="3760170"/>
                <a:ext cx="432060" cy="432060"/>
                <a:chOff x="3429249" y="3645030"/>
                <a:chExt cx="432060" cy="432060"/>
              </a:xfrm>
            </p:grpSpPr>
            <p:sp>
              <p:nvSpPr>
                <p:cNvPr id="22097" name="Rectangle 22096">
                  <a:extLst>
                    <a:ext uri="{FF2B5EF4-FFF2-40B4-BE49-F238E27FC236}">
                      <a16:creationId xmlns:a16="http://schemas.microsoft.com/office/drawing/2014/main" id="{5DCBCB69-5F9D-A596-3E50-F542E0354FCE}"/>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98" name="Rectangle 22097">
                  <a:extLst>
                    <a:ext uri="{FF2B5EF4-FFF2-40B4-BE49-F238E27FC236}">
                      <a16:creationId xmlns:a16="http://schemas.microsoft.com/office/drawing/2014/main" id="{41DFCE54-4C0A-01FD-8C1E-383C2FE7D650}"/>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99" name="Rectangle 22098">
                  <a:extLst>
                    <a:ext uri="{FF2B5EF4-FFF2-40B4-BE49-F238E27FC236}">
                      <a16:creationId xmlns:a16="http://schemas.microsoft.com/office/drawing/2014/main" id="{A2D1448A-B796-9636-4674-180E65584240}"/>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00" name="Rectangle 22099">
                  <a:extLst>
                    <a:ext uri="{FF2B5EF4-FFF2-40B4-BE49-F238E27FC236}">
                      <a16:creationId xmlns:a16="http://schemas.microsoft.com/office/drawing/2014/main" id="{66D726E3-CF46-390F-8059-E343677644E3}"/>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101" name="Rectangle 22100">
                  <a:extLst>
                    <a:ext uri="{FF2B5EF4-FFF2-40B4-BE49-F238E27FC236}">
                      <a16:creationId xmlns:a16="http://schemas.microsoft.com/office/drawing/2014/main" id="{DC9C10CC-09C4-2F06-4E01-5F08E6783F6F}"/>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085" name="Group 22084">
                <a:extLst>
                  <a:ext uri="{FF2B5EF4-FFF2-40B4-BE49-F238E27FC236}">
                    <a16:creationId xmlns:a16="http://schemas.microsoft.com/office/drawing/2014/main" id="{7CBD552C-816F-4BAB-2E40-3CD5F51A014C}"/>
                  </a:ext>
                </a:extLst>
              </p:cNvPr>
              <p:cNvGrpSpPr/>
              <p:nvPr/>
            </p:nvGrpSpPr>
            <p:grpSpPr>
              <a:xfrm>
                <a:off x="5805579" y="3760170"/>
                <a:ext cx="432060" cy="432060"/>
                <a:chOff x="3429249" y="3645030"/>
                <a:chExt cx="432060" cy="432060"/>
              </a:xfrm>
            </p:grpSpPr>
            <p:sp>
              <p:nvSpPr>
                <p:cNvPr id="22092" name="Rectangle 22091">
                  <a:extLst>
                    <a:ext uri="{FF2B5EF4-FFF2-40B4-BE49-F238E27FC236}">
                      <a16:creationId xmlns:a16="http://schemas.microsoft.com/office/drawing/2014/main" id="{73D7CEC9-9636-4CFE-9893-0B9C99AACD88}"/>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93" name="Rectangle 22092">
                  <a:extLst>
                    <a:ext uri="{FF2B5EF4-FFF2-40B4-BE49-F238E27FC236}">
                      <a16:creationId xmlns:a16="http://schemas.microsoft.com/office/drawing/2014/main" id="{F36E52DA-BBBC-7029-1A1A-C70E1E01C160}"/>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94" name="Rectangle 22093">
                  <a:extLst>
                    <a:ext uri="{FF2B5EF4-FFF2-40B4-BE49-F238E27FC236}">
                      <a16:creationId xmlns:a16="http://schemas.microsoft.com/office/drawing/2014/main" id="{E7029C98-513E-8674-08BD-462531FB4685}"/>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95" name="Rectangle 22094">
                  <a:extLst>
                    <a:ext uri="{FF2B5EF4-FFF2-40B4-BE49-F238E27FC236}">
                      <a16:creationId xmlns:a16="http://schemas.microsoft.com/office/drawing/2014/main" id="{CC737C56-0649-7E38-580B-0431EE56D7B2}"/>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96" name="Rectangle 22095">
                  <a:extLst>
                    <a:ext uri="{FF2B5EF4-FFF2-40B4-BE49-F238E27FC236}">
                      <a16:creationId xmlns:a16="http://schemas.microsoft.com/office/drawing/2014/main" id="{D52A17C1-262F-45FC-D113-623EA0F7023B}"/>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2086" name="Rectangle 22085">
                <a:extLst>
                  <a:ext uri="{FF2B5EF4-FFF2-40B4-BE49-F238E27FC236}">
                    <a16:creationId xmlns:a16="http://schemas.microsoft.com/office/drawing/2014/main" id="{E215DAC2-07A1-15FE-C290-EE9521385A35}"/>
                  </a:ext>
                </a:extLst>
              </p:cNvPr>
              <p:cNvSpPr/>
              <p:nvPr/>
            </p:nvSpPr>
            <p:spPr>
              <a:xfrm>
                <a:off x="4149349" y="4353502"/>
                <a:ext cx="208829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22087" name="Group 22086">
                <a:extLst>
                  <a:ext uri="{FF2B5EF4-FFF2-40B4-BE49-F238E27FC236}">
                    <a16:creationId xmlns:a16="http://schemas.microsoft.com/office/drawing/2014/main" id="{A335706D-6770-959D-D8F5-936366D393D4}"/>
                  </a:ext>
                </a:extLst>
              </p:cNvPr>
              <p:cNvGrpSpPr/>
              <p:nvPr/>
            </p:nvGrpSpPr>
            <p:grpSpPr>
              <a:xfrm>
                <a:off x="4221359" y="4425512"/>
                <a:ext cx="1944270" cy="288040"/>
                <a:chOff x="1112927" y="4581160"/>
                <a:chExt cx="1392193" cy="288040"/>
              </a:xfrm>
            </p:grpSpPr>
            <p:sp>
              <p:nvSpPr>
                <p:cNvPr id="22088" name="Rectangle 22087">
                  <a:extLst>
                    <a:ext uri="{FF2B5EF4-FFF2-40B4-BE49-F238E27FC236}">
                      <a16:creationId xmlns:a16="http://schemas.microsoft.com/office/drawing/2014/main" id="{4BD0577F-38C9-DB9F-8598-EF4A0D3D6965}"/>
                    </a:ext>
                  </a:extLst>
                </p:cNvPr>
                <p:cNvSpPr/>
                <p:nvPr/>
              </p:nvSpPr>
              <p:spPr>
                <a:xfrm>
                  <a:off x="1112927" y="458116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89" name="Rectangle 22088">
                  <a:extLst>
                    <a:ext uri="{FF2B5EF4-FFF2-40B4-BE49-F238E27FC236}">
                      <a16:creationId xmlns:a16="http://schemas.microsoft.com/office/drawing/2014/main" id="{FFB38EA6-63A5-9A50-EF37-8D6CECBE8F5E}"/>
                    </a:ext>
                  </a:extLst>
                </p:cNvPr>
                <p:cNvSpPr/>
                <p:nvPr/>
              </p:nvSpPr>
              <p:spPr>
                <a:xfrm>
                  <a:off x="1112927" y="465317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90" name="Rectangle 22089">
                  <a:extLst>
                    <a:ext uri="{FF2B5EF4-FFF2-40B4-BE49-F238E27FC236}">
                      <a16:creationId xmlns:a16="http://schemas.microsoft.com/office/drawing/2014/main" id="{C28E26FD-535E-F8FC-3C3D-ABE3F2E1A3E8}"/>
                    </a:ext>
                  </a:extLst>
                </p:cNvPr>
                <p:cNvSpPr/>
                <p:nvPr/>
              </p:nvSpPr>
              <p:spPr>
                <a:xfrm>
                  <a:off x="1112927" y="472518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91" name="Rectangle 22090">
                  <a:extLst>
                    <a:ext uri="{FF2B5EF4-FFF2-40B4-BE49-F238E27FC236}">
                      <a16:creationId xmlns:a16="http://schemas.microsoft.com/office/drawing/2014/main" id="{EE7D4F72-0060-138F-D7C0-1C396410AD4C}"/>
                    </a:ext>
                  </a:extLst>
                </p:cNvPr>
                <p:cNvSpPr/>
                <p:nvPr/>
              </p:nvSpPr>
              <p:spPr>
                <a:xfrm>
                  <a:off x="1112927" y="479719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grpSp>
          <p:nvGrpSpPr>
            <p:cNvPr id="22001" name="Group 22000">
              <a:extLst>
                <a:ext uri="{FF2B5EF4-FFF2-40B4-BE49-F238E27FC236}">
                  <a16:creationId xmlns:a16="http://schemas.microsoft.com/office/drawing/2014/main" id="{4822F15A-E93C-1431-97EE-1E6B184229BC}"/>
                </a:ext>
              </a:extLst>
            </p:cNvPr>
            <p:cNvGrpSpPr/>
            <p:nvPr/>
          </p:nvGrpSpPr>
          <p:grpSpPr>
            <a:xfrm>
              <a:off x="6924176" y="2948788"/>
              <a:ext cx="1066302" cy="1584220"/>
              <a:chOff x="3933319" y="1268700"/>
              <a:chExt cx="2520350" cy="3744520"/>
            </a:xfrm>
          </p:grpSpPr>
          <p:sp>
            <p:nvSpPr>
              <p:cNvPr id="22002" name="Rectangle 22001">
                <a:extLst>
                  <a:ext uri="{FF2B5EF4-FFF2-40B4-BE49-F238E27FC236}">
                    <a16:creationId xmlns:a16="http://schemas.microsoft.com/office/drawing/2014/main" id="{52579EA7-C2A2-F260-AD9D-B3BCEC90B7AB}"/>
                  </a:ext>
                </a:extLst>
              </p:cNvPr>
              <p:cNvSpPr/>
              <p:nvPr/>
            </p:nvSpPr>
            <p:spPr>
              <a:xfrm>
                <a:off x="3933319" y="1268700"/>
                <a:ext cx="2520350" cy="3744520"/>
              </a:xfrm>
              <a:prstGeom prst="rect">
                <a:avLst/>
              </a:prstGeom>
              <a:solidFill>
                <a:sysClr val="window" lastClr="FFFFFF">
                  <a:lumMod val="95000"/>
                </a:sysClr>
              </a:solidFill>
              <a:ln w="6350" cap="flat" cmpd="sng" algn="ctr">
                <a:solidFill>
                  <a:sysClr val="window" lastClr="FFFFFF">
                    <a:lumMod val="7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03" name="Rectangle 22002">
                <a:extLst>
                  <a:ext uri="{FF2B5EF4-FFF2-40B4-BE49-F238E27FC236}">
                    <a16:creationId xmlns:a16="http://schemas.microsoft.com/office/drawing/2014/main" id="{79801466-7B39-2287-2880-0FA56A958D3F}"/>
                  </a:ext>
                </a:extLst>
              </p:cNvPr>
              <p:cNvSpPr/>
              <p:nvPr/>
            </p:nvSpPr>
            <p:spPr>
              <a:xfrm>
                <a:off x="4077339" y="1412720"/>
                <a:ext cx="2232310" cy="504070"/>
              </a:xfrm>
              <a:prstGeom prst="rect">
                <a:avLst/>
              </a:prstGeom>
              <a:solidFill>
                <a:srgbClr val="95D600"/>
              </a:solidFill>
              <a:ln w="19050" cap="flat" cmpd="sng" algn="ctr">
                <a:solidFill>
                  <a:srgbClr val="95D60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04" name="Rectangle 22003">
                <a:extLst>
                  <a:ext uri="{FF2B5EF4-FFF2-40B4-BE49-F238E27FC236}">
                    <a16:creationId xmlns:a16="http://schemas.microsoft.com/office/drawing/2014/main" id="{A4554DCF-971E-8F23-4940-E6536D654181}"/>
                  </a:ext>
                </a:extLst>
              </p:cNvPr>
              <p:cNvSpPr/>
              <p:nvPr/>
            </p:nvSpPr>
            <p:spPr>
              <a:xfrm>
                <a:off x="407733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005" name="Rectangle 22004">
                <a:extLst>
                  <a:ext uri="{FF2B5EF4-FFF2-40B4-BE49-F238E27FC236}">
                    <a16:creationId xmlns:a16="http://schemas.microsoft.com/office/drawing/2014/main" id="{644F749E-15ED-3A29-4DD7-F1784D17889E}"/>
                  </a:ext>
                </a:extLst>
              </p:cNvPr>
              <p:cNvSpPr/>
              <p:nvPr/>
            </p:nvSpPr>
            <p:spPr>
              <a:xfrm>
                <a:off x="4077339" y="3140960"/>
                <a:ext cx="2232310" cy="1728240"/>
              </a:xfrm>
              <a:prstGeom prst="rect">
                <a:avLst/>
              </a:prstGeom>
              <a:solidFill>
                <a:srgbClr val="0091BD"/>
              </a:solidFill>
              <a:ln w="19050" cap="flat" cmpd="sng" algn="ctr">
                <a:solidFill>
                  <a:srgbClr val="0091BD">
                    <a:shade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06" name="Rectangle 22005">
                <a:extLst>
                  <a:ext uri="{FF2B5EF4-FFF2-40B4-BE49-F238E27FC236}">
                    <a16:creationId xmlns:a16="http://schemas.microsoft.com/office/drawing/2014/main" id="{02CDAC96-F914-7916-2184-1DD29A06B1E2}"/>
                  </a:ext>
                </a:extLst>
              </p:cNvPr>
              <p:cNvSpPr/>
              <p:nvPr/>
            </p:nvSpPr>
            <p:spPr>
              <a:xfrm>
                <a:off x="465341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007" name="Rectangle 22006">
                <a:extLst>
                  <a:ext uri="{FF2B5EF4-FFF2-40B4-BE49-F238E27FC236}">
                    <a16:creationId xmlns:a16="http://schemas.microsoft.com/office/drawing/2014/main" id="{5F87B22F-B450-E867-F538-684E8307F48E}"/>
                  </a:ext>
                </a:extLst>
              </p:cNvPr>
              <p:cNvSpPr/>
              <p:nvPr/>
            </p:nvSpPr>
            <p:spPr>
              <a:xfrm>
                <a:off x="522949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008" name="Rectangle 22007">
                <a:extLst>
                  <a:ext uri="{FF2B5EF4-FFF2-40B4-BE49-F238E27FC236}">
                    <a16:creationId xmlns:a16="http://schemas.microsoft.com/office/drawing/2014/main" id="{8611F509-3D6D-2945-F50E-58043416B53C}"/>
                  </a:ext>
                </a:extLst>
              </p:cNvPr>
              <p:cNvSpPr/>
              <p:nvPr/>
            </p:nvSpPr>
            <p:spPr>
              <a:xfrm>
                <a:off x="5805579" y="206081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009" name="Rectangle 22008">
                <a:extLst>
                  <a:ext uri="{FF2B5EF4-FFF2-40B4-BE49-F238E27FC236}">
                    <a16:creationId xmlns:a16="http://schemas.microsoft.com/office/drawing/2014/main" id="{D8D25B5B-D5A6-9290-5A44-5DE317192B02}"/>
                  </a:ext>
                </a:extLst>
              </p:cNvPr>
              <p:cNvSpPr/>
              <p:nvPr/>
            </p:nvSpPr>
            <p:spPr>
              <a:xfrm>
                <a:off x="407733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010" name="Rectangle 22009">
                <a:extLst>
                  <a:ext uri="{FF2B5EF4-FFF2-40B4-BE49-F238E27FC236}">
                    <a16:creationId xmlns:a16="http://schemas.microsoft.com/office/drawing/2014/main" id="{AFA14778-46E3-20DE-D780-A3CF7AA87C0A}"/>
                  </a:ext>
                </a:extLst>
              </p:cNvPr>
              <p:cNvSpPr/>
              <p:nvPr/>
            </p:nvSpPr>
            <p:spPr>
              <a:xfrm>
                <a:off x="465341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011" name="Rectangle 22010">
                <a:extLst>
                  <a:ext uri="{FF2B5EF4-FFF2-40B4-BE49-F238E27FC236}">
                    <a16:creationId xmlns:a16="http://schemas.microsoft.com/office/drawing/2014/main" id="{159793DB-8670-275D-E643-A20BEC8227A4}"/>
                  </a:ext>
                </a:extLst>
              </p:cNvPr>
              <p:cNvSpPr/>
              <p:nvPr/>
            </p:nvSpPr>
            <p:spPr>
              <a:xfrm>
                <a:off x="522949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sp>
            <p:nvSpPr>
              <p:cNvPr id="22012" name="Rectangle 22011">
                <a:extLst>
                  <a:ext uri="{FF2B5EF4-FFF2-40B4-BE49-F238E27FC236}">
                    <a16:creationId xmlns:a16="http://schemas.microsoft.com/office/drawing/2014/main" id="{87C69144-03F0-0A4E-7ABF-BBFC20B621F8}"/>
                  </a:ext>
                </a:extLst>
              </p:cNvPr>
              <p:cNvSpPr/>
              <p:nvPr/>
            </p:nvSpPr>
            <p:spPr>
              <a:xfrm>
                <a:off x="5805579" y="2564880"/>
                <a:ext cx="504070" cy="432060"/>
              </a:xfrm>
              <a:prstGeom prst="rect">
                <a:avLst/>
              </a:prstGeom>
              <a:solidFill>
                <a:srgbClr val="FFC700"/>
              </a:solidFill>
              <a:ln w="19050" cap="flat" cmpd="sng" algn="ctr">
                <a:solidFill>
                  <a:srgbClr val="FFC7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22013" name="Group 22012">
                <a:extLst>
                  <a:ext uri="{FF2B5EF4-FFF2-40B4-BE49-F238E27FC236}">
                    <a16:creationId xmlns:a16="http://schemas.microsoft.com/office/drawing/2014/main" id="{9BF07FB1-9712-C7B1-E78E-7D114D3C8D09}"/>
                  </a:ext>
                </a:extLst>
              </p:cNvPr>
              <p:cNvGrpSpPr/>
              <p:nvPr/>
            </p:nvGrpSpPr>
            <p:grpSpPr>
              <a:xfrm>
                <a:off x="4149349" y="3212970"/>
                <a:ext cx="432060" cy="432060"/>
                <a:chOff x="3429249" y="3645030"/>
                <a:chExt cx="432060" cy="432060"/>
              </a:xfrm>
            </p:grpSpPr>
            <p:sp>
              <p:nvSpPr>
                <p:cNvPr id="22062" name="Rectangle 22061">
                  <a:extLst>
                    <a:ext uri="{FF2B5EF4-FFF2-40B4-BE49-F238E27FC236}">
                      <a16:creationId xmlns:a16="http://schemas.microsoft.com/office/drawing/2014/main" id="{959E0651-50C0-B73C-91C4-63BE1A1DA0C5}"/>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063" name="Rectangle 22062">
                  <a:extLst>
                    <a:ext uri="{FF2B5EF4-FFF2-40B4-BE49-F238E27FC236}">
                      <a16:creationId xmlns:a16="http://schemas.microsoft.com/office/drawing/2014/main" id="{27842F4F-4304-EEB0-AE87-0B07250CA1DD}"/>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064" name="Rectangle 22063">
                  <a:extLst>
                    <a:ext uri="{FF2B5EF4-FFF2-40B4-BE49-F238E27FC236}">
                      <a16:creationId xmlns:a16="http://schemas.microsoft.com/office/drawing/2014/main" id="{3CF8F305-FB81-C096-B66E-19004851AAFD}"/>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065" name="Rectangle 22064">
                  <a:extLst>
                    <a:ext uri="{FF2B5EF4-FFF2-40B4-BE49-F238E27FC236}">
                      <a16:creationId xmlns:a16="http://schemas.microsoft.com/office/drawing/2014/main" id="{E247B65A-6470-5200-3352-B0997DEB4DFF}"/>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066" name="Rectangle 22065">
                  <a:extLst>
                    <a:ext uri="{FF2B5EF4-FFF2-40B4-BE49-F238E27FC236}">
                      <a16:creationId xmlns:a16="http://schemas.microsoft.com/office/drawing/2014/main" id="{4D99F964-423A-9C92-EA31-E9F2B376E06A}"/>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014" name="Group 22013">
                <a:extLst>
                  <a:ext uri="{FF2B5EF4-FFF2-40B4-BE49-F238E27FC236}">
                    <a16:creationId xmlns:a16="http://schemas.microsoft.com/office/drawing/2014/main" id="{0011C65C-1EFD-401E-318D-88ABA14C3585}"/>
                  </a:ext>
                </a:extLst>
              </p:cNvPr>
              <p:cNvGrpSpPr/>
              <p:nvPr/>
            </p:nvGrpSpPr>
            <p:grpSpPr>
              <a:xfrm>
                <a:off x="4708177" y="3212970"/>
                <a:ext cx="432060" cy="432060"/>
                <a:chOff x="3429249" y="3645030"/>
                <a:chExt cx="432060" cy="432060"/>
              </a:xfrm>
            </p:grpSpPr>
            <p:sp>
              <p:nvSpPr>
                <p:cNvPr id="22057" name="Rectangle 22056">
                  <a:extLst>
                    <a:ext uri="{FF2B5EF4-FFF2-40B4-BE49-F238E27FC236}">
                      <a16:creationId xmlns:a16="http://schemas.microsoft.com/office/drawing/2014/main" id="{7DB1F876-1839-8ADE-8A19-B61107F36A1F}"/>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58" name="Rectangle 22057">
                  <a:extLst>
                    <a:ext uri="{FF2B5EF4-FFF2-40B4-BE49-F238E27FC236}">
                      <a16:creationId xmlns:a16="http://schemas.microsoft.com/office/drawing/2014/main" id="{6C9F9AF2-2F26-F711-B75A-1B39C43E289E}"/>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59" name="Rectangle 22058">
                  <a:extLst>
                    <a:ext uri="{FF2B5EF4-FFF2-40B4-BE49-F238E27FC236}">
                      <a16:creationId xmlns:a16="http://schemas.microsoft.com/office/drawing/2014/main" id="{B99FF81F-4440-57C2-08A8-56E55BD5E191}"/>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60" name="Rectangle 22059">
                  <a:extLst>
                    <a:ext uri="{FF2B5EF4-FFF2-40B4-BE49-F238E27FC236}">
                      <a16:creationId xmlns:a16="http://schemas.microsoft.com/office/drawing/2014/main" id="{D88B3DF4-B559-7DD9-E268-840BBAE7C96A}"/>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61" name="Rectangle 22060">
                  <a:extLst>
                    <a:ext uri="{FF2B5EF4-FFF2-40B4-BE49-F238E27FC236}">
                      <a16:creationId xmlns:a16="http://schemas.microsoft.com/office/drawing/2014/main" id="{4C02F1BD-1870-D12F-AEAA-058D813BBB46}"/>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015" name="Group 22014">
                <a:extLst>
                  <a:ext uri="{FF2B5EF4-FFF2-40B4-BE49-F238E27FC236}">
                    <a16:creationId xmlns:a16="http://schemas.microsoft.com/office/drawing/2014/main" id="{2CFC8FCA-A91C-7744-02A7-64C7E8A4049D}"/>
                  </a:ext>
                </a:extLst>
              </p:cNvPr>
              <p:cNvGrpSpPr/>
              <p:nvPr/>
            </p:nvGrpSpPr>
            <p:grpSpPr>
              <a:xfrm>
                <a:off x="5264003" y="3212970"/>
                <a:ext cx="432060" cy="432060"/>
                <a:chOff x="3429249" y="3645030"/>
                <a:chExt cx="432060" cy="432060"/>
              </a:xfrm>
            </p:grpSpPr>
            <p:sp>
              <p:nvSpPr>
                <p:cNvPr id="22052" name="Rectangle 22051">
                  <a:extLst>
                    <a:ext uri="{FF2B5EF4-FFF2-40B4-BE49-F238E27FC236}">
                      <a16:creationId xmlns:a16="http://schemas.microsoft.com/office/drawing/2014/main" id="{A9621696-B529-C36E-6BF6-64EA21B90229}"/>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053" name="Rectangle 22052">
                  <a:extLst>
                    <a:ext uri="{FF2B5EF4-FFF2-40B4-BE49-F238E27FC236}">
                      <a16:creationId xmlns:a16="http://schemas.microsoft.com/office/drawing/2014/main" id="{DD6B75EA-E798-D3BD-045E-89435420C62C}"/>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054" name="Rectangle 22053">
                  <a:extLst>
                    <a:ext uri="{FF2B5EF4-FFF2-40B4-BE49-F238E27FC236}">
                      <a16:creationId xmlns:a16="http://schemas.microsoft.com/office/drawing/2014/main" id="{8310B228-D235-B32D-961A-CF3A5A3307C8}"/>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055" name="Rectangle 22054">
                  <a:extLst>
                    <a:ext uri="{FF2B5EF4-FFF2-40B4-BE49-F238E27FC236}">
                      <a16:creationId xmlns:a16="http://schemas.microsoft.com/office/drawing/2014/main" id="{136D1265-2432-F9F7-17A5-D51F36CD7E23}"/>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sp>
              <p:nvSpPr>
                <p:cNvPr id="22056" name="Rectangle 22055">
                  <a:extLst>
                    <a:ext uri="{FF2B5EF4-FFF2-40B4-BE49-F238E27FC236}">
                      <a16:creationId xmlns:a16="http://schemas.microsoft.com/office/drawing/2014/main" id="{E0A6E6C3-8B10-953D-A972-25BE4AA867E8}"/>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016" name="Group 22015">
                <a:extLst>
                  <a:ext uri="{FF2B5EF4-FFF2-40B4-BE49-F238E27FC236}">
                    <a16:creationId xmlns:a16="http://schemas.microsoft.com/office/drawing/2014/main" id="{CAC3C26C-37C2-D776-DC30-00F6E0B4DB4F}"/>
                  </a:ext>
                </a:extLst>
              </p:cNvPr>
              <p:cNvGrpSpPr/>
              <p:nvPr/>
            </p:nvGrpSpPr>
            <p:grpSpPr>
              <a:xfrm>
                <a:off x="5805579" y="3212970"/>
                <a:ext cx="432060" cy="432060"/>
                <a:chOff x="3429249" y="3645030"/>
                <a:chExt cx="432060" cy="432060"/>
              </a:xfrm>
            </p:grpSpPr>
            <p:sp>
              <p:nvSpPr>
                <p:cNvPr id="22047" name="Rectangle 22046">
                  <a:extLst>
                    <a:ext uri="{FF2B5EF4-FFF2-40B4-BE49-F238E27FC236}">
                      <a16:creationId xmlns:a16="http://schemas.microsoft.com/office/drawing/2014/main" id="{EAA2DC7A-8111-7E69-E3FC-DD6A0A254BF0}"/>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48" name="Rectangle 22047">
                  <a:extLst>
                    <a:ext uri="{FF2B5EF4-FFF2-40B4-BE49-F238E27FC236}">
                      <a16:creationId xmlns:a16="http://schemas.microsoft.com/office/drawing/2014/main" id="{CD28AD48-9283-91B7-2D73-BC6B8E480C0D}"/>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49" name="Rectangle 22048">
                  <a:extLst>
                    <a:ext uri="{FF2B5EF4-FFF2-40B4-BE49-F238E27FC236}">
                      <a16:creationId xmlns:a16="http://schemas.microsoft.com/office/drawing/2014/main" id="{7AE22736-7AAB-0E7D-65BC-D92C6E9F6C75}"/>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50" name="Rectangle 22049">
                  <a:extLst>
                    <a:ext uri="{FF2B5EF4-FFF2-40B4-BE49-F238E27FC236}">
                      <a16:creationId xmlns:a16="http://schemas.microsoft.com/office/drawing/2014/main" id="{8C68C332-AE51-441D-F5A5-0515013F065B}"/>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51" name="Rectangle 22050">
                  <a:extLst>
                    <a:ext uri="{FF2B5EF4-FFF2-40B4-BE49-F238E27FC236}">
                      <a16:creationId xmlns:a16="http://schemas.microsoft.com/office/drawing/2014/main" id="{5ADF10F1-C478-2CF5-D9C4-8B5E364EA47F}"/>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017" name="Group 22016">
                <a:extLst>
                  <a:ext uri="{FF2B5EF4-FFF2-40B4-BE49-F238E27FC236}">
                    <a16:creationId xmlns:a16="http://schemas.microsoft.com/office/drawing/2014/main" id="{D2D538F1-A6FF-C2BC-75ED-99F0B45F5488}"/>
                  </a:ext>
                </a:extLst>
              </p:cNvPr>
              <p:cNvGrpSpPr/>
              <p:nvPr/>
            </p:nvGrpSpPr>
            <p:grpSpPr>
              <a:xfrm>
                <a:off x="4149349" y="3760170"/>
                <a:ext cx="432060" cy="432060"/>
                <a:chOff x="3429249" y="3645030"/>
                <a:chExt cx="432060" cy="432060"/>
              </a:xfrm>
            </p:grpSpPr>
            <p:sp>
              <p:nvSpPr>
                <p:cNvPr id="22042" name="Rectangle 22041">
                  <a:extLst>
                    <a:ext uri="{FF2B5EF4-FFF2-40B4-BE49-F238E27FC236}">
                      <a16:creationId xmlns:a16="http://schemas.microsoft.com/office/drawing/2014/main" id="{A8D3993A-631B-826D-85D6-7FC8D0DEDDD4}"/>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43" name="Rectangle 22042">
                  <a:extLst>
                    <a:ext uri="{FF2B5EF4-FFF2-40B4-BE49-F238E27FC236}">
                      <a16:creationId xmlns:a16="http://schemas.microsoft.com/office/drawing/2014/main" id="{3C7D4A13-C65E-CDAB-B2D1-C5732FFE2E3E}"/>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44" name="Rectangle 22043">
                  <a:extLst>
                    <a:ext uri="{FF2B5EF4-FFF2-40B4-BE49-F238E27FC236}">
                      <a16:creationId xmlns:a16="http://schemas.microsoft.com/office/drawing/2014/main" id="{5771B873-8F15-83D2-CFAE-997BB9B8D299}"/>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45" name="Rectangle 22044">
                  <a:extLst>
                    <a:ext uri="{FF2B5EF4-FFF2-40B4-BE49-F238E27FC236}">
                      <a16:creationId xmlns:a16="http://schemas.microsoft.com/office/drawing/2014/main" id="{AF846526-D8DE-5C7B-965F-04C53CE1DF09}"/>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46" name="Rectangle 22045">
                  <a:extLst>
                    <a:ext uri="{FF2B5EF4-FFF2-40B4-BE49-F238E27FC236}">
                      <a16:creationId xmlns:a16="http://schemas.microsoft.com/office/drawing/2014/main" id="{377C3705-221C-EF59-05AA-0627F97F9301}"/>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018" name="Group 22017">
                <a:extLst>
                  <a:ext uri="{FF2B5EF4-FFF2-40B4-BE49-F238E27FC236}">
                    <a16:creationId xmlns:a16="http://schemas.microsoft.com/office/drawing/2014/main" id="{4498B4E5-AA61-2B35-65F4-45FBFEBCE7C8}"/>
                  </a:ext>
                </a:extLst>
              </p:cNvPr>
              <p:cNvGrpSpPr/>
              <p:nvPr/>
            </p:nvGrpSpPr>
            <p:grpSpPr>
              <a:xfrm>
                <a:off x="4708177" y="3760170"/>
                <a:ext cx="432060" cy="432060"/>
                <a:chOff x="3429249" y="3645030"/>
                <a:chExt cx="432060" cy="432060"/>
              </a:xfrm>
            </p:grpSpPr>
            <p:sp>
              <p:nvSpPr>
                <p:cNvPr id="22037" name="Rectangle 22036">
                  <a:extLst>
                    <a:ext uri="{FF2B5EF4-FFF2-40B4-BE49-F238E27FC236}">
                      <a16:creationId xmlns:a16="http://schemas.microsoft.com/office/drawing/2014/main" id="{ED31E596-8C89-2A2A-A768-0B89FF28138B}"/>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38" name="Rectangle 22037">
                  <a:extLst>
                    <a:ext uri="{FF2B5EF4-FFF2-40B4-BE49-F238E27FC236}">
                      <a16:creationId xmlns:a16="http://schemas.microsoft.com/office/drawing/2014/main" id="{27608890-AD4C-2B3A-73C6-3EE0E19F2B15}"/>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39" name="Rectangle 22038">
                  <a:extLst>
                    <a:ext uri="{FF2B5EF4-FFF2-40B4-BE49-F238E27FC236}">
                      <a16:creationId xmlns:a16="http://schemas.microsoft.com/office/drawing/2014/main" id="{D086D224-E027-FA3D-B388-EC839AD033E7}"/>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40" name="Rectangle 22039">
                  <a:extLst>
                    <a:ext uri="{FF2B5EF4-FFF2-40B4-BE49-F238E27FC236}">
                      <a16:creationId xmlns:a16="http://schemas.microsoft.com/office/drawing/2014/main" id="{22F26655-3487-4844-7BFA-B82837C16685}"/>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41" name="Rectangle 22040">
                  <a:extLst>
                    <a:ext uri="{FF2B5EF4-FFF2-40B4-BE49-F238E27FC236}">
                      <a16:creationId xmlns:a16="http://schemas.microsoft.com/office/drawing/2014/main" id="{D44464F6-2F9F-64DA-0971-18E332E92229}"/>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019" name="Group 22018">
                <a:extLst>
                  <a:ext uri="{FF2B5EF4-FFF2-40B4-BE49-F238E27FC236}">
                    <a16:creationId xmlns:a16="http://schemas.microsoft.com/office/drawing/2014/main" id="{62372741-9042-7495-40E1-0D961F3BBFA6}"/>
                  </a:ext>
                </a:extLst>
              </p:cNvPr>
              <p:cNvGrpSpPr/>
              <p:nvPr/>
            </p:nvGrpSpPr>
            <p:grpSpPr>
              <a:xfrm>
                <a:off x="5264003" y="3760170"/>
                <a:ext cx="432060" cy="432060"/>
                <a:chOff x="3429249" y="3645030"/>
                <a:chExt cx="432060" cy="432060"/>
              </a:xfrm>
            </p:grpSpPr>
            <p:sp>
              <p:nvSpPr>
                <p:cNvPr id="22032" name="Rectangle 22031">
                  <a:extLst>
                    <a:ext uri="{FF2B5EF4-FFF2-40B4-BE49-F238E27FC236}">
                      <a16:creationId xmlns:a16="http://schemas.microsoft.com/office/drawing/2014/main" id="{01037151-60B0-0FA8-C0B2-EA64E871206D}"/>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33" name="Rectangle 22032">
                  <a:extLst>
                    <a:ext uri="{FF2B5EF4-FFF2-40B4-BE49-F238E27FC236}">
                      <a16:creationId xmlns:a16="http://schemas.microsoft.com/office/drawing/2014/main" id="{9AD7EBA8-51C3-07C7-C8E4-21EFBD235339}"/>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34" name="Rectangle 22033">
                  <a:extLst>
                    <a:ext uri="{FF2B5EF4-FFF2-40B4-BE49-F238E27FC236}">
                      <a16:creationId xmlns:a16="http://schemas.microsoft.com/office/drawing/2014/main" id="{A9D229F7-D5A3-AE9E-5B43-EB7DAAB0F768}"/>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35" name="Rectangle 22034">
                  <a:extLst>
                    <a:ext uri="{FF2B5EF4-FFF2-40B4-BE49-F238E27FC236}">
                      <a16:creationId xmlns:a16="http://schemas.microsoft.com/office/drawing/2014/main" id="{EABD80C6-CA49-0B75-04AD-55CD7E73D441}"/>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36" name="Rectangle 22035">
                  <a:extLst>
                    <a:ext uri="{FF2B5EF4-FFF2-40B4-BE49-F238E27FC236}">
                      <a16:creationId xmlns:a16="http://schemas.microsoft.com/office/drawing/2014/main" id="{D83A747E-CE91-4303-FB26-48FB9BE4727C}"/>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020" name="Group 22019">
                <a:extLst>
                  <a:ext uri="{FF2B5EF4-FFF2-40B4-BE49-F238E27FC236}">
                    <a16:creationId xmlns:a16="http://schemas.microsoft.com/office/drawing/2014/main" id="{7F67EAAC-82DD-736C-35BF-385DD8E566D9}"/>
                  </a:ext>
                </a:extLst>
              </p:cNvPr>
              <p:cNvGrpSpPr/>
              <p:nvPr/>
            </p:nvGrpSpPr>
            <p:grpSpPr>
              <a:xfrm>
                <a:off x="5805579" y="3760170"/>
                <a:ext cx="432060" cy="432060"/>
                <a:chOff x="3429249" y="3645030"/>
                <a:chExt cx="432060" cy="432060"/>
              </a:xfrm>
            </p:grpSpPr>
            <p:sp>
              <p:nvSpPr>
                <p:cNvPr id="22027" name="Rectangle 22026">
                  <a:extLst>
                    <a:ext uri="{FF2B5EF4-FFF2-40B4-BE49-F238E27FC236}">
                      <a16:creationId xmlns:a16="http://schemas.microsoft.com/office/drawing/2014/main" id="{C6F78831-25B3-489B-2F57-6E3066CD80C1}"/>
                    </a:ext>
                  </a:extLst>
                </p:cNvPr>
                <p:cNvSpPr/>
                <p:nvPr/>
              </p:nvSpPr>
              <p:spPr>
                <a:xfrm>
                  <a:off x="3429249" y="3645030"/>
                  <a:ext cx="43206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28" name="Rectangle 22027">
                  <a:extLst>
                    <a:ext uri="{FF2B5EF4-FFF2-40B4-BE49-F238E27FC236}">
                      <a16:creationId xmlns:a16="http://schemas.microsoft.com/office/drawing/2014/main" id="{973DBBE3-99CD-3BAE-27AA-DFD077B7B8EA}"/>
                    </a:ext>
                  </a:extLst>
                </p:cNvPr>
                <p:cNvSpPr/>
                <p:nvPr/>
              </p:nvSpPr>
              <p:spPr>
                <a:xfrm>
                  <a:off x="3501259" y="371704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29" name="Rectangle 22028">
                  <a:extLst>
                    <a:ext uri="{FF2B5EF4-FFF2-40B4-BE49-F238E27FC236}">
                      <a16:creationId xmlns:a16="http://schemas.microsoft.com/office/drawing/2014/main" id="{AF359CB7-01E9-7325-7E73-676AD9B2B463}"/>
                    </a:ext>
                  </a:extLst>
                </p:cNvPr>
                <p:cNvSpPr/>
                <p:nvPr/>
              </p:nvSpPr>
              <p:spPr>
                <a:xfrm>
                  <a:off x="3501259" y="378905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30" name="Rectangle 22029">
                  <a:extLst>
                    <a:ext uri="{FF2B5EF4-FFF2-40B4-BE49-F238E27FC236}">
                      <a16:creationId xmlns:a16="http://schemas.microsoft.com/office/drawing/2014/main" id="{EE7AF750-1ADC-C183-20FB-11C6B593C2E5}"/>
                    </a:ext>
                  </a:extLst>
                </p:cNvPr>
                <p:cNvSpPr/>
                <p:nvPr/>
              </p:nvSpPr>
              <p:spPr>
                <a:xfrm>
                  <a:off x="3501259" y="386106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31" name="Rectangle 22030">
                  <a:extLst>
                    <a:ext uri="{FF2B5EF4-FFF2-40B4-BE49-F238E27FC236}">
                      <a16:creationId xmlns:a16="http://schemas.microsoft.com/office/drawing/2014/main" id="{8FA0D52A-3F44-E553-2709-890314791017}"/>
                    </a:ext>
                  </a:extLst>
                </p:cNvPr>
                <p:cNvSpPr/>
                <p:nvPr/>
              </p:nvSpPr>
              <p:spPr>
                <a:xfrm>
                  <a:off x="3501259" y="3933070"/>
                  <a:ext cx="288040"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2021" name="Rectangle 22020">
                <a:extLst>
                  <a:ext uri="{FF2B5EF4-FFF2-40B4-BE49-F238E27FC236}">
                    <a16:creationId xmlns:a16="http://schemas.microsoft.com/office/drawing/2014/main" id="{FF4700F3-97EA-E51B-3497-DB9655EFA60F}"/>
                  </a:ext>
                </a:extLst>
              </p:cNvPr>
              <p:cNvSpPr/>
              <p:nvPr/>
            </p:nvSpPr>
            <p:spPr>
              <a:xfrm>
                <a:off x="4149349" y="4353502"/>
                <a:ext cx="2088290" cy="432060"/>
              </a:xfrm>
              <a:prstGeom prst="rect">
                <a:avLst/>
              </a:prstGeom>
              <a:solidFill>
                <a:srgbClr val="0091BD"/>
              </a:solidFill>
              <a:ln w="19050" cap="flat" cmpd="sng" algn="ctr">
                <a:solidFill>
                  <a:srgbClr val="0091BD">
                    <a:lumMod val="50000"/>
                  </a:srgbClr>
                </a:solidFill>
                <a:prstDash val="solid"/>
                <a:miter lim="800000"/>
              </a:ln>
              <a:effectLst/>
            </p:spPr>
            <p:txBody>
              <a:bodyPr tIns="144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22022" name="Group 22021">
                <a:extLst>
                  <a:ext uri="{FF2B5EF4-FFF2-40B4-BE49-F238E27FC236}">
                    <a16:creationId xmlns:a16="http://schemas.microsoft.com/office/drawing/2014/main" id="{1D043699-F54F-5B7D-2276-CC05CFA8846C}"/>
                  </a:ext>
                </a:extLst>
              </p:cNvPr>
              <p:cNvGrpSpPr/>
              <p:nvPr/>
            </p:nvGrpSpPr>
            <p:grpSpPr>
              <a:xfrm>
                <a:off x="4221359" y="4425512"/>
                <a:ext cx="1944270" cy="288040"/>
                <a:chOff x="1112927" y="4581160"/>
                <a:chExt cx="1392193" cy="288040"/>
              </a:xfrm>
            </p:grpSpPr>
            <p:sp>
              <p:nvSpPr>
                <p:cNvPr id="22023" name="Rectangle 22022">
                  <a:extLst>
                    <a:ext uri="{FF2B5EF4-FFF2-40B4-BE49-F238E27FC236}">
                      <a16:creationId xmlns:a16="http://schemas.microsoft.com/office/drawing/2014/main" id="{3AD1F07F-4D96-6EFB-BCC0-0AF9DEB05956}"/>
                    </a:ext>
                  </a:extLst>
                </p:cNvPr>
                <p:cNvSpPr/>
                <p:nvPr/>
              </p:nvSpPr>
              <p:spPr>
                <a:xfrm>
                  <a:off x="1112927" y="458116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24" name="Rectangle 22023">
                  <a:extLst>
                    <a:ext uri="{FF2B5EF4-FFF2-40B4-BE49-F238E27FC236}">
                      <a16:creationId xmlns:a16="http://schemas.microsoft.com/office/drawing/2014/main" id="{07BDD1C3-9A83-1EF1-87D5-95004EA2900C}"/>
                    </a:ext>
                  </a:extLst>
                </p:cNvPr>
                <p:cNvSpPr/>
                <p:nvPr/>
              </p:nvSpPr>
              <p:spPr>
                <a:xfrm>
                  <a:off x="1112927" y="465317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25" name="Rectangle 22024">
                  <a:extLst>
                    <a:ext uri="{FF2B5EF4-FFF2-40B4-BE49-F238E27FC236}">
                      <a16:creationId xmlns:a16="http://schemas.microsoft.com/office/drawing/2014/main" id="{551AC755-BE7E-3B32-07D2-C621D6587DB3}"/>
                    </a:ext>
                  </a:extLst>
                </p:cNvPr>
                <p:cNvSpPr/>
                <p:nvPr/>
              </p:nvSpPr>
              <p:spPr>
                <a:xfrm>
                  <a:off x="1112927" y="472518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026" name="Rectangle 22025">
                  <a:extLst>
                    <a:ext uri="{FF2B5EF4-FFF2-40B4-BE49-F238E27FC236}">
                      <a16:creationId xmlns:a16="http://schemas.microsoft.com/office/drawing/2014/main" id="{9F86A6C7-FC56-3AA5-9FCA-9400D0A1FECF}"/>
                    </a:ext>
                  </a:extLst>
                </p:cNvPr>
                <p:cNvSpPr/>
                <p:nvPr/>
              </p:nvSpPr>
              <p:spPr>
                <a:xfrm>
                  <a:off x="1112927" y="4797190"/>
                  <a:ext cx="1392193" cy="72010"/>
                </a:xfrm>
                <a:prstGeom prst="rect">
                  <a:avLst/>
                </a:prstGeom>
                <a:solidFill>
                  <a:srgbClr val="FF6B00"/>
                </a:solidFill>
                <a:ln w="6350" cap="flat" cmpd="sng" algn="ctr">
                  <a:solidFill>
                    <a:srgbClr val="FF6B00">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grpSp>
        </p:grpSp>
      </p:grpSp>
    </p:spTree>
    <p:extLst>
      <p:ext uri="{BB962C8B-B14F-4D97-AF65-F5344CB8AC3E}">
        <p14:creationId xmlns:p14="http://schemas.microsoft.com/office/powerpoint/2010/main" val="1267659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Content Placeholder 2"/>
          <p:cNvSpPr>
            <a:spLocks noGrp="1"/>
          </p:cNvSpPr>
          <p:nvPr>
            <p:ph sz="half" idx="1"/>
          </p:nvPr>
        </p:nvSpPr>
        <p:spPr/>
        <p:txBody>
          <a:bodyPr/>
          <a:lstStyle/>
          <a:p>
            <a:pPr marL="0" indent="0">
              <a:lnSpc>
                <a:spcPct val="150000"/>
              </a:lnSpc>
              <a:buNone/>
            </a:pPr>
            <a:r>
              <a:rPr lang="en-GB" dirty="0"/>
              <a:t>Workload</a:t>
            </a:r>
          </a:p>
          <a:p>
            <a:pPr lvl="1">
              <a:lnSpc>
                <a:spcPct val="150000"/>
              </a:lnSpc>
            </a:pPr>
            <a:r>
              <a:rPr lang="en-GB" b="1" i="1" dirty="0">
                <a:solidFill>
                  <a:schemeClr val="accent3"/>
                </a:solidFill>
              </a:rPr>
              <a:t>SPMD</a:t>
            </a:r>
            <a:r>
              <a:rPr lang="en-GB" dirty="0"/>
              <a:t> – same program runs on multiple independent fragments</a:t>
            </a:r>
          </a:p>
          <a:p>
            <a:pPr lvl="1">
              <a:lnSpc>
                <a:spcPct val="150000"/>
              </a:lnSpc>
            </a:pPr>
            <a:r>
              <a:rPr lang="en-GB" b="1" i="1" dirty="0">
                <a:solidFill>
                  <a:schemeClr val="accent3"/>
                </a:solidFill>
              </a:rPr>
              <a:t>SIMD</a:t>
            </a:r>
            <a:r>
              <a:rPr lang="en-GB" dirty="0"/>
              <a:t> – each program heavily utilizes vector operations</a:t>
            </a:r>
          </a:p>
          <a:p>
            <a:pPr lvl="1">
              <a:lnSpc>
                <a:spcPct val="150000"/>
              </a:lnSpc>
            </a:pPr>
            <a:r>
              <a:rPr lang="en-GB" dirty="0"/>
              <a:t>Capable of using many ALUs on many cores</a:t>
            </a:r>
          </a:p>
          <a:p>
            <a:pPr marL="0" indent="0">
              <a:lnSpc>
                <a:spcPct val="150000"/>
              </a:lnSpc>
              <a:buNone/>
            </a:pPr>
            <a:r>
              <a:rPr lang="en-GB" dirty="0"/>
              <a:t>Efficiency targets</a:t>
            </a:r>
          </a:p>
          <a:p>
            <a:pPr lvl="1">
              <a:lnSpc>
                <a:spcPct val="150000"/>
              </a:lnSpc>
            </a:pPr>
            <a:r>
              <a:rPr lang="en-GB" dirty="0"/>
              <a:t>Supports massive instruction interleaving for latency hiding</a:t>
            </a:r>
          </a:p>
          <a:p>
            <a:pPr lvl="1">
              <a:lnSpc>
                <a:spcPct val="150000"/>
              </a:lnSpc>
            </a:pPr>
            <a:r>
              <a:rPr lang="en-GB" dirty="0"/>
              <a:t>Is amenable to instruction stream sharing for shared instruction fetch</a:t>
            </a:r>
          </a:p>
          <a:p>
            <a:pPr lvl="1">
              <a:buFont typeface="Wingdings" pitchFamily="2" charset="2"/>
              <a:buNone/>
            </a:pPr>
            <a:endParaRPr lang="en-GB" dirty="0"/>
          </a:p>
        </p:txBody>
      </p:sp>
      <p:sp>
        <p:nvSpPr>
          <p:cNvPr id="41986" name="Title 1"/>
          <p:cNvSpPr>
            <a:spLocks noGrp="1"/>
          </p:cNvSpPr>
          <p:nvPr>
            <p:ph type="title"/>
          </p:nvPr>
        </p:nvSpPr>
        <p:spPr/>
        <p:txBody>
          <a:bodyPr>
            <a:normAutofit/>
          </a:bodyPr>
          <a:lstStyle/>
          <a:p>
            <a:r>
              <a:rPr lang="en-GB" dirty="0"/>
              <a:t>Summary</a:t>
            </a:r>
          </a:p>
        </p:txBody>
      </p:sp>
      <p:sp>
        <p:nvSpPr>
          <p:cNvPr id="5" name="TextBox 4"/>
          <p:cNvSpPr txBox="1"/>
          <p:nvPr/>
        </p:nvSpPr>
        <p:spPr>
          <a:xfrm>
            <a:off x="1055300" y="4810136"/>
            <a:ext cx="10196900" cy="83099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defRPr/>
            </a:pPr>
            <a:r>
              <a:rPr lang="en-GB" sz="2400" i="1" dirty="0"/>
              <a:t>Think of a GPU as a multi-core processor optimized for maximum throughput.</a:t>
            </a:r>
          </a:p>
        </p:txBody>
      </p:sp>
    </p:spTree>
    <p:extLst>
      <p:ext uri="{BB962C8B-B14F-4D97-AF65-F5344CB8AC3E}">
        <p14:creationId xmlns:p14="http://schemas.microsoft.com/office/powerpoint/2010/main" val="2359920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Content Placeholder 2"/>
          <p:cNvSpPr>
            <a:spLocks noGrp="1"/>
          </p:cNvSpPr>
          <p:nvPr>
            <p:ph sz="half" idx="1"/>
          </p:nvPr>
        </p:nvSpPr>
        <p:spPr>
          <a:xfrm>
            <a:off x="457200" y="990600"/>
            <a:ext cx="10439400" cy="4680000"/>
          </a:xfrm>
        </p:spPr>
        <p:txBody>
          <a:bodyPr/>
          <a:lstStyle/>
          <a:p>
            <a:pPr marL="0" indent="0">
              <a:lnSpc>
                <a:spcPct val="150000"/>
              </a:lnSpc>
              <a:buNone/>
            </a:pPr>
            <a:r>
              <a:rPr lang="en-GB" dirty="0"/>
              <a:t>High-end GPU workload</a:t>
            </a:r>
          </a:p>
          <a:p>
            <a:pPr lvl="1">
              <a:lnSpc>
                <a:spcPct val="150000"/>
              </a:lnSpc>
            </a:pPr>
            <a:r>
              <a:rPr lang="en-GB" dirty="0"/>
              <a:t>14x compute performance of high-end CPU</a:t>
            </a:r>
          </a:p>
          <a:p>
            <a:pPr lvl="1">
              <a:lnSpc>
                <a:spcPct val="150000"/>
              </a:lnSpc>
            </a:pPr>
            <a:r>
              <a:rPr lang="en-GB" dirty="0"/>
              <a:t>8x memory bandwidth to feed it</a:t>
            </a:r>
            <a:endParaRPr lang="en-GB" sz="1800" dirty="0"/>
          </a:p>
          <a:p>
            <a:pPr marL="0" indent="0">
              <a:lnSpc>
                <a:spcPct val="150000"/>
              </a:lnSpc>
              <a:buNone/>
            </a:pPr>
            <a:r>
              <a:rPr lang="en-GB" dirty="0"/>
              <a:t>No traditional homogenous cache hierarchy</a:t>
            </a:r>
          </a:p>
          <a:p>
            <a:pPr lvl="1">
              <a:lnSpc>
                <a:spcPct val="150000"/>
              </a:lnSpc>
            </a:pPr>
            <a:r>
              <a:rPr lang="en-GB" dirty="0"/>
              <a:t>GPU memory system is designed for throughput</a:t>
            </a:r>
          </a:p>
          <a:p>
            <a:pPr lvl="1">
              <a:lnSpc>
                <a:spcPct val="150000"/>
              </a:lnSpc>
            </a:pPr>
            <a:r>
              <a:rPr lang="en-GB" dirty="0"/>
              <a:t>Dedicated function-oriented caches can help make use of data locality</a:t>
            </a:r>
            <a:endParaRPr lang="en-GB" sz="1800" dirty="0"/>
          </a:p>
          <a:p>
            <a:pPr marL="0" indent="0">
              <a:lnSpc>
                <a:spcPct val="150000"/>
              </a:lnSpc>
              <a:buNone/>
            </a:pPr>
            <a:r>
              <a:rPr lang="en-GB" dirty="0"/>
              <a:t>Need wide bus, capable of sustaining bandwidth</a:t>
            </a:r>
          </a:p>
          <a:p>
            <a:pPr lvl="1">
              <a:lnSpc>
                <a:spcPct val="150000"/>
              </a:lnSpc>
            </a:pPr>
            <a:r>
              <a:rPr lang="en-GB" dirty="0"/>
              <a:t>Can tolerate a moderate amount of latency</a:t>
            </a:r>
            <a:endParaRPr lang="en-GB" sz="1800" dirty="0"/>
          </a:p>
          <a:p>
            <a:pPr marL="0" indent="0">
              <a:lnSpc>
                <a:spcPct val="150000"/>
              </a:lnSpc>
              <a:buNone/>
            </a:pPr>
            <a:r>
              <a:rPr lang="en-GB" dirty="0"/>
              <a:t>Specialized memory interfaces</a:t>
            </a:r>
          </a:p>
          <a:p>
            <a:pPr lvl="1">
              <a:lnSpc>
                <a:spcPct val="150000"/>
              </a:lnSpc>
            </a:pPr>
            <a:r>
              <a:rPr lang="en-GB" dirty="0"/>
              <a:t>Repack/reorder/interleave memory requests to maximize use of memory bus</a:t>
            </a:r>
          </a:p>
          <a:p>
            <a:pPr lvl="1">
              <a:lnSpc>
                <a:spcPct val="150000"/>
              </a:lnSpc>
            </a:pPr>
            <a:r>
              <a:rPr lang="en-GB" dirty="0"/>
              <a:t>Driver software has control over some data resources, so can repack those to maximize cache efficiency.</a:t>
            </a:r>
          </a:p>
          <a:p>
            <a:pPr lvl="1"/>
            <a:endParaRPr lang="en-GB" dirty="0"/>
          </a:p>
        </p:txBody>
      </p:sp>
      <p:sp>
        <p:nvSpPr>
          <p:cNvPr id="35842" name="Title 1"/>
          <p:cNvSpPr>
            <a:spLocks noGrp="1"/>
          </p:cNvSpPr>
          <p:nvPr>
            <p:ph type="title"/>
          </p:nvPr>
        </p:nvSpPr>
        <p:spPr/>
        <p:txBody>
          <a:bodyPr>
            <a:normAutofit/>
          </a:bodyPr>
          <a:lstStyle/>
          <a:p>
            <a:r>
              <a:rPr lang="en-GB" dirty="0"/>
              <a:t>GPU Memory Systems</a:t>
            </a:r>
          </a:p>
        </p:txBody>
      </p:sp>
    </p:spTree>
    <p:extLst>
      <p:ext uri="{BB962C8B-B14F-4D97-AF65-F5344CB8AC3E}">
        <p14:creationId xmlns:p14="http://schemas.microsoft.com/office/powerpoint/2010/main" val="3408483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457200" y="1143000"/>
            <a:ext cx="11154300" cy="5105400"/>
          </a:xfrm>
        </p:spPr>
        <p:txBody>
          <a:bodyPr/>
          <a:lstStyle/>
          <a:p>
            <a:pPr marL="0" indent="0">
              <a:lnSpc>
                <a:spcPct val="150000"/>
              </a:lnSpc>
              <a:buNone/>
            </a:pPr>
            <a:r>
              <a:rPr lang="en-GB" sz="2000" dirty="0"/>
              <a:t>There are a number of approaches to tackling the rendering problem:</a:t>
            </a:r>
          </a:p>
          <a:p>
            <a:pPr lvl="1">
              <a:lnSpc>
                <a:spcPct val="150000"/>
              </a:lnSpc>
            </a:pPr>
            <a:r>
              <a:rPr lang="en-GB" dirty="0"/>
              <a:t>Immediate mode renderer</a:t>
            </a:r>
          </a:p>
          <a:p>
            <a:pPr lvl="1">
              <a:lnSpc>
                <a:spcPct val="150000"/>
              </a:lnSpc>
            </a:pPr>
            <a:r>
              <a:rPr lang="en-GB" dirty="0"/>
              <a:t>Deferred mode renderer</a:t>
            </a:r>
          </a:p>
          <a:p>
            <a:pPr lvl="1">
              <a:lnSpc>
                <a:spcPct val="150000"/>
              </a:lnSpc>
            </a:pPr>
            <a:r>
              <a:rPr lang="en-GB" dirty="0"/>
              <a:t>Hybrid mode renderer</a:t>
            </a:r>
          </a:p>
          <a:p>
            <a:pPr marL="0" indent="0">
              <a:lnSpc>
                <a:spcPct val="150000"/>
              </a:lnSpc>
              <a:buNone/>
            </a:pPr>
            <a:r>
              <a:rPr lang="en-GB" sz="2000" dirty="0"/>
              <a:t>Each design philosophy has a number of dominant characteristics:</a:t>
            </a:r>
          </a:p>
          <a:p>
            <a:pPr lvl="1">
              <a:lnSpc>
                <a:spcPct val="150000"/>
              </a:lnSpc>
            </a:pPr>
            <a:r>
              <a:rPr lang="en-GB" dirty="0"/>
              <a:t>How to package work for processing</a:t>
            </a:r>
          </a:p>
          <a:p>
            <a:pPr lvl="1">
              <a:lnSpc>
                <a:spcPct val="150000"/>
              </a:lnSpc>
            </a:pPr>
            <a:r>
              <a:rPr lang="en-GB" dirty="0"/>
              <a:t>How the processing of that work interacts with the memory system</a:t>
            </a:r>
          </a:p>
          <a:p>
            <a:pPr marL="0" indent="0">
              <a:lnSpc>
                <a:spcPct val="150000"/>
              </a:lnSpc>
              <a:buNone/>
            </a:pPr>
            <a:r>
              <a:rPr lang="en-GB" sz="2000" dirty="0"/>
              <a:t>Each design can get the job done, but not necessarily with the same</a:t>
            </a:r>
          </a:p>
          <a:p>
            <a:pPr lvl="1">
              <a:lnSpc>
                <a:spcPct val="150000"/>
              </a:lnSpc>
            </a:pPr>
            <a:r>
              <a:rPr lang="en-GB" dirty="0"/>
              <a:t>power, performance, memory bandwidth, scalability</a:t>
            </a:r>
          </a:p>
          <a:p>
            <a:pPr marL="0" indent="0">
              <a:lnSpc>
                <a:spcPct val="150000"/>
              </a:lnSpc>
              <a:buNone/>
            </a:pPr>
            <a:r>
              <a:rPr lang="en-GB" sz="2000" dirty="0"/>
              <a:t>Many advantages are measurable, others are philosophical:</a:t>
            </a:r>
          </a:p>
          <a:p>
            <a:pPr lvl="1">
              <a:lnSpc>
                <a:spcPct val="150000"/>
              </a:lnSpc>
            </a:pPr>
            <a:r>
              <a:rPr lang="en-GB" dirty="0"/>
              <a:t>View it as the graphics equivalent of the CISC or RISC argument.</a:t>
            </a:r>
          </a:p>
        </p:txBody>
      </p:sp>
      <p:sp>
        <p:nvSpPr>
          <p:cNvPr id="4" name="Title 3"/>
          <p:cNvSpPr>
            <a:spLocks noGrp="1"/>
          </p:cNvSpPr>
          <p:nvPr>
            <p:ph type="title"/>
          </p:nvPr>
        </p:nvSpPr>
        <p:spPr/>
        <p:txBody>
          <a:bodyPr>
            <a:normAutofit/>
          </a:bodyPr>
          <a:lstStyle/>
          <a:p>
            <a:r>
              <a:rPr lang="en-GB" dirty="0"/>
              <a:t>GPU Rendering Approaches</a:t>
            </a:r>
          </a:p>
        </p:txBody>
      </p:sp>
    </p:spTree>
    <p:extLst>
      <p:ext uri="{BB962C8B-B14F-4D97-AF65-F5344CB8AC3E}">
        <p14:creationId xmlns:p14="http://schemas.microsoft.com/office/powerpoint/2010/main" val="2306100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2"/>
          <p:cNvSpPr>
            <a:spLocks noGrp="1"/>
          </p:cNvSpPr>
          <p:nvPr>
            <p:ph sz="half" idx="1"/>
          </p:nvPr>
        </p:nvSpPr>
        <p:spPr>
          <a:xfrm>
            <a:off x="5788076" y="1485072"/>
            <a:ext cx="5830295" cy="4680000"/>
          </a:xfrm>
        </p:spPr>
        <p:txBody>
          <a:bodyPr/>
          <a:lstStyle/>
          <a:p>
            <a:pPr marL="0" indent="0" fontAlgn="ctr">
              <a:spcBef>
                <a:spcPct val="25000"/>
              </a:spcBef>
              <a:buNone/>
            </a:pPr>
            <a:r>
              <a:rPr lang="en-US" sz="2000" b="1" dirty="0"/>
              <a:t>Pros</a:t>
            </a:r>
          </a:p>
          <a:p>
            <a:pPr marL="722313" lvl="1" indent="-277813" fontAlgn="ctr">
              <a:spcBef>
                <a:spcPct val="25000"/>
              </a:spcBef>
            </a:pPr>
            <a:r>
              <a:rPr lang="en-US" dirty="0"/>
              <a:t>Simple architecture</a:t>
            </a:r>
          </a:p>
          <a:p>
            <a:pPr marL="722313" lvl="1" indent="-277813" fontAlgn="ctr">
              <a:spcBef>
                <a:spcPct val="25000"/>
              </a:spcBef>
            </a:pPr>
            <a:r>
              <a:rPr lang="en-US" dirty="0"/>
              <a:t>Linear scaling performance with scene complexity</a:t>
            </a:r>
            <a:endParaRPr lang="en-US" b="1" dirty="0"/>
          </a:p>
          <a:p>
            <a:pPr marL="0" indent="0" fontAlgn="ctr">
              <a:spcBef>
                <a:spcPct val="25000"/>
              </a:spcBef>
              <a:buNone/>
            </a:pPr>
            <a:r>
              <a:rPr lang="en-US" sz="2000" b="1" dirty="0"/>
              <a:t>Cons</a:t>
            </a:r>
          </a:p>
          <a:p>
            <a:pPr marL="722313" lvl="1" indent="-277813" fontAlgn="ctr">
              <a:spcBef>
                <a:spcPct val="25000"/>
              </a:spcBef>
            </a:pPr>
            <a:r>
              <a:rPr lang="en-US" dirty="0"/>
              <a:t>High bandwidth usage due to read-modify-write behavior</a:t>
            </a:r>
          </a:p>
          <a:p>
            <a:pPr marL="722313" lvl="1" indent="-277813" fontAlgn="ctr">
              <a:spcBef>
                <a:spcPct val="25000"/>
              </a:spcBef>
            </a:pPr>
            <a:r>
              <a:rPr lang="en-US" dirty="0"/>
              <a:t>Extra memory footprint for depth buffer</a:t>
            </a:r>
          </a:p>
          <a:p>
            <a:pPr marL="722313" lvl="1" indent="-277813" fontAlgn="ctr">
              <a:spcBef>
                <a:spcPct val="25000"/>
              </a:spcBef>
            </a:pPr>
            <a:r>
              <a:rPr lang="en-US" dirty="0"/>
              <a:t>Using alpha channel for blending creates further read-modify-write transactions</a:t>
            </a:r>
          </a:p>
          <a:p>
            <a:pPr marL="722313" lvl="1" indent="-277813" fontAlgn="ctr">
              <a:spcBef>
                <a:spcPct val="25000"/>
              </a:spcBef>
            </a:pPr>
            <a:r>
              <a:rPr lang="en-US" dirty="0"/>
              <a:t>Anti-aliasing requires additional storage and bandwidth</a:t>
            </a:r>
          </a:p>
          <a:p>
            <a:pPr marL="722313" lvl="1" indent="-277813" fontAlgn="ctr">
              <a:spcBef>
                <a:spcPct val="25000"/>
              </a:spcBef>
            </a:pPr>
            <a:r>
              <a:rPr lang="en-US" dirty="0"/>
              <a:t>Performance scales poorly with higher resolutions</a:t>
            </a:r>
          </a:p>
        </p:txBody>
      </p:sp>
      <p:sp>
        <p:nvSpPr>
          <p:cNvPr id="7170" name="Rectangle 2"/>
          <p:cNvSpPr>
            <a:spLocks noGrp="1" noChangeArrowheads="1"/>
          </p:cNvSpPr>
          <p:nvPr>
            <p:ph type="title"/>
          </p:nvPr>
        </p:nvSpPr>
        <p:spPr/>
        <p:txBody>
          <a:bodyPr>
            <a:normAutofit/>
          </a:bodyPr>
          <a:lstStyle/>
          <a:p>
            <a:pPr eaLnBrk="1" hangingPunct="1"/>
            <a:r>
              <a:rPr lang="en-GB" dirty="0"/>
              <a:t>Competing Architectures: Immediate</a:t>
            </a:r>
          </a:p>
        </p:txBody>
      </p:sp>
      <p:sp>
        <p:nvSpPr>
          <p:cNvPr id="21" name="Rectangle 3"/>
          <p:cNvSpPr txBox="1">
            <a:spLocks noChangeArrowheads="1"/>
          </p:cNvSpPr>
          <p:nvPr/>
        </p:nvSpPr>
        <p:spPr bwMode="auto">
          <a:xfrm>
            <a:off x="478408" y="4572009"/>
            <a:ext cx="4223217" cy="1571636"/>
          </a:xfrm>
          <a:prstGeom prst="rect">
            <a:avLst/>
          </a:prstGeom>
          <a:noFill/>
          <a:ln w="9525">
            <a:noFill/>
            <a:miter lim="800000"/>
            <a:headEnd/>
            <a:tailEnd/>
          </a:ln>
        </p:spPr>
        <p:txBody>
          <a:bodyPr vert="horz" wrap="square" lIns="80151" tIns="40076" rIns="80151" bIns="40076" numCol="1" anchor="t" anchorCtr="0" compatLnSpc="1">
            <a:prstTxWarp prst="textNoShape">
              <a:avLst/>
            </a:prstTxWarp>
          </a:bodyPr>
          <a:lstStyle/>
          <a:p>
            <a:pPr marL="265113" indent="-265113" eaLnBrk="1" fontAlgn="ctr" hangingPunct="1">
              <a:spcBef>
                <a:spcPct val="25000"/>
              </a:spcBef>
              <a:buClr>
                <a:schemeClr val="bg2"/>
              </a:buClr>
              <a:buSzPct val="125000"/>
              <a:defRPr/>
            </a:pPr>
            <a:r>
              <a:rPr lang="en-US" b="1" kern="0" dirty="0">
                <a:latin typeface="Courier New" pitchFamily="49" charset="0"/>
                <a:ea typeface="+mn-ea"/>
              </a:rPr>
              <a:t>for each frame {</a:t>
            </a:r>
          </a:p>
          <a:p>
            <a:pPr marL="265113" indent="-265113" eaLnBrk="1" fontAlgn="ctr" hangingPunct="1">
              <a:spcBef>
                <a:spcPct val="25000"/>
              </a:spcBef>
              <a:buClr>
                <a:schemeClr val="bg2"/>
              </a:buClr>
              <a:buSzPct val="125000"/>
              <a:defRPr/>
            </a:pPr>
            <a:r>
              <a:rPr lang="en-US" b="1" kern="0" dirty="0">
                <a:latin typeface="Courier New" pitchFamily="49" charset="0"/>
                <a:ea typeface="+mn-ea"/>
              </a:rPr>
              <a:t>    for each polygon { </a:t>
            </a:r>
          </a:p>
          <a:p>
            <a:pPr marL="265113" indent="-265113" eaLnBrk="1" fontAlgn="ctr" hangingPunct="1">
              <a:spcBef>
                <a:spcPct val="25000"/>
              </a:spcBef>
              <a:buClr>
                <a:schemeClr val="bg2"/>
              </a:buClr>
              <a:buSzPct val="125000"/>
              <a:defRPr/>
            </a:pPr>
            <a:r>
              <a:rPr lang="en-US" b="1" kern="0" dirty="0">
                <a:latin typeface="Courier New" pitchFamily="49" charset="0"/>
                <a:ea typeface="+mn-ea"/>
              </a:rPr>
              <a:t>        render pixels</a:t>
            </a:r>
          </a:p>
          <a:p>
            <a:pPr marL="265113" indent="-265113" eaLnBrk="1" fontAlgn="ctr" hangingPunct="1">
              <a:spcBef>
                <a:spcPct val="25000"/>
              </a:spcBef>
              <a:buClr>
                <a:schemeClr val="bg2"/>
              </a:buClr>
              <a:buSzPct val="125000"/>
              <a:defRPr/>
            </a:pPr>
            <a:r>
              <a:rPr lang="en-US" b="1" kern="0" dirty="0">
                <a:latin typeface="Courier New" pitchFamily="49" charset="0"/>
              </a:rPr>
              <a:t>    </a:t>
            </a:r>
            <a:r>
              <a:rPr lang="en-US" b="1" kern="0" dirty="0">
                <a:latin typeface="Courier New" pitchFamily="49" charset="0"/>
                <a:ea typeface="+mn-ea"/>
              </a:rPr>
              <a:t>}</a:t>
            </a:r>
          </a:p>
          <a:p>
            <a:pPr marL="265113" indent="-265113" eaLnBrk="1" fontAlgn="ctr" hangingPunct="1">
              <a:spcBef>
                <a:spcPct val="25000"/>
              </a:spcBef>
              <a:buClr>
                <a:schemeClr val="bg2"/>
              </a:buClr>
              <a:buSzPct val="125000"/>
              <a:defRPr/>
            </a:pPr>
            <a:r>
              <a:rPr lang="en-US" b="1" kern="0" dirty="0">
                <a:latin typeface="Courier New" pitchFamily="49" charset="0"/>
                <a:ea typeface="+mn-ea"/>
              </a:rPr>
              <a:t>}</a:t>
            </a:r>
          </a:p>
        </p:txBody>
      </p:sp>
      <p:sp>
        <p:nvSpPr>
          <p:cNvPr id="7171" name="Rectangle 3"/>
          <p:cNvSpPr>
            <a:spLocks noChangeArrowheads="1"/>
          </p:cNvSpPr>
          <p:nvPr/>
        </p:nvSpPr>
        <p:spPr bwMode="auto">
          <a:xfrm>
            <a:off x="3719670" y="1477880"/>
            <a:ext cx="1656230" cy="294890"/>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square" lIns="90000" tIns="46800" rIns="90000" bIns="46800" anchor="ctr">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400" b="1" dirty="0">
                <a:solidFill>
                  <a:schemeClr val="bg1"/>
                </a:solidFill>
              </a:rPr>
              <a:t>Geometry</a:t>
            </a:r>
            <a:endParaRPr lang="en-US" sz="1400" b="1" dirty="0">
              <a:solidFill>
                <a:schemeClr val="bg1"/>
              </a:solidFill>
            </a:endParaRPr>
          </a:p>
        </p:txBody>
      </p:sp>
      <p:sp>
        <p:nvSpPr>
          <p:cNvPr id="7172" name="Rectangle 4"/>
          <p:cNvSpPr>
            <a:spLocks noChangeArrowheads="1"/>
          </p:cNvSpPr>
          <p:nvPr/>
        </p:nvSpPr>
        <p:spPr bwMode="auto">
          <a:xfrm>
            <a:off x="3719671" y="2926960"/>
            <a:ext cx="1654811" cy="1222141"/>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46800" rIns="90000" bIns="46800" anchor="ct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400" b="1" dirty="0">
                <a:solidFill>
                  <a:schemeClr val="bg1"/>
                </a:solidFill>
              </a:rPr>
              <a:t>Fragment</a:t>
            </a:r>
          </a:p>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400" b="1" dirty="0">
                <a:solidFill>
                  <a:schemeClr val="bg1"/>
                </a:solidFill>
              </a:rPr>
              <a:t>Renderer</a:t>
            </a:r>
            <a:endParaRPr lang="en-US" sz="1400" b="1" dirty="0">
              <a:solidFill>
                <a:schemeClr val="bg1"/>
              </a:solidFill>
            </a:endParaRPr>
          </a:p>
        </p:txBody>
      </p:sp>
      <p:sp>
        <p:nvSpPr>
          <p:cNvPr id="7173" name="Rectangle 5"/>
          <p:cNvSpPr>
            <a:spLocks noChangeArrowheads="1"/>
          </p:cNvSpPr>
          <p:nvPr/>
        </p:nvSpPr>
        <p:spPr bwMode="auto">
          <a:xfrm>
            <a:off x="479221" y="1412721"/>
            <a:ext cx="1728240" cy="2737005"/>
          </a:xfrm>
          <a:prstGeom prst="rect">
            <a:avLst/>
          </a:prstGeom>
          <a:solidFill>
            <a:schemeClr val="bg1">
              <a:lumMod val="85000"/>
            </a:schemeClr>
          </a:solidFill>
          <a:ln>
            <a:headEnd/>
            <a:tailEnd/>
          </a:ln>
        </p:spPr>
        <p:style>
          <a:lnRef idx="2">
            <a:schemeClr val="accent6"/>
          </a:lnRef>
          <a:fillRef idx="1">
            <a:schemeClr val="lt1"/>
          </a:fillRef>
          <a:effectRef idx="0">
            <a:schemeClr val="accent6"/>
          </a:effectRef>
          <a:fontRef idx="minor">
            <a:schemeClr val="dk1"/>
          </a:fontRef>
        </p:style>
        <p:txBody>
          <a:bodyPr lIns="90000" tIns="46800" rIns="90000" bIns="46800" anchor="ct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400" b="1" dirty="0"/>
              <a:t>Memory</a:t>
            </a:r>
          </a:p>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400" b="1" dirty="0">
              <a:solidFill>
                <a:schemeClr val="bg1"/>
              </a:solidFill>
            </a:endParaRPr>
          </a:p>
        </p:txBody>
      </p:sp>
      <p:sp>
        <p:nvSpPr>
          <p:cNvPr id="7175" name="Line 8"/>
          <p:cNvSpPr>
            <a:spLocks noChangeShapeType="1"/>
          </p:cNvSpPr>
          <p:nvPr/>
        </p:nvSpPr>
        <p:spPr bwMode="auto">
          <a:xfrm flipH="1">
            <a:off x="4534199" y="2560629"/>
            <a:ext cx="0" cy="285752"/>
          </a:xfrm>
          <a:prstGeom prst="line">
            <a:avLst/>
          </a:prstGeom>
          <a:noFill/>
          <a:ln w="28575">
            <a:solidFill>
              <a:schemeClr val="tx1">
                <a:lumMod val="75000"/>
                <a:lumOff val="25000"/>
              </a:schemeClr>
            </a:solidFill>
            <a:round/>
            <a:headEnd/>
            <a:tailEnd type="triangle" w="med" len="med"/>
          </a:ln>
        </p:spPr>
        <p:txBody>
          <a:bodyPr wrap="square" lIns="90000" tIns="46800" rIns="90000" bIns="46800">
            <a:spAutoFit/>
          </a:bodyPr>
          <a:lstStyle/>
          <a:p>
            <a:endParaRPr lang="en-GB" dirty="0">
              <a:latin typeface="+mn-lt"/>
            </a:endParaRPr>
          </a:p>
        </p:txBody>
      </p:sp>
      <p:sp>
        <p:nvSpPr>
          <p:cNvPr id="7176" name="Line 9"/>
          <p:cNvSpPr>
            <a:spLocks noChangeShapeType="1"/>
          </p:cNvSpPr>
          <p:nvPr/>
        </p:nvSpPr>
        <p:spPr bwMode="auto">
          <a:xfrm flipV="1">
            <a:off x="2433501" y="1631935"/>
            <a:ext cx="1092365" cy="0"/>
          </a:xfrm>
          <a:prstGeom prst="line">
            <a:avLst/>
          </a:prstGeom>
          <a:noFill/>
          <a:ln w="28575">
            <a:solidFill>
              <a:schemeClr val="tx1">
                <a:lumMod val="75000"/>
                <a:lumOff val="25000"/>
              </a:schemeClr>
            </a:solidFill>
            <a:round/>
            <a:headEnd/>
            <a:tailEnd type="triangle" w="med" len="med"/>
          </a:ln>
        </p:spPr>
        <p:txBody>
          <a:bodyPr wrap="square" lIns="90000" tIns="46800" rIns="90000" bIns="46800">
            <a:spAutoFit/>
          </a:bodyPr>
          <a:lstStyle/>
          <a:p>
            <a:endParaRPr lang="en-GB" dirty="0">
              <a:latin typeface="+mn-lt"/>
            </a:endParaRPr>
          </a:p>
        </p:txBody>
      </p:sp>
      <p:sp>
        <p:nvSpPr>
          <p:cNvPr id="7177" name="Line 10"/>
          <p:cNvSpPr>
            <a:spLocks noChangeShapeType="1"/>
          </p:cNvSpPr>
          <p:nvPr/>
        </p:nvSpPr>
        <p:spPr bwMode="auto">
          <a:xfrm flipH="1">
            <a:off x="2293479" y="4030470"/>
            <a:ext cx="1353775" cy="0"/>
          </a:xfrm>
          <a:prstGeom prst="line">
            <a:avLst/>
          </a:prstGeom>
          <a:noFill/>
          <a:ln w="28575">
            <a:solidFill>
              <a:schemeClr val="tx1">
                <a:lumMod val="75000"/>
                <a:lumOff val="25000"/>
              </a:schemeClr>
            </a:solidFill>
            <a:round/>
            <a:headEnd/>
            <a:tailEnd type="triangle" w="med" len="med"/>
          </a:ln>
        </p:spPr>
        <p:txBody>
          <a:bodyPr lIns="90000" tIns="46800" rIns="90000" bIns="46800">
            <a:spAutoFit/>
          </a:bodyPr>
          <a:lstStyle/>
          <a:p>
            <a:endParaRPr lang="en-GB" dirty="0">
              <a:latin typeface="+mn-lt"/>
            </a:endParaRPr>
          </a:p>
        </p:txBody>
      </p:sp>
      <p:sp>
        <p:nvSpPr>
          <p:cNvPr id="7178" name="Text Box 11"/>
          <p:cNvSpPr txBox="1">
            <a:spLocks noChangeArrowheads="1"/>
          </p:cNvSpPr>
          <p:nvPr/>
        </p:nvSpPr>
        <p:spPr bwMode="auto">
          <a:xfrm>
            <a:off x="2425226" y="3767277"/>
            <a:ext cx="968063" cy="266228"/>
          </a:xfrm>
          <a:prstGeom prst="rect">
            <a:avLst/>
          </a:prstGeom>
          <a:noFill/>
          <a:ln w="9525" algn="ctr">
            <a:noFill/>
            <a:miter lim="800000"/>
            <a:headEnd/>
            <a:tailEnd/>
          </a:ln>
        </p:spPr>
        <p:txBody>
          <a:bodyPr wrap="none" lIns="90000" tIns="46800" rIns="90000" bIns="46800">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200" b="1" dirty="0">
                <a:latin typeface="+mn-lt"/>
              </a:rPr>
              <a:t>Write Buffer</a:t>
            </a:r>
            <a:endParaRPr lang="en-US" sz="1200" b="1" dirty="0">
              <a:latin typeface="+mn-lt"/>
            </a:endParaRPr>
          </a:p>
        </p:txBody>
      </p:sp>
      <p:sp>
        <p:nvSpPr>
          <p:cNvPr id="7179" name="Line 12"/>
          <p:cNvSpPr>
            <a:spLocks noChangeShapeType="1"/>
          </p:cNvSpPr>
          <p:nvPr/>
        </p:nvSpPr>
        <p:spPr bwMode="auto">
          <a:xfrm>
            <a:off x="2306548" y="3236720"/>
            <a:ext cx="1353777" cy="0"/>
          </a:xfrm>
          <a:prstGeom prst="line">
            <a:avLst/>
          </a:prstGeom>
          <a:noFill/>
          <a:ln w="28575">
            <a:solidFill>
              <a:schemeClr val="tx1">
                <a:lumMod val="75000"/>
                <a:lumOff val="25000"/>
              </a:schemeClr>
            </a:solidFill>
            <a:round/>
            <a:headEnd/>
            <a:tailEnd type="triangle" w="med" len="med"/>
          </a:ln>
        </p:spPr>
        <p:txBody>
          <a:bodyPr lIns="90000" tIns="46800" rIns="90000" bIns="46800">
            <a:spAutoFit/>
          </a:bodyPr>
          <a:lstStyle/>
          <a:p>
            <a:endParaRPr lang="en-GB" dirty="0">
              <a:latin typeface="+mn-lt"/>
            </a:endParaRPr>
          </a:p>
        </p:txBody>
      </p:sp>
      <p:sp>
        <p:nvSpPr>
          <p:cNvPr id="7180" name="Text Box 13"/>
          <p:cNvSpPr txBox="1">
            <a:spLocks noChangeArrowheads="1"/>
          </p:cNvSpPr>
          <p:nvPr/>
        </p:nvSpPr>
        <p:spPr bwMode="auto">
          <a:xfrm>
            <a:off x="2425610" y="2979677"/>
            <a:ext cx="1011665" cy="266228"/>
          </a:xfrm>
          <a:prstGeom prst="rect">
            <a:avLst/>
          </a:prstGeom>
          <a:noFill/>
          <a:ln w="9525" algn="ctr">
            <a:noFill/>
            <a:miter lim="800000"/>
            <a:headEnd/>
            <a:tailEnd/>
          </a:ln>
        </p:spPr>
        <p:txBody>
          <a:bodyPr wrap="none" lIns="90000" tIns="46800" rIns="90000" bIns="46800">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200" b="1" dirty="0">
                <a:latin typeface="+mn-lt"/>
              </a:rPr>
              <a:t>Read Texture</a:t>
            </a:r>
          </a:p>
        </p:txBody>
      </p:sp>
      <p:sp>
        <p:nvSpPr>
          <p:cNvPr id="7181" name="Line 14"/>
          <p:cNvSpPr>
            <a:spLocks noChangeShapeType="1"/>
          </p:cNvSpPr>
          <p:nvPr/>
        </p:nvSpPr>
        <p:spPr bwMode="auto">
          <a:xfrm>
            <a:off x="2306548" y="3668520"/>
            <a:ext cx="1353777" cy="0"/>
          </a:xfrm>
          <a:prstGeom prst="line">
            <a:avLst/>
          </a:prstGeom>
          <a:noFill/>
          <a:ln w="28575">
            <a:solidFill>
              <a:schemeClr val="tx1">
                <a:lumMod val="75000"/>
                <a:lumOff val="25000"/>
              </a:schemeClr>
            </a:solidFill>
            <a:round/>
            <a:headEnd/>
            <a:tailEnd type="triangle" w="med" len="med"/>
          </a:ln>
        </p:spPr>
        <p:txBody>
          <a:bodyPr lIns="90000" tIns="46800" rIns="90000" bIns="46800">
            <a:spAutoFit/>
          </a:bodyPr>
          <a:lstStyle/>
          <a:p>
            <a:endParaRPr lang="en-GB" dirty="0">
              <a:latin typeface="+mn-lt"/>
            </a:endParaRPr>
          </a:p>
        </p:txBody>
      </p:sp>
      <p:sp>
        <p:nvSpPr>
          <p:cNvPr id="7182" name="Text Box 15"/>
          <p:cNvSpPr txBox="1">
            <a:spLocks noChangeArrowheads="1"/>
          </p:cNvSpPr>
          <p:nvPr/>
        </p:nvSpPr>
        <p:spPr bwMode="auto">
          <a:xfrm>
            <a:off x="2335663" y="3406913"/>
            <a:ext cx="1037633" cy="266228"/>
          </a:xfrm>
          <a:prstGeom prst="rect">
            <a:avLst/>
          </a:prstGeom>
          <a:noFill/>
          <a:ln w="9525" algn="ctr">
            <a:noFill/>
            <a:miter lim="800000"/>
            <a:headEnd/>
            <a:tailEnd/>
          </a:ln>
        </p:spPr>
        <p:txBody>
          <a:bodyPr wrap="none" lIns="90000" tIns="46800" rIns="90000" bIns="46800">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200" b="1" dirty="0">
                <a:solidFill>
                  <a:srgbClr val="FF0000"/>
                </a:solidFill>
                <a:latin typeface="+mn-lt"/>
              </a:rPr>
              <a:t>  </a:t>
            </a:r>
            <a:r>
              <a:rPr lang="nb-NO" sz="1200" b="1" dirty="0">
                <a:latin typeface="+mn-lt"/>
              </a:rPr>
              <a:t>Read  Buffer</a:t>
            </a:r>
            <a:endParaRPr lang="en-US" sz="1200" b="1" dirty="0">
              <a:latin typeface="+mn-lt"/>
            </a:endParaRPr>
          </a:p>
        </p:txBody>
      </p:sp>
      <p:sp>
        <p:nvSpPr>
          <p:cNvPr id="7183" name="Text Box 23"/>
          <p:cNvSpPr txBox="1">
            <a:spLocks noChangeArrowheads="1"/>
          </p:cNvSpPr>
          <p:nvPr/>
        </p:nvSpPr>
        <p:spPr bwMode="auto">
          <a:xfrm>
            <a:off x="2548481" y="1369998"/>
            <a:ext cx="819946" cy="266228"/>
          </a:xfrm>
          <a:prstGeom prst="rect">
            <a:avLst/>
          </a:prstGeom>
          <a:noFill/>
          <a:ln w="9525" algn="ctr">
            <a:noFill/>
            <a:miter lim="800000"/>
            <a:headEnd/>
            <a:tailEnd/>
          </a:ln>
        </p:spPr>
        <p:txBody>
          <a:bodyPr wrap="none" lIns="90000" tIns="46800" rIns="90000" bIns="46800">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200" b="1" dirty="0">
                <a:latin typeface="+mn-lt"/>
              </a:rPr>
              <a:t>Primitives</a:t>
            </a:r>
          </a:p>
        </p:txBody>
      </p:sp>
      <p:sp>
        <p:nvSpPr>
          <p:cNvPr id="7184" name="Rectangle 34"/>
          <p:cNvSpPr>
            <a:spLocks noChangeArrowheads="1"/>
          </p:cNvSpPr>
          <p:nvPr/>
        </p:nvSpPr>
        <p:spPr bwMode="auto">
          <a:xfrm>
            <a:off x="3719671" y="2203440"/>
            <a:ext cx="1654811" cy="29489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400" b="1" dirty="0">
                <a:solidFill>
                  <a:schemeClr val="bg1"/>
                </a:solidFill>
              </a:rPr>
              <a:t>FIFO</a:t>
            </a:r>
            <a:endParaRPr lang="en-US" sz="1400" b="1" dirty="0">
              <a:solidFill>
                <a:schemeClr val="bg1"/>
              </a:solidFill>
            </a:endParaRPr>
          </a:p>
        </p:txBody>
      </p:sp>
      <p:sp>
        <p:nvSpPr>
          <p:cNvPr id="7185" name="Rectangle 40"/>
          <p:cNvSpPr>
            <a:spLocks noChangeArrowheads="1"/>
          </p:cNvSpPr>
          <p:nvPr/>
        </p:nvSpPr>
        <p:spPr bwMode="auto">
          <a:xfrm>
            <a:off x="551230" y="3784550"/>
            <a:ext cx="1584220" cy="276999"/>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square" anchor="ctr">
            <a:spAutoFit/>
          </a:bodyPr>
          <a:lstStyle/>
          <a:p>
            <a:pPr>
              <a:spcBef>
                <a:spcPct val="0"/>
              </a:spcBef>
            </a:pPr>
            <a:r>
              <a:rPr lang="en-US" sz="1200" b="1" dirty="0"/>
              <a:t>Color Buffer</a:t>
            </a:r>
          </a:p>
        </p:txBody>
      </p:sp>
      <p:sp>
        <p:nvSpPr>
          <p:cNvPr id="7186" name="Rectangle 41"/>
          <p:cNvSpPr>
            <a:spLocks noChangeArrowheads="1"/>
          </p:cNvSpPr>
          <p:nvPr/>
        </p:nvSpPr>
        <p:spPr bwMode="auto">
          <a:xfrm>
            <a:off x="551231" y="3429000"/>
            <a:ext cx="1584219" cy="28804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spcBef>
                <a:spcPct val="0"/>
              </a:spcBef>
            </a:pPr>
            <a:r>
              <a:rPr lang="en-US" sz="1200" b="1" dirty="0"/>
              <a:t>Depth Buffer</a:t>
            </a:r>
          </a:p>
        </p:txBody>
      </p:sp>
      <p:sp>
        <p:nvSpPr>
          <p:cNvPr id="7187" name="Rectangle 53"/>
          <p:cNvSpPr>
            <a:spLocks noChangeArrowheads="1"/>
          </p:cNvSpPr>
          <p:nvPr/>
        </p:nvSpPr>
        <p:spPr bwMode="auto">
          <a:xfrm>
            <a:off x="551230" y="1484732"/>
            <a:ext cx="1584220" cy="288039"/>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spcBef>
                <a:spcPct val="0"/>
              </a:spcBef>
            </a:pPr>
            <a:r>
              <a:rPr lang="en-US" sz="1200" b="1" dirty="0"/>
              <a:t>Scene Data</a:t>
            </a:r>
          </a:p>
        </p:txBody>
      </p:sp>
      <p:sp>
        <p:nvSpPr>
          <p:cNvPr id="22" name="Rectangle 41"/>
          <p:cNvSpPr>
            <a:spLocks noChangeArrowheads="1"/>
          </p:cNvSpPr>
          <p:nvPr/>
        </p:nvSpPr>
        <p:spPr bwMode="auto">
          <a:xfrm>
            <a:off x="551231" y="3068950"/>
            <a:ext cx="1584219" cy="28804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spcBef>
                <a:spcPct val="0"/>
              </a:spcBef>
            </a:pPr>
            <a:r>
              <a:rPr lang="en-US" sz="1200" b="1" dirty="0"/>
              <a:t>Stencil Buffer</a:t>
            </a:r>
          </a:p>
        </p:txBody>
      </p:sp>
      <p:sp>
        <p:nvSpPr>
          <p:cNvPr id="25" name="Line 8"/>
          <p:cNvSpPr>
            <a:spLocks noChangeShapeType="1"/>
          </p:cNvSpPr>
          <p:nvPr/>
        </p:nvSpPr>
        <p:spPr bwMode="auto">
          <a:xfrm flipH="1">
            <a:off x="4511780" y="1844780"/>
            <a:ext cx="0" cy="285752"/>
          </a:xfrm>
          <a:prstGeom prst="line">
            <a:avLst/>
          </a:prstGeom>
          <a:noFill/>
          <a:ln w="28575">
            <a:solidFill>
              <a:schemeClr val="tx1">
                <a:lumMod val="75000"/>
                <a:lumOff val="25000"/>
              </a:schemeClr>
            </a:solidFill>
            <a:round/>
            <a:headEnd/>
            <a:tailEnd type="triangle" w="med" len="med"/>
          </a:ln>
        </p:spPr>
        <p:txBody>
          <a:bodyPr wrap="square" lIns="90000" tIns="46800" rIns="90000" bIns="46800">
            <a:spAutoFit/>
          </a:bodyPr>
          <a:lstStyle/>
          <a:p>
            <a:endParaRPr lang="en-GB" dirty="0">
              <a:latin typeface="+mn-lt"/>
            </a:endParaRPr>
          </a:p>
        </p:txBody>
      </p:sp>
    </p:spTree>
    <p:extLst>
      <p:ext uri="{BB962C8B-B14F-4D97-AF65-F5344CB8AC3E}">
        <p14:creationId xmlns:p14="http://schemas.microsoft.com/office/powerpoint/2010/main" val="106623599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ontent Placeholder 29"/>
          <p:cNvSpPr>
            <a:spLocks noGrp="1"/>
          </p:cNvSpPr>
          <p:nvPr>
            <p:ph sz="half" idx="1"/>
          </p:nvPr>
        </p:nvSpPr>
        <p:spPr>
          <a:xfrm>
            <a:off x="5807869" y="1440001"/>
            <a:ext cx="5830296" cy="4680000"/>
          </a:xfrm>
        </p:spPr>
        <p:txBody>
          <a:bodyPr/>
          <a:lstStyle/>
          <a:p>
            <a:pPr marL="0" indent="0" fontAlgn="ctr">
              <a:spcBef>
                <a:spcPct val="25000"/>
              </a:spcBef>
              <a:buNone/>
            </a:pPr>
            <a:r>
              <a:rPr lang="en-US" sz="2000" b="1" dirty="0"/>
              <a:t>Pros</a:t>
            </a:r>
            <a:endParaRPr lang="en-US" sz="1200" dirty="0"/>
          </a:p>
          <a:p>
            <a:pPr marL="722313" lvl="1" indent="-277813" fontAlgn="ctr">
              <a:spcBef>
                <a:spcPct val="25000"/>
              </a:spcBef>
            </a:pPr>
            <a:r>
              <a:rPr lang="en-US" sz="1700" dirty="0"/>
              <a:t>Less redundant processing</a:t>
            </a:r>
          </a:p>
          <a:p>
            <a:pPr marL="722313" lvl="1" indent="-277813" fontAlgn="ctr">
              <a:spcBef>
                <a:spcPct val="25000"/>
              </a:spcBef>
            </a:pPr>
            <a:r>
              <a:rPr lang="en-US" sz="1700" dirty="0"/>
              <a:t>Tile-based, so low memory bandwidth</a:t>
            </a:r>
          </a:p>
          <a:p>
            <a:pPr marL="722313" lvl="1" indent="-277813" fontAlgn="ctr">
              <a:spcBef>
                <a:spcPct val="25000"/>
              </a:spcBef>
            </a:pPr>
            <a:r>
              <a:rPr lang="en-US" sz="1700" dirty="0"/>
              <a:t>Being tile-based enables efficient anti-aliasing</a:t>
            </a:r>
          </a:p>
          <a:p>
            <a:pPr marL="0" indent="0" fontAlgn="ctr">
              <a:spcBef>
                <a:spcPct val="25000"/>
              </a:spcBef>
              <a:buNone/>
            </a:pPr>
            <a:r>
              <a:rPr lang="en-US" sz="2000" b="1" dirty="0"/>
              <a:t>Cons</a:t>
            </a:r>
          </a:p>
          <a:p>
            <a:pPr marL="722313" lvl="1" indent="-277813" fontAlgn="ctr">
              <a:spcBef>
                <a:spcPct val="25000"/>
              </a:spcBef>
            </a:pPr>
            <a:r>
              <a:rPr lang="en-US" sz="1700" dirty="0"/>
              <a:t>Complex architecture</a:t>
            </a:r>
          </a:p>
          <a:p>
            <a:pPr marL="722313" lvl="1" indent="-277813" fontAlgn="ctr">
              <a:spcBef>
                <a:spcPct val="25000"/>
              </a:spcBef>
            </a:pPr>
            <a:r>
              <a:rPr lang="en-US" sz="1700" dirty="0"/>
              <a:t>High scene complexity can lower efficiency</a:t>
            </a:r>
          </a:p>
          <a:p>
            <a:pPr marL="722313" lvl="1" indent="-277813" fontAlgn="ctr">
              <a:spcBef>
                <a:spcPct val="25000"/>
              </a:spcBef>
            </a:pPr>
            <a:r>
              <a:rPr lang="en-US" sz="1700" dirty="0"/>
              <a:t>Need to add depth buffer for new standards</a:t>
            </a:r>
          </a:p>
          <a:p>
            <a:endParaRPr lang="en-GB" dirty="0"/>
          </a:p>
        </p:txBody>
      </p:sp>
      <p:sp>
        <p:nvSpPr>
          <p:cNvPr id="7170" name="Rectangle 2"/>
          <p:cNvSpPr>
            <a:spLocks noGrp="1" noChangeArrowheads="1"/>
          </p:cNvSpPr>
          <p:nvPr>
            <p:ph type="title"/>
          </p:nvPr>
        </p:nvSpPr>
        <p:spPr/>
        <p:txBody>
          <a:bodyPr>
            <a:normAutofit/>
          </a:bodyPr>
          <a:lstStyle/>
          <a:p>
            <a:pPr eaLnBrk="1" hangingPunct="1"/>
            <a:r>
              <a:rPr lang="en-GB" dirty="0"/>
              <a:t>Competing Architectures: Deferred</a:t>
            </a:r>
          </a:p>
        </p:txBody>
      </p:sp>
      <p:sp>
        <p:nvSpPr>
          <p:cNvPr id="21" name="Rectangle 3"/>
          <p:cNvSpPr txBox="1">
            <a:spLocks noChangeArrowheads="1"/>
          </p:cNvSpPr>
          <p:nvPr/>
        </p:nvSpPr>
        <p:spPr bwMode="auto">
          <a:xfrm>
            <a:off x="383195" y="4429132"/>
            <a:ext cx="6188875" cy="1857388"/>
          </a:xfrm>
          <a:prstGeom prst="rect">
            <a:avLst/>
          </a:prstGeom>
          <a:noFill/>
          <a:ln w="9525">
            <a:noFill/>
            <a:miter lim="800000"/>
            <a:headEnd/>
            <a:tailEnd/>
          </a:ln>
        </p:spPr>
        <p:txBody>
          <a:bodyPr vert="horz" wrap="square" lIns="80151" tIns="40076" rIns="80151" bIns="40076" numCol="1" anchor="t" anchorCtr="0" compatLnSpc="1">
            <a:prstTxWarp prst="textNoShape">
              <a:avLst/>
            </a:prstTxWarp>
          </a:bodyPr>
          <a:lstStyle/>
          <a:p>
            <a:pPr marL="265113" indent="-265113" eaLnBrk="1" fontAlgn="ctr" hangingPunct="1">
              <a:lnSpc>
                <a:spcPct val="105000"/>
              </a:lnSpc>
              <a:spcBef>
                <a:spcPts val="0"/>
              </a:spcBef>
              <a:buClr>
                <a:schemeClr val="bg2"/>
              </a:buClr>
              <a:buSzPct val="125000"/>
              <a:defRPr/>
            </a:pPr>
            <a:r>
              <a:rPr lang="en-US" b="1" kern="0" dirty="0">
                <a:latin typeface="Courier New" pitchFamily="49" charset="0"/>
                <a:ea typeface="+mn-ea"/>
              </a:rPr>
              <a:t>for each frame {</a:t>
            </a:r>
          </a:p>
          <a:p>
            <a:pPr marL="265113" indent="-265113" eaLnBrk="1" fontAlgn="ctr" hangingPunct="1">
              <a:lnSpc>
                <a:spcPct val="105000"/>
              </a:lnSpc>
              <a:spcBef>
                <a:spcPts val="0"/>
              </a:spcBef>
              <a:buClr>
                <a:schemeClr val="bg2"/>
              </a:buClr>
              <a:buSzPct val="125000"/>
              <a:defRPr/>
            </a:pPr>
            <a:r>
              <a:rPr lang="en-US" b="1" kern="0" dirty="0">
                <a:latin typeface="Courier New" pitchFamily="49" charset="0"/>
              </a:rPr>
              <a:t>    for each tile {</a:t>
            </a:r>
            <a:endParaRPr lang="en-US" b="1" kern="0" dirty="0">
              <a:latin typeface="Courier New" pitchFamily="49" charset="0"/>
              <a:ea typeface="+mn-ea"/>
            </a:endParaRPr>
          </a:p>
          <a:p>
            <a:pPr marL="265113" indent="-265113" eaLnBrk="1" fontAlgn="ctr" hangingPunct="1">
              <a:lnSpc>
                <a:spcPct val="105000"/>
              </a:lnSpc>
              <a:spcBef>
                <a:spcPts val="0"/>
              </a:spcBef>
              <a:buClr>
                <a:schemeClr val="bg2"/>
              </a:buClr>
              <a:buSzPct val="125000"/>
              <a:defRPr/>
            </a:pPr>
            <a:r>
              <a:rPr lang="en-US" b="1" kern="0" dirty="0">
                <a:latin typeface="Courier New" pitchFamily="49" charset="0"/>
                <a:ea typeface="+mn-ea"/>
              </a:rPr>
              <a:t>        for each polygon { </a:t>
            </a:r>
          </a:p>
          <a:p>
            <a:pPr marL="265113" indent="-265113" eaLnBrk="1" fontAlgn="ctr" hangingPunct="1">
              <a:lnSpc>
                <a:spcPct val="105000"/>
              </a:lnSpc>
              <a:spcBef>
                <a:spcPts val="0"/>
              </a:spcBef>
              <a:buClr>
                <a:schemeClr val="bg2"/>
              </a:buClr>
              <a:buSzPct val="125000"/>
              <a:defRPr/>
            </a:pPr>
            <a:r>
              <a:rPr lang="en-US" b="1" kern="0" dirty="0">
                <a:latin typeface="Courier New" pitchFamily="49" charset="0"/>
                <a:ea typeface="+mn-ea"/>
              </a:rPr>
              <a:t>            render visible pixels</a:t>
            </a:r>
          </a:p>
          <a:p>
            <a:pPr marL="265113" indent="-265113" eaLnBrk="1" fontAlgn="ctr" hangingPunct="1">
              <a:lnSpc>
                <a:spcPct val="105000"/>
              </a:lnSpc>
              <a:spcBef>
                <a:spcPts val="0"/>
              </a:spcBef>
              <a:buClr>
                <a:schemeClr val="bg2"/>
              </a:buClr>
              <a:buSzPct val="125000"/>
              <a:defRPr/>
            </a:pPr>
            <a:r>
              <a:rPr lang="en-US" b="1" kern="0" dirty="0">
                <a:latin typeface="Courier New" pitchFamily="49" charset="0"/>
              </a:rPr>
              <a:t>        } </a:t>
            </a:r>
            <a:endParaRPr lang="en-US" b="1" kern="0" dirty="0">
              <a:latin typeface="Courier New" pitchFamily="49" charset="0"/>
              <a:ea typeface="+mn-ea"/>
            </a:endParaRPr>
          </a:p>
          <a:p>
            <a:pPr marL="265113" indent="-265113" eaLnBrk="1" fontAlgn="ctr" hangingPunct="1">
              <a:lnSpc>
                <a:spcPct val="105000"/>
              </a:lnSpc>
              <a:spcBef>
                <a:spcPts val="0"/>
              </a:spcBef>
              <a:buClr>
                <a:schemeClr val="bg2"/>
              </a:buClr>
              <a:buSzPct val="125000"/>
              <a:defRPr/>
            </a:pPr>
            <a:r>
              <a:rPr lang="en-US" b="1" kern="0" dirty="0">
                <a:latin typeface="Courier New" pitchFamily="49" charset="0"/>
              </a:rPr>
              <a:t>    </a:t>
            </a:r>
            <a:r>
              <a:rPr lang="en-US" b="1" kern="0" dirty="0">
                <a:latin typeface="Courier New" pitchFamily="49" charset="0"/>
                <a:ea typeface="+mn-ea"/>
              </a:rPr>
              <a:t>}</a:t>
            </a:r>
          </a:p>
          <a:p>
            <a:pPr marL="265113" indent="-265113" eaLnBrk="1" fontAlgn="ctr" hangingPunct="1">
              <a:lnSpc>
                <a:spcPct val="105000"/>
              </a:lnSpc>
              <a:spcBef>
                <a:spcPts val="0"/>
              </a:spcBef>
              <a:buClr>
                <a:schemeClr val="bg2"/>
              </a:buClr>
              <a:buSzPct val="125000"/>
              <a:defRPr/>
            </a:pPr>
            <a:r>
              <a:rPr lang="en-US" b="1" kern="0" dirty="0">
                <a:latin typeface="Courier New" pitchFamily="49" charset="0"/>
                <a:ea typeface="+mn-ea"/>
              </a:rPr>
              <a:t>}</a:t>
            </a:r>
          </a:p>
        </p:txBody>
      </p:sp>
      <p:sp>
        <p:nvSpPr>
          <p:cNvPr id="7171" name="Rectangle 3"/>
          <p:cNvSpPr>
            <a:spLocks noChangeArrowheads="1"/>
          </p:cNvSpPr>
          <p:nvPr/>
        </p:nvSpPr>
        <p:spPr bwMode="auto">
          <a:xfrm>
            <a:off x="3719671" y="1484730"/>
            <a:ext cx="1654811" cy="294890"/>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square" lIns="90000" tIns="46800" rIns="90000" bIns="46800" anchor="ctr">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400" b="1" dirty="0">
                <a:solidFill>
                  <a:schemeClr val="bg1"/>
                </a:solidFill>
              </a:rPr>
              <a:t>Geometry</a:t>
            </a:r>
            <a:endParaRPr lang="en-US" sz="1400" b="1" dirty="0">
              <a:solidFill>
                <a:schemeClr val="bg1"/>
              </a:solidFill>
            </a:endParaRPr>
          </a:p>
        </p:txBody>
      </p:sp>
      <p:sp>
        <p:nvSpPr>
          <p:cNvPr id="7172" name="Rectangle 4"/>
          <p:cNvSpPr>
            <a:spLocks noChangeArrowheads="1"/>
          </p:cNvSpPr>
          <p:nvPr/>
        </p:nvSpPr>
        <p:spPr bwMode="auto">
          <a:xfrm>
            <a:off x="3719671" y="3142756"/>
            <a:ext cx="1654811" cy="1222375"/>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324000" rIns="90000" bIns="46800" anchor="t" anchorCtr="0"/>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400" b="1" dirty="0">
                <a:solidFill>
                  <a:schemeClr val="bg1"/>
                </a:solidFill>
              </a:rPr>
              <a:t>Fragment</a:t>
            </a:r>
          </a:p>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400" b="1" dirty="0">
                <a:solidFill>
                  <a:schemeClr val="bg1"/>
                </a:solidFill>
              </a:rPr>
              <a:t>Renderer</a:t>
            </a:r>
            <a:endParaRPr lang="en-US" sz="1400" b="1" dirty="0">
              <a:solidFill>
                <a:schemeClr val="bg1"/>
              </a:solidFill>
            </a:endParaRPr>
          </a:p>
        </p:txBody>
      </p:sp>
      <p:sp>
        <p:nvSpPr>
          <p:cNvPr id="7173" name="Rectangle 5"/>
          <p:cNvSpPr>
            <a:spLocks noChangeArrowheads="1"/>
          </p:cNvSpPr>
          <p:nvPr/>
        </p:nvSpPr>
        <p:spPr bwMode="auto">
          <a:xfrm>
            <a:off x="479221" y="1409790"/>
            <a:ext cx="1728240" cy="2883330"/>
          </a:xfrm>
          <a:prstGeom prst="rect">
            <a:avLst/>
          </a:prstGeom>
          <a:solidFill>
            <a:schemeClr val="bg1">
              <a:lumMod val="85000"/>
            </a:schemeClr>
          </a:solidFill>
          <a:ln>
            <a:headEnd/>
            <a:tailEnd/>
          </a:ln>
        </p:spPr>
        <p:style>
          <a:lnRef idx="2">
            <a:schemeClr val="accent6"/>
          </a:lnRef>
          <a:fillRef idx="1">
            <a:schemeClr val="lt1"/>
          </a:fillRef>
          <a:effectRef idx="0">
            <a:schemeClr val="accent6"/>
          </a:effectRef>
          <a:fontRef idx="minor">
            <a:schemeClr val="dk1"/>
          </a:fontRef>
        </p:style>
        <p:txBody>
          <a:bodyPr lIns="90000" tIns="46800" rIns="90000" bIns="46800" anchor="ct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400" b="1"/>
              <a:t>Memory</a:t>
            </a:r>
          </a:p>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400" b="1" dirty="0">
              <a:solidFill>
                <a:schemeClr val="bg1"/>
              </a:solidFill>
            </a:endParaRPr>
          </a:p>
        </p:txBody>
      </p:sp>
      <p:sp>
        <p:nvSpPr>
          <p:cNvPr id="7174" name="Line 6"/>
          <p:cNvSpPr>
            <a:spLocks noChangeShapeType="1"/>
          </p:cNvSpPr>
          <p:nvPr/>
        </p:nvSpPr>
        <p:spPr bwMode="auto">
          <a:xfrm>
            <a:off x="4530469" y="1803392"/>
            <a:ext cx="0" cy="142876"/>
          </a:xfrm>
          <a:prstGeom prst="line">
            <a:avLst/>
          </a:prstGeom>
          <a:noFill/>
          <a:ln w="28575">
            <a:solidFill>
              <a:schemeClr val="tx1">
                <a:lumMod val="75000"/>
                <a:lumOff val="25000"/>
              </a:schemeClr>
            </a:solidFill>
            <a:round/>
            <a:headEnd/>
            <a:tailEnd type="triangle" w="med" len="med"/>
          </a:ln>
        </p:spPr>
        <p:txBody>
          <a:bodyPr wrap="square" lIns="90000" tIns="46800" rIns="90000" bIns="46800">
            <a:spAutoFit/>
          </a:bodyPr>
          <a:lstStyle/>
          <a:p>
            <a:endParaRPr lang="en-GB" dirty="0">
              <a:latin typeface="+mn-lt"/>
            </a:endParaRPr>
          </a:p>
        </p:txBody>
      </p:sp>
      <p:sp>
        <p:nvSpPr>
          <p:cNvPr id="7175" name="Line 8"/>
          <p:cNvSpPr>
            <a:spLocks noChangeShapeType="1"/>
          </p:cNvSpPr>
          <p:nvPr/>
        </p:nvSpPr>
        <p:spPr bwMode="auto">
          <a:xfrm flipH="1">
            <a:off x="4530469" y="2973155"/>
            <a:ext cx="0" cy="142876"/>
          </a:xfrm>
          <a:prstGeom prst="line">
            <a:avLst/>
          </a:prstGeom>
          <a:noFill/>
          <a:ln w="28575">
            <a:solidFill>
              <a:schemeClr val="tx1">
                <a:lumMod val="75000"/>
                <a:lumOff val="25000"/>
              </a:schemeClr>
            </a:solidFill>
            <a:round/>
            <a:headEnd/>
            <a:tailEnd type="triangle" w="med" len="med"/>
          </a:ln>
        </p:spPr>
        <p:txBody>
          <a:bodyPr wrap="square" lIns="90000" tIns="46800" rIns="90000" bIns="46800">
            <a:spAutoFit/>
          </a:bodyPr>
          <a:lstStyle/>
          <a:p>
            <a:endParaRPr lang="en-GB" dirty="0">
              <a:latin typeface="+mn-lt"/>
            </a:endParaRPr>
          </a:p>
        </p:txBody>
      </p:sp>
      <p:sp>
        <p:nvSpPr>
          <p:cNvPr id="7176" name="Line 9"/>
          <p:cNvSpPr>
            <a:spLocks noChangeShapeType="1"/>
          </p:cNvSpPr>
          <p:nvPr/>
        </p:nvSpPr>
        <p:spPr bwMode="auto">
          <a:xfrm flipV="1">
            <a:off x="2420443" y="1628851"/>
            <a:ext cx="1097214" cy="0"/>
          </a:xfrm>
          <a:prstGeom prst="line">
            <a:avLst/>
          </a:prstGeom>
          <a:noFill/>
          <a:ln w="28575">
            <a:solidFill>
              <a:schemeClr val="tx1">
                <a:lumMod val="75000"/>
                <a:lumOff val="25000"/>
              </a:schemeClr>
            </a:solidFill>
            <a:round/>
            <a:headEnd/>
            <a:tailEnd type="triangle" w="med" len="med"/>
          </a:ln>
        </p:spPr>
        <p:txBody>
          <a:bodyPr wrap="square" lIns="90000" tIns="46800" rIns="90000" bIns="46800">
            <a:spAutoFit/>
          </a:bodyPr>
          <a:lstStyle/>
          <a:p>
            <a:endParaRPr lang="en-GB" dirty="0">
              <a:latin typeface="+mn-lt"/>
            </a:endParaRPr>
          </a:p>
        </p:txBody>
      </p:sp>
      <p:sp>
        <p:nvSpPr>
          <p:cNvPr id="7177" name="Line 10"/>
          <p:cNvSpPr>
            <a:spLocks noChangeShapeType="1"/>
          </p:cNvSpPr>
          <p:nvPr/>
        </p:nvSpPr>
        <p:spPr bwMode="auto">
          <a:xfrm flipH="1">
            <a:off x="2279801" y="4202220"/>
            <a:ext cx="1359785" cy="0"/>
          </a:xfrm>
          <a:prstGeom prst="line">
            <a:avLst/>
          </a:prstGeom>
          <a:noFill/>
          <a:ln w="28575">
            <a:solidFill>
              <a:schemeClr val="tx1">
                <a:lumMod val="75000"/>
                <a:lumOff val="25000"/>
              </a:schemeClr>
            </a:solidFill>
            <a:round/>
            <a:headEnd/>
            <a:tailEnd type="triangle" w="med" len="med"/>
          </a:ln>
        </p:spPr>
        <p:txBody>
          <a:bodyPr lIns="90000" tIns="46800" rIns="90000" bIns="46800">
            <a:spAutoFit/>
          </a:bodyPr>
          <a:lstStyle/>
          <a:p>
            <a:endParaRPr lang="en-GB" dirty="0">
              <a:latin typeface="+mn-lt"/>
            </a:endParaRPr>
          </a:p>
        </p:txBody>
      </p:sp>
      <p:sp>
        <p:nvSpPr>
          <p:cNvPr id="7178" name="Text Box 11"/>
          <p:cNvSpPr txBox="1">
            <a:spLocks noChangeArrowheads="1"/>
          </p:cNvSpPr>
          <p:nvPr/>
        </p:nvSpPr>
        <p:spPr bwMode="auto">
          <a:xfrm>
            <a:off x="2414586" y="3949660"/>
            <a:ext cx="968063" cy="266228"/>
          </a:xfrm>
          <a:prstGeom prst="rect">
            <a:avLst/>
          </a:prstGeom>
          <a:noFill/>
          <a:ln w="9525" algn="ctr">
            <a:noFill/>
            <a:miter lim="800000"/>
            <a:headEnd/>
            <a:tailEnd/>
          </a:ln>
        </p:spPr>
        <p:txBody>
          <a:bodyPr wrap="none" lIns="90000" tIns="46800" rIns="90000" bIns="46800">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200" b="1" dirty="0">
                <a:latin typeface="+mn-lt"/>
              </a:rPr>
              <a:t>Write Buffer</a:t>
            </a:r>
            <a:endParaRPr lang="en-US" sz="1200" b="1" dirty="0">
              <a:latin typeface="+mn-lt"/>
            </a:endParaRPr>
          </a:p>
        </p:txBody>
      </p:sp>
      <p:sp>
        <p:nvSpPr>
          <p:cNvPr id="7179" name="Line 12"/>
          <p:cNvSpPr>
            <a:spLocks noChangeShapeType="1"/>
          </p:cNvSpPr>
          <p:nvPr/>
        </p:nvSpPr>
        <p:spPr bwMode="auto">
          <a:xfrm>
            <a:off x="2292928" y="3934131"/>
            <a:ext cx="1359787" cy="0"/>
          </a:xfrm>
          <a:prstGeom prst="line">
            <a:avLst/>
          </a:prstGeom>
          <a:noFill/>
          <a:ln w="28575">
            <a:solidFill>
              <a:schemeClr val="tx1">
                <a:lumMod val="75000"/>
                <a:lumOff val="25000"/>
              </a:schemeClr>
            </a:solidFill>
            <a:round/>
            <a:headEnd/>
            <a:tailEnd type="triangle" w="med" len="med"/>
          </a:ln>
        </p:spPr>
        <p:txBody>
          <a:bodyPr lIns="90000" tIns="46800" rIns="90000" bIns="46800">
            <a:spAutoFit/>
          </a:bodyPr>
          <a:lstStyle/>
          <a:p>
            <a:endParaRPr lang="en-GB" dirty="0">
              <a:latin typeface="+mn-lt"/>
            </a:endParaRPr>
          </a:p>
        </p:txBody>
      </p:sp>
      <p:sp>
        <p:nvSpPr>
          <p:cNvPr id="7180" name="Text Box 13"/>
          <p:cNvSpPr txBox="1">
            <a:spLocks noChangeArrowheads="1"/>
          </p:cNvSpPr>
          <p:nvPr/>
        </p:nvSpPr>
        <p:spPr bwMode="auto">
          <a:xfrm>
            <a:off x="2415004" y="3687721"/>
            <a:ext cx="1011665" cy="266228"/>
          </a:xfrm>
          <a:prstGeom prst="rect">
            <a:avLst/>
          </a:prstGeom>
          <a:noFill/>
          <a:ln w="9525" algn="ctr">
            <a:noFill/>
            <a:miter lim="800000"/>
            <a:headEnd/>
            <a:tailEnd/>
          </a:ln>
        </p:spPr>
        <p:txBody>
          <a:bodyPr wrap="none" lIns="90000" tIns="46800" rIns="90000" bIns="46800">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200" b="1" dirty="0">
                <a:latin typeface="+mn-lt"/>
              </a:rPr>
              <a:t>Read Texture</a:t>
            </a:r>
          </a:p>
        </p:txBody>
      </p:sp>
      <p:sp>
        <p:nvSpPr>
          <p:cNvPr id="7183" name="Text Box 23"/>
          <p:cNvSpPr txBox="1">
            <a:spLocks noChangeArrowheads="1"/>
          </p:cNvSpPr>
          <p:nvPr/>
        </p:nvSpPr>
        <p:spPr bwMode="auto">
          <a:xfrm>
            <a:off x="2537962" y="1382639"/>
            <a:ext cx="819946" cy="266228"/>
          </a:xfrm>
          <a:prstGeom prst="rect">
            <a:avLst/>
          </a:prstGeom>
          <a:noFill/>
          <a:ln w="9525" algn="ctr">
            <a:noFill/>
            <a:miter lim="800000"/>
            <a:headEnd/>
            <a:tailEnd/>
          </a:ln>
        </p:spPr>
        <p:txBody>
          <a:bodyPr wrap="none" lIns="90000" tIns="46800" rIns="90000" bIns="46800">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200" b="1" dirty="0">
                <a:latin typeface="+mn-lt"/>
              </a:rPr>
              <a:t>Primitives</a:t>
            </a:r>
          </a:p>
        </p:txBody>
      </p:sp>
      <p:sp>
        <p:nvSpPr>
          <p:cNvPr id="7184" name="Rectangle 34"/>
          <p:cNvSpPr>
            <a:spLocks noChangeArrowheads="1"/>
          </p:cNvSpPr>
          <p:nvPr/>
        </p:nvSpPr>
        <p:spPr bwMode="auto">
          <a:xfrm>
            <a:off x="3719671" y="1981950"/>
            <a:ext cx="1654811" cy="29489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400" b="1" dirty="0">
                <a:solidFill>
                  <a:schemeClr val="bg1"/>
                </a:solidFill>
              </a:rPr>
              <a:t>Tiling</a:t>
            </a:r>
            <a:endParaRPr lang="en-US" sz="1400" b="1" dirty="0">
              <a:solidFill>
                <a:schemeClr val="bg1"/>
              </a:solidFill>
            </a:endParaRPr>
          </a:p>
        </p:txBody>
      </p:sp>
      <p:sp>
        <p:nvSpPr>
          <p:cNvPr id="7185" name="Rectangle 40"/>
          <p:cNvSpPr>
            <a:spLocks noChangeArrowheads="1"/>
          </p:cNvSpPr>
          <p:nvPr/>
        </p:nvSpPr>
        <p:spPr bwMode="auto">
          <a:xfrm>
            <a:off x="551230" y="3933071"/>
            <a:ext cx="1584220" cy="28539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square" anchor="ctr">
            <a:spAutoFit/>
          </a:bodyPr>
          <a:lstStyle/>
          <a:p>
            <a:pPr>
              <a:spcBef>
                <a:spcPct val="0"/>
              </a:spcBef>
            </a:pPr>
            <a:r>
              <a:rPr lang="en-US" sz="1200" b="1" dirty="0"/>
              <a:t>Color Buffer</a:t>
            </a:r>
          </a:p>
        </p:txBody>
      </p:sp>
      <p:sp>
        <p:nvSpPr>
          <p:cNvPr id="7187" name="Rectangle 53"/>
          <p:cNvSpPr>
            <a:spLocks noChangeArrowheads="1"/>
          </p:cNvSpPr>
          <p:nvPr/>
        </p:nvSpPr>
        <p:spPr bwMode="auto">
          <a:xfrm>
            <a:off x="551230" y="1484731"/>
            <a:ext cx="1584220" cy="288039"/>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spcBef>
                <a:spcPct val="0"/>
              </a:spcBef>
            </a:pPr>
            <a:r>
              <a:rPr lang="en-US" sz="1200" b="1" dirty="0"/>
              <a:t>Scene Data</a:t>
            </a:r>
          </a:p>
        </p:txBody>
      </p:sp>
      <p:sp>
        <p:nvSpPr>
          <p:cNvPr id="23" name="Rectangle 53"/>
          <p:cNvSpPr>
            <a:spLocks noChangeArrowheads="1"/>
          </p:cNvSpPr>
          <p:nvPr/>
        </p:nvSpPr>
        <p:spPr bwMode="auto">
          <a:xfrm>
            <a:off x="551230" y="1916790"/>
            <a:ext cx="1584220" cy="28804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spcBef>
                <a:spcPct val="0"/>
              </a:spcBef>
            </a:pPr>
            <a:r>
              <a:rPr lang="en-US" sz="1200" b="1" dirty="0"/>
              <a:t>Geometry</a:t>
            </a:r>
          </a:p>
        </p:txBody>
      </p:sp>
      <p:sp>
        <p:nvSpPr>
          <p:cNvPr id="24" name="Line 9"/>
          <p:cNvSpPr>
            <a:spLocks noChangeShapeType="1"/>
          </p:cNvSpPr>
          <p:nvPr/>
        </p:nvSpPr>
        <p:spPr bwMode="auto">
          <a:xfrm flipV="1">
            <a:off x="2420443" y="2133978"/>
            <a:ext cx="1097214" cy="0"/>
          </a:xfrm>
          <a:prstGeom prst="line">
            <a:avLst/>
          </a:prstGeom>
          <a:noFill/>
          <a:ln w="28575">
            <a:solidFill>
              <a:schemeClr val="tx1">
                <a:lumMod val="75000"/>
                <a:lumOff val="25000"/>
              </a:schemeClr>
            </a:solidFill>
            <a:round/>
            <a:headEnd type="triangle"/>
            <a:tailEnd type="none" w="med" len="med"/>
          </a:ln>
        </p:spPr>
        <p:txBody>
          <a:bodyPr wrap="square" lIns="90000" tIns="46800" rIns="90000" bIns="46800">
            <a:spAutoFit/>
          </a:bodyPr>
          <a:lstStyle/>
          <a:p>
            <a:endParaRPr lang="en-GB" dirty="0">
              <a:latin typeface="+mn-lt"/>
            </a:endParaRPr>
          </a:p>
        </p:txBody>
      </p:sp>
      <p:sp>
        <p:nvSpPr>
          <p:cNvPr id="25" name="Text Box 23"/>
          <p:cNvSpPr txBox="1">
            <a:spLocks noChangeArrowheads="1"/>
          </p:cNvSpPr>
          <p:nvPr/>
        </p:nvSpPr>
        <p:spPr bwMode="auto">
          <a:xfrm>
            <a:off x="2537962" y="1882705"/>
            <a:ext cx="819946" cy="266228"/>
          </a:xfrm>
          <a:prstGeom prst="rect">
            <a:avLst/>
          </a:prstGeom>
          <a:noFill/>
          <a:ln w="9525" algn="ctr">
            <a:noFill/>
            <a:miter lim="800000"/>
            <a:headEnd/>
            <a:tailEnd/>
          </a:ln>
        </p:spPr>
        <p:txBody>
          <a:bodyPr wrap="none" lIns="90000" tIns="46800" rIns="90000" bIns="46800">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200" b="1" dirty="0">
                <a:latin typeface="+mn-lt"/>
              </a:rPr>
              <a:t>Primitives</a:t>
            </a:r>
          </a:p>
        </p:txBody>
      </p:sp>
      <p:sp>
        <p:nvSpPr>
          <p:cNvPr id="26" name="Rectangle 40"/>
          <p:cNvSpPr>
            <a:spLocks noChangeArrowheads="1"/>
          </p:cNvSpPr>
          <p:nvPr/>
        </p:nvSpPr>
        <p:spPr bwMode="auto">
          <a:xfrm>
            <a:off x="3863690" y="3924487"/>
            <a:ext cx="1301235" cy="26161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square" anchor="ctr">
            <a:spAutoFit/>
          </a:bodyPr>
          <a:lstStyle/>
          <a:p>
            <a:pPr>
              <a:spcBef>
                <a:spcPct val="0"/>
              </a:spcBef>
            </a:pPr>
            <a:r>
              <a:rPr lang="en-US" sz="1100" b="1" dirty="0"/>
              <a:t>Local Tile Buffer</a:t>
            </a:r>
          </a:p>
        </p:txBody>
      </p:sp>
      <p:sp>
        <p:nvSpPr>
          <p:cNvPr id="27" name="Rectangle 34"/>
          <p:cNvSpPr>
            <a:spLocks noChangeArrowheads="1"/>
          </p:cNvSpPr>
          <p:nvPr/>
        </p:nvSpPr>
        <p:spPr bwMode="auto">
          <a:xfrm>
            <a:off x="3719671" y="2633550"/>
            <a:ext cx="1654811" cy="29489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400" b="1" dirty="0">
                <a:solidFill>
                  <a:schemeClr val="bg1"/>
                </a:solidFill>
              </a:rPr>
              <a:t>Pre-rendering</a:t>
            </a:r>
            <a:endParaRPr lang="en-US" sz="1400" b="1" dirty="0">
              <a:solidFill>
                <a:schemeClr val="bg1"/>
              </a:solidFill>
            </a:endParaRPr>
          </a:p>
        </p:txBody>
      </p:sp>
      <p:sp>
        <p:nvSpPr>
          <p:cNvPr id="28" name="Line 9"/>
          <p:cNvSpPr>
            <a:spLocks noChangeShapeType="1"/>
          </p:cNvSpPr>
          <p:nvPr/>
        </p:nvSpPr>
        <p:spPr bwMode="auto">
          <a:xfrm flipV="1">
            <a:off x="2382908" y="2881600"/>
            <a:ext cx="1097214" cy="0"/>
          </a:xfrm>
          <a:prstGeom prst="line">
            <a:avLst/>
          </a:prstGeom>
          <a:noFill/>
          <a:ln w="28575">
            <a:solidFill>
              <a:schemeClr val="tx1">
                <a:lumMod val="75000"/>
                <a:lumOff val="25000"/>
              </a:schemeClr>
            </a:solidFill>
            <a:round/>
            <a:headEnd/>
            <a:tailEnd type="triangle" w="med" len="med"/>
          </a:ln>
        </p:spPr>
        <p:txBody>
          <a:bodyPr wrap="square" lIns="90000" tIns="46800" rIns="90000" bIns="46800">
            <a:spAutoFit/>
          </a:bodyPr>
          <a:lstStyle/>
          <a:p>
            <a:endParaRPr lang="en-GB" dirty="0">
              <a:latin typeface="+mn-lt"/>
            </a:endParaRPr>
          </a:p>
        </p:txBody>
      </p:sp>
      <p:sp>
        <p:nvSpPr>
          <p:cNvPr id="29" name="Text Box 23"/>
          <p:cNvSpPr txBox="1">
            <a:spLocks noChangeArrowheads="1"/>
          </p:cNvSpPr>
          <p:nvPr/>
        </p:nvSpPr>
        <p:spPr bwMode="auto">
          <a:xfrm>
            <a:off x="2500429" y="2449463"/>
            <a:ext cx="819946" cy="437941"/>
          </a:xfrm>
          <a:prstGeom prst="rect">
            <a:avLst/>
          </a:prstGeom>
          <a:noFill/>
          <a:ln w="9525" algn="ctr">
            <a:noFill/>
            <a:miter lim="800000"/>
            <a:headEnd/>
            <a:tailEnd/>
          </a:ln>
        </p:spPr>
        <p:txBody>
          <a:bodyPr wrap="none" lIns="90000" tIns="46800" rIns="90000" bIns="46800">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200" b="1" dirty="0">
                <a:latin typeface="+mn-lt"/>
              </a:rPr>
              <a:t>Primitives</a:t>
            </a:r>
            <a:br>
              <a:rPr lang="nb-NO" sz="1200" b="1" dirty="0">
                <a:latin typeface="+mn-lt"/>
              </a:rPr>
            </a:br>
            <a:r>
              <a:rPr lang="nb-NO" sz="1200" b="1" dirty="0">
                <a:latin typeface="+mn-lt"/>
              </a:rPr>
              <a:t>Per Tile</a:t>
            </a:r>
          </a:p>
        </p:txBody>
      </p:sp>
    </p:spTree>
    <p:extLst>
      <p:ext uri="{BB962C8B-B14F-4D97-AF65-F5344CB8AC3E}">
        <p14:creationId xmlns:p14="http://schemas.microsoft.com/office/powerpoint/2010/main" val="29461156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Content Placeholder 26"/>
          <p:cNvSpPr>
            <a:spLocks noGrp="1"/>
          </p:cNvSpPr>
          <p:nvPr>
            <p:ph sz="half" idx="1"/>
          </p:nvPr>
        </p:nvSpPr>
        <p:spPr>
          <a:xfrm>
            <a:off x="5807869" y="1440001"/>
            <a:ext cx="5830296" cy="4680000"/>
          </a:xfrm>
        </p:spPr>
        <p:txBody>
          <a:bodyPr/>
          <a:lstStyle/>
          <a:p>
            <a:pPr marL="0" indent="0" fontAlgn="ctr">
              <a:spcBef>
                <a:spcPct val="25000"/>
              </a:spcBef>
              <a:buNone/>
            </a:pPr>
            <a:r>
              <a:rPr lang="en-US" sz="2000" b="1" dirty="0"/>
              <a:t>Pros</a:t>
            </a:r>
          </a:p>
          <a:p>
            <a:pPr marL="722313" lvl="1" indent="-277813" fontAlgn="ctr">
              <a:spcBef>
                <a:spcPct val="25000"/>
              </a:spcBef>
            </a:pPr>
            <a:r>
              <a:rPr lang="en-US" dirty="0"/>
              <a:t>Simpler hardware than fully deferred</a:t>
            </a:r>
          </a:p>
          <a:p>
            <a:pPr marL="722313" lvl="1" indent="-277813" fontAlgn="ctr">
              <a:spcBef>
                <a:spcPct val="25000"/>
              </a:spcBef>
            </a:pPr>
            <a:r>
              <a:rPr lang="en-US" dirty="0"/>
              <a:t>Lower bandwidth than immediate</a:t>
            </a:r>
          </a:p>
          <a:p>
            <a:pPr marL="722313" lvl="1" indent="-277813" fontAlgn="ctr">
              <a:spcBef>
                <a:spcPct val="25000"/>
              </a:spcBef>
            </a:pPr>
            <a:r>
              <a:rPr lang="en-US" dirty="0"/>
              <a:t>Scalable performance with resolution</a:t>
            </a:r>
          </a:p>
          <a:p>
            <a:pPr marL="722313" lvl="1" indent="-277813" fontAlgn="ctr">
              <a:spcBef>
                <a:spcPct val="25000"/>
              </a:spcBef>
            </a:pPr>
            <a:r>
              <a:rPr lang="en-US" dirty="0"/>
              <a:t>Tile-based enabled efficient anti-aliasing</a:t>
            </a:r>
          </a:p>
          <a:p>
            <a:pPr marL="0" indent="0" fontAlgn="ctr">
              <a:spcBef>
                <a:spcPct val="25000"/>
              </a:spcBef>
              <a:buNone/>
            </a:pPr>
            <a:r>
              <a:rPr lang="en-US" sz="2000" b="1" dirty="0"/>
              <a:t>Cons</a:t>
            </a:r>
          </a:p>
          <a:p>
            <a:pPr marL="722313" lvl="1" indent="-277813" fontAlgn="ctr">
              <a:spcBef>
                <a:spcPct val="25000"/>
              </a:spcBef>
            </a:pPr>
            <a:r>
              <a:rPr lang="en-US" dirty="0"/>
              <a:t>Geometry bandwidth</a:t>
            </a:r>
          </a:p>
          <a:p>
            <a:endParaRPr lang="en-GB" dirty="0"/>
          </a:p>
        </p:txBody>
      </p:sp>
      <p:sp>
        <p:nvSpPr>
          <p:cNvPr id="7170" name="Rectangle 2"/>
          <p:cNvSpPr>
            <a:spLocks noGrp="1" noChangeArrowheads="1"/>
          </p:cNvSpPr>
          <p:nvPr>
            <p:ph type="title"/>
          </p:nvPr>
        </p:nvSpPr>
        <p:spPr/>
        <p:txBody>
          <a:bodyPr>
            <a:normAutofit/>
          </a:bodyPr>
          <a:lstStyle/>
          <a:p>
            <a:pPr eaLnBrk="1" hangingPunct="1"/>
            <a:r>
              <a:rPr lang="en-GB" dirty="0"/>
              <a:t>Mali Architecture: Hybrid Renderer</a:t>
            </a:r>
          </a:p>
        </p:txBody>
      </p:sp>
      <p:sp>
        <p:nvSpPr>
          <p:cNvPr id="21" name="Rectangle 3"/>
          <p:cNvSpPr txBox="1">
            <a:spLocks noChangeArrowheads="1"/>
          </p:cNvSpPr>
          <p:nvPr/>
        </p:nvSpPr>
        <p:spPr bwMode="auto">
          <a:xfrm>
            <a:off x="383195" y="4429132"/>
            <a:ext cx="6188875" cy="1857388"/>
          </a:xfrm>
          <a:prstGeom prst="rect">
            <a:avLst/>
          </a:prstGeom>
          <a:noFill/>
          <a:ln w="9525">
            <a:noFill/>
            <a:miter lim="800000"/>
            <a:headEnd/>
            <a:tailEnd/>
          </a:ln>
        </p:spPr>
        <p:txBody>
          <a:bodyPr vert="horz" wrap="square" lIns="80151" tIns="40076" rIns="80151" bIns="40076" numCol="1" anchor="t" anchorCtr="0" compatLnSpc="1">
            <a:prstTxWarp prst="textNoShape">
              <a:avLst/>
            </a:prstTxWarp>
          </a:bodyPr>
          <a:lstStyle/>
          <a:p>
            <a:pPr marL="265113" indent="-265113" eaLnBrk="1" fontAlgn="ctr" hangingPunct="1">
              <a:lnSpc>
                <a:spcPct val="105000"/>
              </a:lnSpc>
              <a:spcBef>
                <a:spcPts val="0"/>
              </a:spcBef>
              <a:buClr>
                <a:schemeClr val="bg2"/>
              </a:buClr>
              <a:buSzPct val="125000"/>
              <a:defRPr/>
            </a:pPr>
            <a:r>
              <a:rPr lang="en-US" b="1" kern="0" dirty="0">
                <a:latin typeface="Courier New" pitchFamily="49" charset="0"/>
                <a:ea typeface="+mn-ea"/>
              </a:rPr>
              <a:t>for each frame {</a:t>
            </a:r>
          </a:p>
          <a:p>
            <a:pPr marL="265113" indent="-265113" eaLnBrk="1" fontAlgn="ctr" hangingPunct="1">
              <a:lnSpc>
                <a:spcPct val="105000"/>
              </a:lnSpc>
              <a:spcBef>
                <a:spcPts val="0"/>
              </a:spcBef>
              <a:buClr>
                <a:schemeClr val="bg2"/>
              </a:buClr>
              <a:buSzPct val="125000"/>
              <a:defRPr/>
            </a:pPr>
            <a:r>
              <a:rPr lang="en-US" b="1" kern="0" dirty="0">
                <a:latin typeface="Courier New" pitchFamily="49" charset="0"/>
              </a:rPr>
              <a:t>    for each tile {</a:t>
            </a:r>
            <a:endParaRPr lang="en-US" b="1" kern="0" dirty="0">
              <a:latin typeface="Courier New" pitchFamily="49" charset="0"/>
              <a:ea typeface="+mn-ea"/>
            </a:endParaRPr>
          </a:p>
          <a:p>
            <a:pPr marL="265113" indent="-265113" eaLnBrk="1" fontAlgn="ctr" hangingPunct="1">
              <a:lnSpc>
                <a:spcPct val="105000"/>
              </a:lnSpc>
              <a:spcBef>
                <a:spcPts val="0"/>
              </a:spcBef>
              <a:buClr>
                <a:schemeClr val="bg2"/>
              </a:buClr>
              <a:buSzPct val="125000"/>
              <a:defRPr/>
            </a:pPr>
            <a:r>
              <a:rPr lang="en-US" b="1" kern="0" dirty="0">
                <a:latin typeface="Courier New" pitchFamily="49" charset="0"/>
                <a:ea typeface="+mn-ea"/>
              </a:rPr>
              <a:t>        for each polygon { </a:t>
            </a:r>
          </a:p>
          <a:p>
            <a:pPr marL="265113" indent="-265113" eaLnBrk="1" fontAlgn="ctr" hangingPunct="1">
              <a:lnSpc>
                <a:spcPct val="105000"/>
              </a:lnSpc>
              <a:spcBef>
                <a:spcPts val="0"/>
              </a:spcBef>
              <a:buClr>
                <a:schemeClr val="bg2"/>
              </a:buClr>
              <a:buSzPct val="125000"/>
              <a:defRPr/>
            </a:pPr>
            <a:r>
              <a:rPr lang="en-US" b="1" kern="0" dirty="0">
                <a:latin typeface="Courier New" pitchFamily="49" charset="0"/>
                <a:ea typeface="+mn-ea"/>
              </a:rPr>
              <a:t>            render pixels</a:t>
            </a:r>
          </a:p>
          <a:p>
            <a:pPr marL="265113" indent="-265113" eaLnBrk="1" fontAlgn="ctr" hangingPunct="1">
              <a:lnSpc>
                <a:spcPct val="105000"/>
              </a:lnSpc>
              <a:spcBef>
                <a:spcPts val="0"/>
              </a:spcBef>
              <a:buClr>
                <a:schemeClr val="bg2"/>
              </a:buClr>
              <a:buSzPct val="125000"/>
              <a:defRPr/>
            </a:pPr>
            <a:r>
              <a:rPr lang="en-US" b="1" kern="0" dirty="0">
                <a:latin typeface="Courier New" pitchFamily="49" charset="0"/>
              </a:rPr>
              <a:t>        } </a:t>
            </a:r>
            <a:endParaRPr lang="en-US" b="1" kern="0" dirty="0">
              <a:latin typeface="Courier New" pitchFamily="49" charset="0"/>
              <a:ea typeface="+mn-ea"/>
            </a:endParaRPr>
          </a:p>
          <a:p>
            <a:pPr marL="265113" indent="-265113" eaLnBrk="1" fontAlgn="ctr" hangingPunct="1">
              <a:lnSpc>
                <a:spcPct val="105000"/>
              </a:lnSpc>
              <a:spcBef>
                <a:spcPts val="0"/>
              </a:spcBef>
              <a:buClr>
                <a:schemeClr val="bg2"/>
              </a:buClr>
              <a:buSzPct val="125000"/>
              <a:defRPr/>
            </a:pPr>
            <a:r>
              <a:rPr lang="en-US" b="1" kern="0" dirty="0">
                <a:latin typeface="Courier New" pitchFamily="49" charset="0"/>
              </a:rPr>
              <a:t>    </a:t>
            </a:r>
            <a:r>
              <a:rPr lang="en-US" b="1" kern="0" dirty="0">
                <a:latin typeface="Courier New" pitchFamily="49" charset="0"/>
                <a:ea typeface="+mn-ea"/>
              </a:rPr>
              <a:t>}</a:t>
            </a:r>
          </a:p>
          <a:p>
            <a:pPr marL="265113" indent="-265113" eaLnBrk="1" fontAlgn="ctr" hangingPunct="1">
              <a:lnSpc>
                <a:spcPct val="105000"/>
              </a:lnSpc>
              <a:spcBef>
                <a:spcPts val="0"/>
              </a:spcBef>
              <a:buClr>
                <a:schemeClr val="bg2"/>
              </a:buClr>
              <a:buSzPct val="125000"/>
              <a:defRPr/>
            </a:pPr>
            <a:r>
              <a:rPr lang="en-US" b="1" kern="0" dirty="0">
                <a:latin typeface="Courier New" pitchFamily="49" charset="0"/>
                <a:ea typeface="+mn-ea"/>
              </a:rPr>
              <a:t>}</a:t>
            </a:r>
          </a:p>
        </p:txBody>
      </p:sp>
      <p:sp>
        <p:nvSpPr>
          <p:cNvPr id="31" name="Rectangle 3"/>
          <p:cNvSpPr>
            <a:spLocks noChangeArrowheads="1"/>
          </p:cNvSpPr>
          <p:nvPr/>
        </p:nvSpPr>
        <p:spPr bwMode="auto">
          <a:xfrm>
            <a:off x="3719671" y="1484730"/>
            <a:ext cx="1654811" cy="294890"/>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square" lIns="90000" tIns="46800" rIns="90000" bIns="46800" anchor="ctr">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400" b="1" dirty="0">
                <a:solidFill>
                  <a:schemeClr val="bg1"/>
                </a:solidFill>
              </a:rPr>
              <a:t>Geometry</a:t>
            </a:r>
            <a:endParaRPr lang="en-US" sz="1400" b="1" dirty="0">
              <a:solidFill>
                <a:schemeClr val="bg1"/>
              </a:solidFill>
            </a:endParaRPr>
          </a:p>
        </p:txBody>
      </p:sp>
      <p:sp>
        <p:nvSpPr>
          <p:cNvPr id="32" name="Rectangle 4"/>
          <p:cNvSpPr>
            <a:spLocks noChangeArrowheads="1"/>
          </p:cNvSpPr>
          <p:nvPr/>
        </p:nvSpPr>
        <p:spPr bwMode="auto">
          <a:xfrm>
            <a:off x="3719671" y="2636891"/>
            <a:ext cx="1654811" cy="1728241"/>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324000" rIns="90000" bIns="46800" anchor="t" anchorCtr="0"/>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400" b="1" dirty="0">
                <a:solidFill>
                  <a:schemeClr val="bg1"/>
                </a:solidFill>
              </a:rPr>
              <a:t>Fragment</a:t>
            </a:r>
          </a:p>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400" b="1" dirty="0">
                <a:solidFill>
                  <a:schemeClr val="bg1"/>
                </a:solidFill>
              </a:rPr>
              <a:t>Renderer</a:t>
            </a:r>
            <a:endParaRPr lang="en-US" sz="1400" b="1" dirty="0">
              <a:solidFill>
                <a:schemeClr val="bg1"/>
              </a:solidFill>
            </a:endParaRPr>
          </a:p>
        </p:txBody>
      </p:sp>
      <p:sp>
        <p:nvSpPr>
          <p:cNvPr id="33" name="Rectangle 5"/>
          <p:cNvSpPr>
            <a:spLocks noChangeArrowheads="1"/>
          </p:cNvSpPr>
          <p:nvPr/>
        </p:nvSpPr>
        <p:spPr bwMode="auto">
          <a:xfrm>
            <a:off x="479221" y="1409790"/>
            <a:ext cx="1728240" cy="2883330"/>
          </a:xfrm>
          <a:prstGeom prst="rect">
            <a:avLst/>
          </a:prstGeom>
          <a:solidFill>
            <a:schemeClr val="bg1">
              <a:lumMod val="85000"/>
            </a:schemeClr>
          </a:solidFill>
          <a:ln>
            <a:headEnd/>
            <a:tailEnd/>
          </a:ln>
        </p:spPr>
        <p:style>
          <a:lnRef idx="2">
            <a:schemeClr val="accent6"/>
          </a:lnRef>
          <a:fillRef idx="1">
            <a:schemeClr val="lt1"/>
          </a:fillRef>
          <a:effectRef idx="0">
            <a:schemeClr val="accent6"/>
          </a:effectRef>
          <a:fontRef idx="minor">
            <a:schemeClr val="dk1"/>
          </a:fontRef>
        </p:style>
        <p:txBody>
          <a:bodyPr lIns="90000" tIns="46800" rIns="90000" bIns="46800" anchor="ct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400" b="1"/>
              <a:t>Memory</a:t>
            </a:r>
          </a:p>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400" b="1" dirty="0">
              <a:solidFill>
                <a:schemeClr val="bg1"/>
              </a:solidFill>
            </a:endParaRPr>
          </a:p>
        </p:txBody>
      </p:sp>
      <p:sp>
        <p:nvSpPr>
          <p:cNvPr id="34" name="Line 6"/>
          <p:cNvSpPr>
            <a:spLocks noChangeShapeType="1"/>
          </p:cNvSpPr>
          <p:nvPr/>
        </p:nvSpPr>
        <p:spPr bwMode="auto">
          <a:xfrm>
            <a:off x="4530469" y="1803392"/>
            <a:ext cx="0" cy="142876"/>
          </a:xfrm>
          <a:prstGeom prst="line">
            <a:avLst/>
          </a:prstGeom>
          <a:noFill/>
          <a:ln w="28575">
            <a:solidFill>
              <a:schemeClr val="tx1">
                <a:lumMod val="75000"/>
                <a:lumOff val="25000"/>
              </a:schemeClr>
            </a:solidFill>
            <a:round/>
            <a:headEnd/>
            <a:tailEnd type="triangle" w="med" len="med"/>
          </a:ln>
        </p:spPr>
        <p:txBody>
          <a:bodyPr wrap="square" lIns="90000" tIns="46800" rIns="90000" bIns="46800">
            <a:spAutoFit/>
          </a:bodyPr>
          <a:lstStyle/>
          <a:p>
            <a:endParaRPr lang="en-GB" dirty="0">
              <a:latin typeface="+mn-lt"/>
            </a:endParaRPr>
          </a:p>
        </p:txBody>
      </p:sp>
      <p:sp>
        <p:nvSpPr>
          <p:cNvPr id="36" name="Line 9"/>
          <p:cNvSpPr>
            <a:spLocks noChangeShapeType="1"/>
          </p:cNvSpPr>
          <p:nvPr/>
        </p:nvSpPr>
        <p:spPr bwMode="auto">
          <a:xfrm flipV="1">
            <a:off x="2420443" y="1628851"/>
            <a:ext cx="1097214" cy="0"/>
          </a:xfrm>
          <a:prstGeom prst="line">
            <a:avLst/>
          </a:prstGeom>
          <a:noFill/>
          <a:ln w="28575">
            <a:solidFill>
              <a:schemeClr val="tx1">
                <a:lumMod val="75000"/>
                <a:lumOff val="25000"/>
              </a:schemeClr>
            </a:solidFill>
            <a:round/>
            <a:headEnd/>
            <a:tailEnd type="triangle" w="med" len="med"/>
          </a:ln>
        </p:spPr>
        <p:txBody>
          <a:bodyPr wrap="square" lIns="90000" tIns="46800" rIns="90000" bIns="46800">
            <a:spAutoFit/>
          </a:bodyPr>
          <a:lstStyle/>
          <a:p>
            <a:endParaRPr lang="en-GB" dirty="0">
              <a:latin typeface="+mn-lt"/>
            </a:endParaRPr>
          </a:p>
        </p:txBody>
      </p:sp>
      <p:sp>
        <p:nvSpPr>
          <p:cNvPr id="37" name="Line 10"/>
          <p:cNvSpPr>
            <a:spLocks noChangeShapeType="1"/>
          </p:cNvSpPr>
          <p:nvPr/>
        </p:nvSpPr>
        <p:spPr bwMode="auto">
          <a:xfrm flipH="1">
            <a:off x="2279801" y="4202220"/>
            <a:ext cx="1359785" cy="0"/>
          </a:xfrm>
          <a:prstGeom prst="line">
            <a:avLst/>
          </a:prstGeom>
          <a:noFill/>
          <a:ln w="28575">
            <a:solidFill>
              <a:schemeClr val="tx1">
                <a:lumMod val="75000"/>
                <a:lumOff val="25000"/>
              </a:schemeClr>
            </a:solidFill>
            <a:round/>
            <a:headEnd/>
            <a:tailEnd type="triangle" w="med" len="med"/>
          </a:ln>
        </p:spPr>
        <p:txBody>
          <a:bodyPr lIns="90000" tIns="46800" rIns="90000" bIns="46800">
            <a:spAutoFit/>
          </a:bodyPr>
          <a:lstStyle/>
          <a:p>
            <a:endParaRPr lang="en-GB" dirty="0">
              <a:latin typeface="+mn-lt"/>
            </a:endParaRPr>
          </a:p>
        </p:txBody>
      </p:sp>
      <p:sp>
        <p:nvSpPr>
          <p:cNvPr id="38" name="Text Box 11"/>
          <p:cNvSpPr txBox="1">
            <a:spLocks noChangeArrowheads="1"/>
          </p:cNvSpPr>
          <p:nvPr/>
        </p:nvSpPr>
        <p:spPr bwMode="auto">
          <a:xfrm>
            <a:off x="2414586" y="3949660"/>
            <a:ext cx="968063" cy="266228"/>
          </a:xfrm>
          <a:prstGeom prst="rect">
            <a:avLst/>
          </a:prstGeom>
          <a:noFill/>
          <a:ln w="9525" algn="ctr">
            <a:noFill/>
            <a:miter lim="800000"/>
            <a:headEnd/>
            <a:tailEnd/>
          </a:ln>
        </p:spPr>
        <p:txBody>
          <a:bodyPr wrap="none" lIns="90000" tIns="46800" rIns="90000" bIns="46800">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200" b="1" dirty="0">
                <a:latin typeface="+mn-lt"/>
              </a:rPr>
              <a:t>Write Buffer</a:t>
            </a:r>
            <a:endParaRPr lang="en-US" sz="1200" b="1" dirty="0">
              <a:latin typeface="+mn-lt"/>
            </a:endParaRPr>
          </a:p>
        </p:txBody>
      </p:sp>
      <p:sp>
        <p:nvSpPr>
          <p:cNvPr id="39" name="Line 12"/>
          <p:cNvSpPr>
            <a:spLocks noChangeShapeType="1"/>
          </p:cNvSpPr>
          <p:nvPr/>
        </p:nvSpPr>
        <p:spPr bwMode="auto">
          <a:xfrm>
            <a:off x="2292928" y="3934131"/>
            <a:ext cx="1359787" cy="0"/>
          </a:xfrm>
          <a:prstGeom prst="line">
            <a:avLst/>
          </a:prstGeom>
          <a:noFill/>
          <a:ln w="28575">
            <a:solidFill>
              <a:schemeClr val="tx1">
                <a:lumMod val="75000"/>
                <a:lumOff val="25000"/>
              </a:schemeClr>
            </a:solidFill>
            <a:round/>
            <a:headEnd/>
            <a:tailEnd type="triangle" w="med" len="med"/>
          </a:ln>
        </p:spPr>
        <p:txBody>
          <a:bodyPr lIns="90000" tIns="46800" rIns="90000" bIns="46800">
            <a:spAutoFit/>
          </a:bodyPr>
          <a:lstStyle/>
          <a:p>
            <a:endParaRPr lang="en-GB" dirty="0">
              <a:latin typeface="+mn-lt"/>
            </a:endParaRPr>
          </a:p>
        </p:txBody>
      </p:sp>
      <p:sp>
        <p:nvSpPr>
          <p:cNvPr id="40" name="Text Box 13"/>
          <p:cNvSpPr txBox="1">
            <a:spLocks noChangeArrowheads="1"/>
          </p:cNvSpPr>
          <p:nvPr/>
        </p:nvSpPr>
        <p:spPr bwMode="auto">
          <a:xfrm>
            <a:off x="2415004" y="3687721"/>
            <a:ext cx="1011665" cy="266228"/>
          </a:xfrm>
          <a:prstGeom prst="rect">
            <a:avLst/>
          </a:prstGeom>
          <a:noFill/>
          <a:ln w="9525" algn="ctr">
            <a:noFill/>
            <a:miter lim="800000"/>
            <a:headEnd/>
            <a:tailEnd/>
          </a:ln>
        </p:spPr>
        <p:txBody>
          <a:bodyPr wrap="none" lIns="90000" tIns="46800" rIns="90000" bIns="46800">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200" b="1" dirty="0">
                <a:latin typeface="+mn-lt"/>
              </a:rPr>
              <a:t>Read Texture</a:t>
            </a:r>
          </a:p>
        </p:txBody>
      </p:sp>
      <p:sp>
        <p:nvSpPr>
          <p:cNvPr id="41" name="Text Box 23"/>
          <p:cNvSpPr txBox="1">
            <a:spLocks noChangeArrowheads="1"/>
          </p:cNvSpPr>
          <p:nvPr/>
        </p:nvSpPr>
        <p:spPr bwMode="auto">
          <a:xfrm>
            <a:off x="2537962" y="1382639"/>
            <a:ext cx="819946" cy="266228"/>
          </a:xfrm>
          <a:prstGeom prst="rect">
            <a:avLst/>
          </a:prstGeom>
          <a:noFill/>
          <a:ln w="9525" algn="ctr">
            <a:noFill/>
            <a:miter lim="800000"/>
            <a:headEnd/>
            <a:tailEnd/>
          </a:ln>
        </p:spPr>
        <p:txBody>
          <a:bodyPr wrap="none" lIns="90000" tIns="46800" rIns="90000" bIns="46800">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200" b="1" dirty="0">
                <a:latin typeface="+mn-lt"/>
              </a:rPr>
              <a:t>Primitives</a:t>
            </a:r>
          </a:p>
        </p:txBody>
      </p:sp>
      <p:sp>
        <p:nvSpPr>
          <p:cNvPr id="42" name="Rectangle 34"/>
          <p:cNvSpPr>
            <a:spLocks noChangeArrowheads="1"/>
          </p:cNvSpPr>
          <p:nvPr/>
        </p:nvSpPr>
        <p:spPr bwMode="auto">
          <a:xfrm>
            <a:off x="3719671" y="1981950"/>
            <a:ext cx="1654811" cy="29489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400" b="1" dirty="0">
                <a:solidFill>
                  <a:schemeClr val="bg1"/>
                </a:solidFill>
              </a:rPr>
              <a:t>Tiling</a:t>
            </a:r>
            <a:endParaRPr lang="en-US" sz="1400" b="1" dirty="0">
              <a:solidFill>
                <a:schemeClr val="bg1"/>
              </a:solidFill>
            </a:endParaRPr>
          </a:p>
        </p:txBody>
      </p:sp>
      <p:sp>
        <p:nvSpPr>
          <p:cNvPr id="43" name="Rectangle 40"/>
          <p:cNvSpPr>
            <a:spLocks noChangeArrowheads="1"/>
          </p:cNvSpPr>
          <p:nvPr/>
        </p:nvSpPr>
        <p:spPr bwMode="auto">
          <a:xfrm>
            <a:off x="551230" y="3933071"/>
            <a:ext cx="1584220" cy="28539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square" anchor="ctr">
            <a:spAutoFit/>
          </a:bodyPr>
          <a:lstStyle/>
          <a:p>
            <a:pPr>
              <a:spcBef>
                <a:spcPct val="0"/>
              </a:spcBef>
            </a:pPr>
            <a:r>
              <a:rPr lang="en-US" sz="1200" b="1" dirty="0"/>
              <a:t>Color Buffer</a:t>
            </a:r>
          </a:p>
        </p:txBody>
      </p:sp>
      <p:sp>
        <p:nvSpPr>
          <p:cNvPr id="44" name="Rectangle 53"/>
          <p:cNvSpPr>
            <a:spLocks noChangeArrowheads="1"/>
          </p:cNvSpPr>
          <p:nvPr/>
        </p:nvSpPr>
        <p:spPr bwMode="auto">
          <a:xfrm>
            <a:off x="551230" y="1484731"/>
            <a:ext cx="1584220" cy="288039"/>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spcBef>
                <a:spcPct val="0"/>
              </a:spcBef>
            </a:pPr>
            <a:r>
              <a:rPr lang="en-US" sz="1200" b="1" dirty="0"/>
              <a:t>Scene Data</a:t>
            </a:r>
          </a:p>
        </p:txBody>
      </p:sp>
      <p:sp>
        <p:nvSpPr>
          <p:cNvPr id="45" name="Rectangle 53"/>
          <p:cNvSpPr>
            <a:spLocks noChangeArrowheads="1"/>
          </p:cNvSpPr>
          <p:nvPr/>
        </p:nvSpPr>
        <p:spPr bwMode="auto">
          <a:xfrm>
            <a:off x="551230" y="1916790"/>
            <a:ext cx="1584220" cy="28804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spcBef>
                <a:spcPct val="0"/>
              </a:spcBef>
            </a:pPr>
            <a:r>
              <a:rPr lang="en-US" sz="1200" b="1" dirty="0"/>
              <a:t>Geometry</a:t>
            </a:r>
          </a:p>
        </p:txBody>
      </p:sp>
      <p:sp>
        <p:nvSpPr>
          <p:cNvPr id="46" name="Line 9"/>
          <p:cNvSpPr>
            <a:spLocks noChangeShapeType="1"/>
          </p:cNvSpPr>
          <p:nvPr/>
        </p:nvSpPr>
        <p:spPr bwMode="auto">
          <a:xfrm flipV="1">
            <a:off x="2420443" y="2133978"/>
            <a:ext cx="1097214" cy="0"/>
          </a:xfrm>
          <a:prstGeom prst="line">
            <a:avLst/>
          </a:prstGeom>
          <a:noFill/>
          <a:ln w="28575">
            <a:solidFill>
              <a:schemeClr val="tx1">
                <a:lumMod val="75000"/>
                <a:lumOff val="25000"/>
              </a:schemeClr>
            </a:solidFill>
            <a:round/>
            <a:headEnd type="triangle"/>
            <a:tailEnd type="none" w="med" len="med"/>
          </a:ln>
        </p:spPr>
        <p:txBody>
          <a:bodyPr wrap="square" lIns="90000" tIns="46800" rIns="90000" bIns="46800">
            <a:spAutoFit/>
          </a:bodyPr>
          <a:lstStyle/>
          <a:p>
            <a:endParaRPr lang="en-GB" dirty="0">
              <a:latin typeface="+mn-lt"/>
            </a:endParaRPr>
          </a:p>
        </p:txBody>
      </p:sp>
      <p:sp>
        <p:nvSpPr>
          <p:cNvPr id="47" name="Text Box 23"/>
          <p:cNvSpPr txBox="1">
            <a:spLocks noChangeArrowheads="1"/>
          </p:cNvSpPr>
          <p:nvPr/>
        </p:nvSpPr>
        <p:spPr bwMode="auto">
          <a:xfrm>
            <a:off x="2537962" y="1882705"/>
            <a:ext cx="819946" cy="266228"/>
          </a:xfrm>
          <a:prstGeom prst="rect">
            <a:avLst/>
          </a:prstGeom>
          <a:noFill/>
          <a:ln w="9525" algn="ctr">
            <a:noFill/>
            <a:miter lim="800000"/>
            <a:headEnd/>
            <a:tailEnd/>
          </a:ln>
        </p:spPr>
        <p:txBody>
          <a:bodyPr wrap="none" lIns="90000" tIns="46800" rIns="90000" bIns="46800">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200" b="1" dirty="0">
                <a:latin typeface="+mn-lt"/>
              </a:rPr>
              <a:t>Primitives</a:t>
            </a:r>
          </a:p>
        </p:txBody>
      </p:sp>
      <p:sp>
        <p:nvSpPr>
          <p:cNvPr id="48" name="Rectangle 40"/>
          <p:cNvSpPr>
            <a:spLocks noChangeArrowheads="1"/>
          </p:cNvSpPr>
          <p:nvPr/>
        </p:nvSpPr>
        <p:spPr bwMode="auto">
          <a:xfrm>
            <a:off x="3863690" y="3991089"/>
            <a:ext cx="1368190" cy="26161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square" anchor="ctr">
            <a:spAutoFit/>
          </a:bodyPr>
          <a:lstStyle/>
          <a:p>
            <a:pPr>
              <a:spcBef>
                <a:spcPct val="0"/>
              </a:spcBef>
            </a:pPr>
            <a:r>
              <a:rPr lang="en-US" sz="1100" b="1" dirty="0"/>
              <a:t>Local Tile Buffer</a:t>
            </a:r>
          </a:p>
        </p:txBody>
      </p:sp>
      <p:sp>
        <p:nvSpPr>
          <p:cNvPr id="50" name="Line 9"/>
          <p:cNvSpPr>
            <a:spLocks noChangeShapeType="1"/>
          </p:cNvSpPr>
          <p:nvPr/>
        </p:nvSpPr>
        <p:spPr bwMode="auto">
          <a:xfrm flipV="1">
            <a:off x="2382908" y="3031248"/>
            <a:ext cx="1097214" cy="0"/>
          </a:xfrm>
          <a:prstGeom prst="line">
            <a:avLst/>
          </a:prstGeom>
          <a:noFill/>
          <a:ln w="28575">
            <a:solidFill>
              <a:schemeClr val="tx1">
                <a:lumMod val="75000"/>
                <a:lumOff val="25000"/>
              </a:schemeClr>
            </a:solidFill>
            <a:round/>
            <a:headEnd/>
            <a:tailEnd type="triangle" w="med" len="med"/>
          </a:ln>
        </p:spPr>
        <p:txBody>
          <a:bodyPr wrap="square" lIns="90000" tIns="46800" rIns="90000" bIns="46800">
            <a:spAutoFit/>
          </a:bodyPr>
          <a:lstStyle/>
          <a:p>
            <a:endParaRPr lang="en-GB" dirty="0">
              <a:latin typeface="+mn-lt"/>
            </a:endParaRPr>
          </a:p>
        </p:txBody>
      </p:sp>
      <p:sp>
        <p:nvSpPr>
          <p:cNvPr id="51" name="Text Box 23"/>
          <p:cNvSpPr txBox="1">
            <a:spLocks noChangeArrowheads="1"/>
          </p:cNvSpPr>
          <p:nvPr/>
        </p:nvSpPr>
        <p:spPr bwMode="auto">
          <a:xfrm>
            <a:off x="2500429" y="2599111"/>
            <a:ext cx="819946" cy="437941"/>
          </a:xfrm>
          <a:prstGeom prst="rect">
            <a:avLst/>
          </a:prstGeom>
          <a:noFill/>
          <a:ln w="9525" algn="ctr">
            <a:noFill/>
            <a:miter lim="800000"/>
            <a:headEnd/>
            <a:tailEnd/>
          </a:ln>
        </p:spPr>
        <p:txBody>
          <a:bodyPr wrap="none" lIns="90000" tIns="46800" rIns="90000" bIns="46800">
            <a:spAutoFit/>
          </a:bodyPr>
          <a:lstStyle/>
          <a:p>
            <a:pPr>
              <a:lnSpc>
                <a:spcPct val="93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nb-NO" sz="1200" b="1" dirty="0">
                <a:latin typeface="+mn-lt"/>
              </a:rPr>
              <a:t>Primitives</a:t>
            </a:r>
            <a:br>
              <a:rPr lang="nb-NO" sz="1200" b="1" dirty="0">
                <a:latin typeface="+mn-lt"/>
              </a:rPr>
            </a:br>
            <a:r>
              <a:rPr lang="nb-NO" sz="1200" b="1" dirty="0">
                <a:latin typeface="+mn-lt"/>
              </a:rPr>
              <a:t>Per Tile</a:t>
            </a:r>
          </a:p>
        </p:txBody>
      </p:sp>
    </p:spTree>
    <p:extLst>
      <p:ext uri="{BB962C8B-B14F-4D97-AF65-F5344CB8AC3E}">
        <p14:creationId xmlns:p14="http://schemas.microsoft.com/office/powerpoint/2010/main" val="413189294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half" idx="1"/>
          </p:nvPr>
        </p:nvSpPr>
        <p:spPr/>
        <p:txBody>
          <a:bodyPr/>
          <a:lstStyle/>
          <a:p>
            <a:pPr marL="0" indent="0">
              <a:lnSpc>
                <a:spcPct val="150000"/>
              </a:lnSpc>
              <a:buNone/>
            </a:pPr>
            <a:r>
              <a:rPr lang="en-GB" sz="2000" dirty="0"/>
              <a:t>Mali GPUs are Tile-Based Renderers (TBRs)</a:t>
            </a:r>
          </a:p>
          <a:p>
            <a:pPr lvl="1">
              <a:lnSpc>
                <a:spcPct val="150000"/>
              </a:lnSpc>
            </a:pPr>
            <a:r>
              <a:rPr lang="en-GB" dirty="0"/>
              <a:t>Whole render targets (RTs) are rendered in a two-pass scheme</a:t>
            </a:r>
          </a:p>
          <a:p>
            <a:pPr lvl="1">
              <a:lnSpc>
                <a:spcPct val="150000"/>
              </a:lnSpc>
            </a:pPr>
            <a:r>
              <a:rPr lang="en-GB" dirty="0"/>
              <a:t>First pass performs all vertex shading and assigns primitives to screen-space tiles</a:t>
            </a:r>
          </a:p>
          <a:p>
            <a:pPr lvl="1">
              <a:lnSpc>
                <a:spcPct val="150000"/>
              </a:lnSpc>
            </a:pPr>
            <a:r>
              <a:rPr lang="en-GB" dirty="0"/>
              <a:t>Second pass performs all fragment shading, rendering one tile at a time</a:t>
            </a:r>
          </a:p>
          <a:p>
            <a:pPr marL="0" indent="0">
              <a:lnSpc>
                <a:spcPct val="150000"/>
              </a:lnSpc>
              <a:buNone/>
            </a:pPr>
            <a:r>
              <a:rPr lang="en-GB" sz="2000" dirty="0"/>
              <a:t>Rendering is deeply pipelined</a:t>
            </a:r>
          </a:p>
          <a:p>
            <a:pPr lvl="1">
              <a:lnSpc>
                <a:spcPct val="150000"/>
              </a:lnSpc>
            </a:pPr>
            <a:r>
              <a:rPr lang="en-GB" dirty="0"/>
              <a:t>Vertex shading for RT N+1 runs at the same time as fragment shading for RT N</a:t>
            </a:r>
          </a:p>
          <a:p>
            <a:pPr lvl="1"/>
            <a:endParaRPr lang="en-GB" dirty="0"/>
          </a:p>
          <a:p>
            <a:endParaRPr lang="en-GB" dirty="0"/>
          </a:p>
        </p:txBody>
      </p:sp>
      <p:sp>
        <p:nvSpPr>
          <p:cNvPr id="3" name="Title 2"/>
          <p:cNvSpPr>
            <a:spLocks noGrp="1"/>
          </p:cNvSpPr>
          <p:nvPr>
            <p:ph type="title"/>
          </p:nvPr>
        </p:nvSpPr>
        <p:spPr/>
        <p:txBody>
          <a:bodyPr>
            <a:normAutofit/>
          </a:bodyPr>
          <a:lstStyle/>
          <a:p>
            <a:r>
              <a:rPr lang="en-GB" dirty="0"/>
              <a:t>Mali Architecture: Mali Rendering Pipeline</a:t>
            </a:r>
          </a:p>
        </p:txBody>
      </p:sp>
      <p:sp>
        <p:nvSpPr>
          <p:cNvPr id="15" name="Rectangle 14"/>
          <p:cNvSpPr/>
          <p:nvPr/>
        </p:nvSpPr>
        <p:spPr>
          <a:xfrm>
            <a:off x="8219959" y="5235061"/>
            <a:ext cx="2159959" cy="432048"/>
          </a:xfrm>
          <a:prstGeom prst="rect">
            <a:avLst/>
          </a:prstGeom>
          <a:ln w="28575"/>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400" b="1" dirty="0"/>
              <a:t>FS F2</a:t>
            </a:r>
          </a:p>
        </p:txBody>
      </p:sp>
      <p:sp>
        <p:nvSpPr>
          <p:cNvPr id="16" name="Rectangle 15"/>
          <p:cNvSpPr/>
          <p:nvPr/>
        </p:nvSpPr>
        <p:spPr>
          <a:xfrm>
            <a:off x="7211978" y="4803013"/>
            <a:ext cx="1007981" cy="432048"/>
          </a:xfrm>
          <a:prstGeom prst="rect">
            <a:avLst/>
          </a:prstGeom>
          <a:ln w="28575"/>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400" b="1" dirty="0"/>
              <a:t>VS+T F2</a:t>
            </a:r>
          </a:p>
        </p:txBody>
      </p:sp>
      <p:sp>
        <p:nvSpPr>
          <p:cNvPr id="17" name="Rectangle 16"/>
          <p:cNvSpPr/>
          <p:nvPr/>
        </p:nvSpPr>
        <p:spPr>
          <a:xfrm>
            <a:off x="6059999" y="4370965"/>
            <a:ext cx="1151978" cy="432048"/>
          </a:xfrm>
          <a:prstGeom prst="rect">
            <a:avLst/>
          </a:prstGeom>
          <a:ln w="28575"/>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400" b="1" dirty="0"/>
              <a:t>CPU F2</a:t>
            </a:r>
          </a:p>
        </p:txBody>
      </p:sp>
      <p:sp>
        <p:nvSpPr>
          <p:cNvPr id="20" name="Right Arrow 19"/>
          <p:cNvSpPr/>
          <p:nvPr/>
        </p:nvSpPr>
        <p:spPr>
          <a:xfrm>
            <a:off x="2604066" y="5883133"/>
            <a:ext cx="6983867" cy="360040"/>
          </a:xfrm>
          <a:prstGeom prst="rightArrow">
            <a:avLst/>
          </a:prstGeom>
          <a:ln w="28575">
            <a:solidFill>
              <a:schemeClr val="tx1">
                <a:lumMod val="75000"/>
                <a:lumOff val="2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GB" sz="1000" b="1" dirty="0">
                <a:solidFill>
                  <a:schemeClr val="tx1">
                    <a:lumMod val="85000"/>
                    <a:lumOff val="15000"/>
                  </a:schemeClr>
                </a:solidFill>
              </a:rPr>
              <a:t>Time</a:t>
            </a:r>
          </a:p>
        </p:txBody>
      </p:sp>
      <p:sp>
        <p:nvSpPr>
          <p:cNvPr id="12" name="Rectangle 11"/>
          <p:cNvSpPr/>
          <p:nvPr/>
        </p:nvSpPr>
        <p:spPr>
          <a:xfrm>
            <a:off x="6060000" y="5235061"/>
            <a:ext cx="2159959" cy="432048"/>
          </a:xfrm>
          <a:prstGeom prst="rect">
            <a:avLst/>
          </a:prstGeom>
          <a:ln w="28575"/>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400" b="1" dirty="0"/>
              <a:t>FS F1</a:t>
            </a:r>
          </a:p>
        </p:txBody>
      </p:sp>
      <p:sp>
        <p:nvSpPr>
          <p:cNvPr id="13" name="Rectangle 12"/>
          <p:cNvSpPr/>
          <p:nvPr/>
        </p:nvSpPr>
        <p:spPr>
          <a:xfrm>
            <a:off x="5052020" y="4803013"/>
            <a:ext cx="1007981" cy="432048"/>
          </a:xfrm>
          <a:prstGeom prst="rect">
            <a:avLst/>
          </a:prstGeom>
          <a:ln w="28575"/>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400" b="1" dirty="0"/>
              <a:t>VS+T F1</a:t>
            </a:r>
          </a:p>
        </p:txBody>
      </p:sp>
      <p:sp>
        <p:nvSpPr>
          <p:cNvPr id="14" name="Rectangle 13"/>
          <p:cNvSpPr/>
          <p:nvPr/>
        </p:nvSpPr>
        <p:spPr>
          <a:xfrm>
            <a:off x="3900041" y="4370965"/>
            <a:ext cx="1151978" cy="432048"/>
          </a:xfrm>
          <a:prstGeom prst="rect">
            <a:avLst/>
          </a:prstGeom>
          <a:ln w="28575"/>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400" b="1" dirty="0"/>
              <a:t>CPU F1</a:t>
            </a:r>
          </a:p>
        </p:txBody>
      </p:sp>
      <p:sp>
        <p:nvSpPr>
          <p:cNvPr id="9" name="Rectangle 8"/>
          <p:cNvSpPr/>
          <p:nvPr/>
        </p:nvSpPr>
        <p:spPr>
          <a:xfrm>
            <a:off x="3900042" y="5235061"/>
            <a:ext cx="2159959" cy="432048"/>
          </a:xfrm>
          <a:prstGeom prst="rect">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FS F0</a:t>
            </a:r>
          </a:p>
        </p:txBody>
      </p:sp>
      <p:sp>
        <p:nvSpPr>
          <p:cNvPr id="10" name="Rectangle 9"/>
          <p:cNvSpPr/>
          <p:nvPr/>
        </p:nvSpPr>
        <p:spPr>
          <a:xfrm>
            <a:off x="2892061" y="4803013"/>
            <a:ext cx="1007981" cy="432048"/>
          </a:xfrm>
          <a:prstGeom prst="rect">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VS+T F0</a:t>
            </a:r>
          </a:p>
        </p:txBody>
      </p:sp>
      <p:sp>
        <p:nvSpPr>
          <p:cNvPr id="11" name="Rectangle 10"/>
          <p:cNvSpPr/>
          <p:nvPr/>
        </p:nvSpPr>
        <p:spPr>
          <a:xfrm>
            <a:off x="1884080" y="4370965"/>
            <a:ext cx="1007981" cy="432048"/>
          </a:xfrm>
          <a:prstGeom prst="rect">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CPU F0</a:t>
            </a:r>
          </a:p>
        </p:txBody>
      </p:sp>
    </p:spTree>
    <p:extLst>
      <p:ext uri="{BB962C8B-B14F-4D97-AF65-F5344CB8AC3E}">
        <p14:creationId xmlns:p14="http://schemas.microsoft.com/office/powerpoint/2010/main" val="23276669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half" idx="1"/>
          </p:nvPr>
        </p:nvSpPr>
        <p:spPr/>
        <p:txBody>
          <a:bodyPr/>
          <a:lstStyle/>
          <a:p>
            <a:pPr marL="0" indent="0">
              <a:buNone/>
            </a:pPr>
            <a:r>
              <a:rPr lang="en-GB" sz="2000" dirty="0"/>
              <a:t>Mali processes all geometry before processing fragment shading</a:t>
            </a:r>
          </a:p>
          <a:p>
            <a:pPr lvl="1"/>
            <a:r>
              <a:rPr lang="en-GB" dirty="0"/>
              <a:t>Geometry pass outputs are large, so must be written to main memory</a:t>
            </a:r>
          </a:p>
          <a:p>
            <a:pPr lvl="5"/>
            <a:r>
              <a:rPr lang="en-GB" sz="1600" dirty="0"/>
              <a:t>Vertex shader output: varyings</a:t>
            </a:r>
          </a:p>
          <a:p>
            <a:pPr lvl="5"/>
            <a:r>
              <a:rPr lang="en-GB" sz="1600" dirty="0"/>
              <a:t>Tiler output: polygon list</a:t>
            </a:r>
          </a:p>
          <a:p>
            <a:pPr lvl="5"/>
            <a:endParaRPr lang="en-GB" sz="1600" dirty="0"/>
          </a:p>
          <a:p>
            <a:pPr lvl="5"/>
            <a:endParaRPr lang="en-GB" sz="1600" dirty="0"/>
          </a:p>
          <a:p>
            <a:pPr lvl="5"/>
            <a:endParaRPr lang="en-GB" sz="1600" dirty="0"/>
          </a:p>
          <a:p>
            <a:pPr lvl="5"/>
            <a:endParaRPr lang="en-GB" sz="1600" dirty="0"/>
          </a:p>
          <a:p>
            <a:pPr lvl="5"/>
            <a:endParaRPr lang="en-GB" sz="1600" dirty="0"/>
          </a:p>
          <a:p>
            <a:pPr lvl="5"/>
            <a:endParaRPr lang="en-GB" sz="1600" dirty="0"/>
          </a:p>
          <a:p>
            <a:pPr marL="0" indent="0">
              <a:buNone/>
            </a:pPr>
            <a:endParaRPr lang="en-GB" sz="2000" dirty="0"/>
          </a:p>
          <a:p>
            <a:pPr marL="0" indent="0">
              <a:buNone/>
            </a:pPr>
            <a:endParaRPr lang="en-GB" dirty="0"/>
          </a:p>
          <a:p>
            <a:pPr marL="0" indent="0">
              <a:buNone/>
            </a:pPr>
            <a:endParaRPr lang="en-GB" sz="2000" dirty="0"/>
          </a:p>
          <a:p>
            <a:pPr marL="0" indent="0">
              <a:buNone/>
            </a:pPr>
            <a:r>
              <a:rPr lang="en-GB" sz="2000" dirty="0"/>
              <a:t>Mali processes each 16x16 pixel tile to completion</a:t>
            </a:r>
          </a:p>
          <a:p>
            <a:pPr lvl="1"/>
            <a:r>
              <a:rPr lang="en-GB" dirty="0"/>
              <a:t>Fragment shading working set is small, so can keep in local memory</a:t>
            </a:r>
          </a:p>
          <a:p>
            <a:pPr lvl="5"/>
            <a:r>
              <a:rPr lang="en-GB" sz="1600" dirty="0"/>
              <a:t>Blending and multi-sampling is inexpensive</a:t>
            </a:r>
          </a:p>
          <a:p>
            <a:pPr lvl="5"/>
            <a:r>
              <a:rPr lang="en-GB" sz="1600" dirty="0"/>
              <a:t>Tile written back to memory only when complete, allowing transaction elimination and compression</a:t>
            </a:r>
          </a:p>
          <a:p>
            <a:pPr lvl="1"/>
            <a:endParaRPr lang="en-GB" dirty="0"/>
          </a:p>
          <a:p>
            <a:endParaRPr lang="en-GB" sz="2000" dirty="0"/>
          </a:p>
        </p:txBody>
      </p:sp>
      <p:sp>
        <p:nvSpPr>
          <p:cNvPr id="3" name="Title 2"/>
          <p:cNvSpPr>
            <a:spLocks noGrp="1"/>
          </p:cNvSpPr>
          <p:nvPr>
            <p:ph type="title"/>
          </p:nvPr>
        </p:nvSpPr>
        <p:spPr/>
        <p:txBody>
          <a:bodyPr>
            <a:normAutofit/>
          </a:bodyPr>
          <a:lstStyle/>
          <a:p>
            <a:r>
              <a:rPr lang="en-GB" dirty="0"/>
              <a:t>Mali Rendering Memory Traffic</a:t>
            </a:r>
          </a:p>
        </p:txBody>
      </p:sp>
      <p:grpSp>
        <p:nvGrpSpPr>
          <p:cNvPr id="2" name="Group 54"/>
          <p:cNvGrpSpPr/>
          <p:nvPr/>
        </p:nvGrpSpPr>
        <p:grpSpPr>
          <a:xfrm>
            <a:off x="1056096" y="2495482"/>
            <a:ext cx="6047884" cy="1728192"/>
            <a:chOff x="1053852" y="2852936"/>
            <a:chExt cx="6048672" cy="1728192"/>
          </a:xfrm>
        </p:grpSpPr>
        <p:sp>
          <p:nvSpPr>
            <p:cNvPr id="86" name="Rectangle 85"/>
            <p:cNvSpPr/>
            <p:nvPr/>
          </p:nvSpPr>
          <p:spPr>
            <a:xfrm>
              <a:off x="1053852" y="3933056"/>
              <a:ext cx="6048672" cy="648072"/>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lIns="144000" rtlCol="0" anchor="ctr"/>
            <a:lstStyle/>
            <a:p>
              <a:pPr algn="l"/>
              <a:r>
                <a:rPr lang="en-GB" b="1" dirty="0">
                  <a:solidFill>
                    <a:schemeClr val="tx1">
                      <a:lumMod val="75000"/>
                      <a:lumOff val="25000"/>
                    </a:schemeClr>
                  </a:solidFill>
                </a:rPr>
                <a:t>DDR</a:t>
              </a:r>
            </a:p>
          </p:txBody>
        </p:sp>
        <p:sp>
          <p:nvSpPr>
            <p:cNvPr id="85" name="Rectangle 84"/>
            <p:cNvSpPr/>
            <p:nvPr/>
          </p:nvSpPr>
          <p:spPr>
            <a:xfrm>
              <a:off x="1053852" y="2852936"/>
              <a:ext cx="4320480" cy="648072"/>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lIns="144000" rtlCol="0" anchor="ctr"/>
            <a:lstStyle/>
            <a:p>
              <a:pPr algn="l"/>
              <a:r>
                <a:rPr lang="en-GB" b="1" dirty="0">
                  <a:solidFill>
                    <a:schemeClr val="tx1">
                      <a:lumMod val="75000"/>
                      <a:lumOff val="25000"/>
                    </a:schemeClr>
                  </a:solidFill>
                </a:rPr>
                <a:t>GPU</a:t>
              </a:r>
            </a:p>
          </p:txBody>
        </p:sp>
        <p:sp>
          <p:nvSpPr>
            <p:cNvPr id="19" name="Rectangle 18"/>
            <p:cNvSpPr/>
            <p:nvPr/>
          </p:nvSpPr>
          <p:spPr>
            <a:xfrm>
              <a:off x="2061964" y="2924944"/>
              <a:ext cx="1440160" cy="504056"/>
            </a:xfrm>
            <a:prstGeom prst="rect">
              <a:avLst/>
            </a:prstGeom>
            <a:ln w="28575"/>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400" b="1" dirty="0"/>
                <a:t>Vertex</a:t>
              </a:r>
              <a:br>
                <a:rPr lang="en-GB" sz="1400" b="1" dirty="0"/>
              </a:br>
              <a:r>
                <a:rPr lang="en-GB" sz="1400" b="1" dirty="0"/>
                <a:t>Shader</a:t>
              </a:r>
            </a:p>
          </p:txBody>
        </p:sp>
        <p:cxnSp>
          <p:nvCxnSpPr>
            <p:cNvPr id="28" name="Straight Connector 27"/>
            <p:cNvCxnSpPr/>
            <p:nvPr/>
          </p:nvCxnSpPr>
          <p:spPr>
            <a:xfrm flipV="1">
              <a:off x="2566020" y="3429000"/>
              <a:ext cx="0" cy="576064"/>
            </a:xfrm>
            <a:prstGeom prst="line">
              <a:avLst/>
            </a:prstGeom>
            <a:ln>
              <a:solidFill>
                <a:schemeClr val="tx1">
                  <a:lumMod val="75000"/>
                  <a:lumOff val="2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p:cNvCxnSpPr>
              <a:stCxn id="19" idx="3"/>
              <a:endCxn id="22" idx="1"/>
            </p:cNvCxnSpPr>
            <p:nvPr/>
          </p:nvCxnSpPr>
          <p:spPr>
            <a:xfrm>
              <a:off x="3502124" y="3176972"/>
              <a:ext cx="576064" cy="0"/>
            </a:xfrm>
            <a:prstGeom prst="line">
              <a:avLst/>
            </a:prstGeom>
            <a:ln>
              <a:solidFill>
                <a:schemeClr val="tx1">
                  <a:lumMod val="75000"/>
                  <a:lumOff val="2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4870276" y="3429000"/>
              <a:ext cx="0" cy="576064"/>
            </a:xfrm>
            <a:prstGeom prst="line">
              <a:avLst/>
            </a:prstGeom>
            <a:ln>
              <a:solidFill>
                <a:schemeClr val="tx1">
                  <a:lumMod val="75000"/>
                  <a:lumOff val="2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2061964" y="4005064"/>
              <a:ext cx="1440160" cy="504056"/>
            </a:xfrm>
            <a:prstGeom prst="rect">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Vertex</a:t>
              </a:r>
              <a:br>
                <a:rPr lang="en-GB" sz="1400" b="1" dirty="0"/>
              </a:br>
              <a:r>
                <a:rPr lang="en-GB" sz="1400" b="1" dirty="0"/>
                <a:t>Attributes</a:t>
              </a:r>
            </a:p>
          </p:txBody>
        </p:sp>
        <p:sp>
          <p:nvSpPr>
            <p:cNvPr id="22" name="Rectangle 21"/>
            <p:cNvSpPr/>
            <p:nvPr/>
          </p:nvSpPr>
          <p:spPr>
            <a:xfrm>
              <a:off x="4078188" y="2924944"/>
              <a:ext cx="1152128" cy="504056"/>
            </a:xfrm>
            <a:prstGeom prst="rect">
              <a:avLst/>
            </a:prstGeom>
            <a:ln w="28575"/>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400" b="1" dirty="0"/>
                <a:t>Tiler</a:t>
              </a:r>
            </a:p>
          </p:txBody>
        </p:sp>
        <p:cxnSp>
          <p:nvCxnSpPr>
            <p:cNvPr id="49" name="Straight Connector 48"/>
            <p:cNvCxnSpPr/>
            <p:nvPr/>
          </p:nvCxnSpPr>
          <p:spPr>
            <a:xfrm>
              <a:off x="4438228" y="3717032"/>
              <a:ext cx="0" cy="288032"/>
            </a:xfrm>
            <a:prstGeom prst="line">
              <a:avLst/>
            </a:prstGeom>
            <a:ln>
              <a:solidFill>
                <a:schemeClr val="tx1">
                  <a:lumMod val="75000"/>
                  <a:lumOff val="2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p:cNvCxnSpPr/>
            <p:nvPr/>
          </p:nvCxnSpPr>
          <p:spPr>
            <a:xfrm>
              <a:off x="3070076" y="3429000"/>
              <a:ext cx="0" cy="288032"/>
            </a:xfrm>
            <a:prstGeom prst="line">
              <a:avLst/>
            </a:prstGeom>
            <a:ln>
              <a:solidFill>
                <a:schemeClr val="tx1">
                  <a:lumMod val="75000"/>
                  <a:lumOff val="25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flipH="1">
              <a:off x="3070076" y="3717032"/>
              <a:ext cx="1368152" cy="0"/>
            </a:xfrm>
            <a:prstGeom prst="line">
              <a:avLst/>
            </a:prstGeom>
            <a:ln cap="sq">
              <a:solidFill>
                <a:schemeClr val="tx1">
                  <a:lumMod val="75000"/>
                  <a:lumOff val="25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078188" y="4005064"/>
              <a:ext cx="2880320" cy="504056"/>
            </a:xfrm>
            <a:prstGeom prst="rect">
              <a:avLst/>
            </a:prstGeom>
            <a:ln w="28575"/>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400" b="1" dirty="0"/>
                <a:t>Geometry Working Set (Polygon List + Varyings)</a:t>
              </a:r>
            </a:p>
          </p:txBody>
        </p:sp>
      </p:grpSp>
      <p:grpSp>
        <p:nvGrpSpPr>
          <p:cNvPr id="4" name="Group 37"/>
          <p:cNvGrpSpPr/>
          <p:nvPr/>
        </p:nvGrpSpPr>
        <p:grpSpPr>
          <a:xfrm>
            <a:off x="5376012" y="2351466"/>
            <a:ext cx="5327898" cy="1872208"/>
            <a:chOff x="5374332" y="2708920"/>
            <a:chExt cx="5328592" cy="1872208"/>
          </a:xfrm>
        </p:grpSpPr>
        <p:sp>
          <p:nvSpPr>
            <p:cNvPr id="34" name="Rectangle 33"/>
            <p:cNvSpPr/>
            <p:nvPr/>
          </p:nvSpPr>
          <p:spPr>
            <a:xfrm>
              <a:off x="5374332" y="2852936"/>
              <a:ext cx="5328592" cy="648072"/>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lIns="144000" rtlCol="0" anchor="ctr"/>
            <a:lstStyle/>
            <a:p>
              <a:endParaRPr lang="en-GB" b="1" dirty="0">
                <a:solidFill>
                  <a:schemeClr val="tx1">
                    <a:lumMod val="75000"/>
                    <a:lumOff val="25000"/>
                  </a:schemeClr>
                </a:solidFill>
              </a:endParaRPr>
            </a:p>
          </p:txBody>
        </p:sp>
        <p:sp>
          <p:nvSpPr>
            <p:cNvPr id="32" name="Rectangle 31"/>
            <p:cNvSpPr/>
            <p:nvPr/>
          </p:nvSpPr>
          <p:spPr>
            <a:xfrm>
              <a:off x="7102524" y="3933056"/>
              <a:ext cx="3600400" cy="648072"/>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lIns="144000" rtlCol="0" anchor="ctr"/>
            <a:lstStyle/>
            <a:p>
              <a:endParaRPr lang="en-GB" b="1" dirty="0">
                <a:solidFill>
                  <a:schemeClr val="tx1">
                    <a:lumMod val="75000"/>
                    <a:lumOff val="25000"/>
                  </a:schemeClr>
                </a:solidFill>
              </a:endParaRPr>
            </a:p>
          </p:txBody>
        </p:sp>
        <p:sp>
          <p:nvSpPr>
            <p:cNvPr id="27" name="Rectangle 26"/>
            <p:cNvSpPr/>
            <p:nvPr/>
          </p:nvSpPr>
          <p:spPr>
            <a:xfrm>
              <a:off x="9118748" y="4005064"/>
              <a:ext cx="1440160" cy="504056"/>
            </a:xfrm>
            <a:prstGeom prst="rect">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Framebuffer</a:t>
              </a:r>
            </a:p>
          </p:txBody>
        </p:sp>
        <p:cxnSp>
          <p:nvCxnSpPr>
            <p:cNvPr id="62" name="Straight Connector 61"/>
            <p:cNvCxnSpPr>
              <a:stCxn id="24" idx="0"/>
            </p:cNvCxnSpPr>
            <p:nvPr/>
          </p:nvCxnSpPr>
          <p:spPr>
            <a:xfrm flipV="1">
              <a:off x="8110636" y="3429000"/>
              <a:ext cx="0" cy="576064"/>
            </a:xfrm>
            <a:prstGeom prst="line">
              <a:avLst/>
            </a:prstGeom>
            <a:ln>
              <a:solidFill>
                <a:schemeClr val="tx1">
                  <a:lumMod val="75000"/>
                  <a:lumOff val="2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3" name="Straight Connector 62"/>
            <p:cNvCxnSpPr>
              <a:stCxn id="26" idx="2"/>
              <a:endCxn id="27" idx="0"/>
            </p:cNvCxnSpPr>
            <p:nvPr/>
          </p:nvCxnSpPr>
          <p:spPr>
            <a:xfrm>
              <a:off x="9838828" y="3429000"/>
              <a:ext cx="0" cy="576064"/>
            </a:xfrm>
            <a:prstGeom prst="line">
              <a:avLst/>
            </a:prstGeom>
            <a:ln>
              <a:solidFill>
                <a:schemeClr val="tx1">
                  <a:lumMod val="75000"/>
                  <a:lumOff val="2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8686700" y="2996952"/>
              <a:ext cx="432048" cy="0"/>
            </a:xfrm>
            <a:prstGeom prst="line">
              <a:avLst/>
            </a:prstGeom>
            <a:ln>
              <a:solidFill>
                <a:schemeClr val="tx1">
                  <a:lumMod val="75000"/>
                  <a:lumOff val="2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9" name="Straight Connector 68"/>
            <p:cNvCxnSpPr/>
            <p:nvPr/>
          </p:nvCxnSpPr>
          <p:spPr>
            <a:xfrm>
              <a:off x="8686700" y="3284984"/>
              <a:ext cx="432048" cy="0"/>
            </a:xfrm>
            <a:prstGeom prst="line">
              <a:avLst/>
            </a:prstGeom>
            <a:ln>
              <a:solidFill>
                <a:schemeClr val="tx1">
                  <a:lumMod val="75000"/>
                  <a:lumOff val="2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0" name="Straight Connector 69"/>
            <p:cNvCxnSpPr/>
            <p:nvPr/>
          </p:nvCxnSpPr>
          <p:spPr>
            <a:xfrm flipH="1">
              <a:off x="8686700" y="3356992"/>
              <a:ext cx="432048" cy="0"/>
            </a:xfrm>
            <a:prstGeom prst="line">
              <a:avLst/>
            </a:prstGeom>
            <a:ln>
              <a:solidFill>
                <a:schemeClr val="tx1">
                  <a:lumMod val="75000"/>
                  <a:lumOff val="2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1" name="Straight Connector 70"/>
            <p:cNvCxnSpPr/>
            <p:nvPr/>
          </p:nvCxnSpPr>
          <p:spPr>
            <a:xfrm flipH="1">
              <a:off x="8686700" y="3068960"/>
              <a:ext cx="432048" cy="0"/>
            </a:xfrm>
            <a:prstGeom prst="line">
              <a:avLst/>
            </a:prstGeom>
            <a:ln>
              <a:solidFill>
                <a:schemeClr val="tx1">
                  <a:lumMod val="75000"/>
                  <a:lumOff val="2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9" name="Straight Connector 78"/>
            <p:cNvCxnSpPr/>
            <p:nvPr/>
          </p:nvCxnSpPr>
          <p:spPr>
            <a:xfrm>
              <a:off x="8686700" y="3149352"/>
              <a:ext cx="432048" cy="0"/>
            </a:xfrm>
            <a:prstGeom prst="line">
              <a:avLst/>
            </a:prstGeom>
            <a:ln>
              <a:solidFill>
                <a:schemeClr val="tx1">
                  <a:lumMod val="75000"/>
                  <a:lumOff val="2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flipH="1">
              <a:off x="8686700" y="3221360"/>
              <a:ext cx="432048" cy="0"/>
            </a:xfrm>
            <a:prstGeom prst="line">
              <a:avLst/>
            </a:prstGeom>
            <a:ln>
              <a:solidFill>
                <a:schemeClr val="tx1">
                  <a:lumMod val="75000"/>
                  <a:lumOff val="2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flipV="1">
              <a:off x="5518348" y="2708920"/>
              <a:ext cx="0" cy="936104"/>
            </a:xfrm>
            <a:prstGeom prst="line">
              <a:avLst/>
            </a:prstGeom>
            <a:ln>
              <a:solidFill>
                <a:schemeClr val="tx1">
                  <a:lumMod val="75000"/>
                  <a:lumOff val="25000"/>
                </a:schemeClr>
              </a:solidFill>
              <a:prstDash val="sysDot"/>
              <a:tailEnd type="none"/>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534572" y="4005064"/>
              <a:ext cx="1152128" cy="504056"/>
            </a:xfrm>
            <a:prstGeom prst="rect">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Textures</a:t>
              </a:r>
            </a:p>
          </p:txBody>
        </p:sp>
        <p:sp>
          <p:nvSpPr>
            <p:cNvPr id="26" name="Rectangle 25"/>
            <p:cNvSpPr/>
            <p:nvPr/>
          </p:nvSpPr>
          <p:spPr>
            <a:xfrm>
              <a:off x="9118748" y="2924944"/>
              <a:ext cx="1440160" cy="504056"/>
            </a:xfrm>
            <a:prstGeom prst="rect">
              <a:avLst/>
            </a:prstGeom>
            <a:ln w="28575"/>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400" b="1" dirty="0"/>
                <a:t>Local</a:t>
              </a:r>
              <a:br>
                <a:rPr lang="en-GB" sz="1400" b="1" dirty="0"/>
              </a:br>
              <a:r>
                <a:rPr lang="en-GB" sz="1400" b="1" dirty="0"/>
                <a:t>Tile Memory</a:t>
              </a:r>
            </a:p>
          </p:txBody>
        </p:sp>
        <p:sp>
          <p:nvSpPr>
            <p:cNvPr id="23" name="Rectangle 22"/>
            <p:cNvSpPr/>
            <p:nvPr/>
          </p:nvSpPr>
          <p:spPr>
            <a:xfrm>
              <a:off x="5806380" y="2924944"/>
              <a:ext cx="2880320" cy="504056"/>
            </a:xfrm>
            <a:prstGeom prst="rect">
              <a:avLst/>
            </a:prstGeom>
            <a:ln w="28575"/>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400" b="1" dirty="0"/>
                <a:t>Fragment</a:t>
              </a:r>
              <a:br>
                <a:rPr lang="en-GB" sz="1400" b="1" dirty="0"/>
              </a:br>
              <a:r>
                <a:rPr lang="en-GB" sz="1400" b="1" dirty="0"/>
                <a:t>Shader</a:t>
              </a:r>
            </a:p>
          </p:txBody>
        </p:sp>
        <p:cxnSp>
          <p:nvCxnSpPr>
            <p:cNvPr id="39" name="Straight Connector 38"/>
            <p:cNvCxnSpPr/>
            <p:nvPr/>
          </p:nvCxnSpPr>
          <p:spPr>
            <a:xfrm flipV="1">
              <a:off x="6382444" y="3429000"/>
              <a:ext cx="0" cy="576064"/>
            </a:xfrm>
            <a:prstGeom prst="line">
              <a:avLst/>
            </a:prstGeom>
            <a:ln>
              <a:solidFill>
                <a:schemeClr val="tx1">
                  <a:lumMod val="75000"/>
                  <a:lumOff val="25000"/>
                </a:schemeClr>
              </a:solidFill>
              <a:tailEnd type="triangle"/>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007928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7835908"/>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2.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mso-contentType ?>
<customXsn xmlns="http://schemas.microsoft.com/office/2006/metadata/customXsn">
  <xsnLocation/>
  <cached>True</cached>
  <openByDefault>True</openByDefault>
  <xsnScope/>
</customXsn>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2.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4.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5.xml><?xml version="1.0" encoding="utf-8"?>
<ds:datastoreItem xmlns:ds="http://schemas.openxmlformats.org/officeDocument/2006/customXml" ds:itemID="{82EFBBFE-5AFC-4CAD-AD38-1CB870BDB2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Arm_Public_2026</Template>
  <TotalTime>21</TotalTime>
  <Words>2668</Words>
  <Application>Microsoft Office PowerPoint</Application>
  <PresentationFormat>Widescreen</PresentationFormat>
  <Paragraphs>499</Paragraphs>
  <Slides>27</Slides>
  <Notes>26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27</vt:i4>
      </vt:variant>
    </vt:vector>
  </HeadingPairs>
  <TitlesOfParts>
    <vt:vector size="37" baseType="lpstr">
      <vt:lpstr>ＭＳ Ｐゴシック</vt:lpstr>
      <vt:lpstr>ＭＳ Ｐゴシック</vt:lpstr>
      <vt:lpstr>Arial</vt:lpstr>
      <vt:lpstr>Calibri</vt:lpstr>
      <vt:lpstr>Calibri Light</vt:lpstr>
      <vt:lpstr>Courier New</vt:lpstr>
      <vt:lpstr>Roboto</vt:lpstr>
      <vt:lpstr>Wingdings</vt:lpstr>
      <vt:lpstr>Arm_Public_2026_Lightmode</vt:lpstr>
      <vt:lpstr>Arm_Public_2026_Darkmode</vt:lpstr>
      <vt:lpstr>GPU  Architecture and  Mali GPU</vt:lpstr>
      <vt:lpstr>Module Syllabus</vt:lpstr>
      <vt:lpstr>GPU Architectures: Hardware Evolution</vt:lpstr>
      <vt:lpstr>OpenGL ES Pipelines:1.0/2.0</vt:lpstr>
      <vt:lpstr>GPU Hardware Generation 1</vt:lpstr>
      <vt:lpstr>GPU Hardware Generation 2</vt:lpstr>
      <vt:lpstr>GPU Hardware Generation 3</vt:lpstr>
      <vt:lpstr>GPU Hardware Generation 4</vt:lpstr>
      <vt:lpstr>GPU Hardware Generation 5 </vt:lpstr>
      <vt:lpstr>Why Go Unified?</vt:lpstr>
      <vt:lpstr>Tessellation Shaders? </vt:lpstr>
      <vt:lpstr>Geometry Processor</vt:lpstr>
      <vt:lpstr>GPU Architecture Design Principles: Overview</vt:lpstr>
      <vt:lpstr>GPU Design Principles</vt:lpstr>
      <vt:lpstr>CPU-style Processing Core</vt:lpstr>
      <vt:lpstr>Remove Excess Logic</vt:lpstr>
      <vt:lpstr>Lengthen the Pipe</vt:lpstr>
      <vt:lpstr>Scale via Multiple Instances</vt:lpstr>
      <vt:lpstr>Summary</vt:lpstr>
      <vt:lpstr>GPU Memory Systems</vt:lpstr>
      <vt:lpstr>GPU Rendering Approaches</vt:lpstr>
      <vt:lpstr>Competing Architectures: Immediate</vt:lpstr>
      <vt:lpstr>Competing Architectures: Deferred</vt:lpstr>
      <vt:lpstr>Mali Architecture: Hybrid Renderer</vt:lpstr>
      <vt:lpstr>Mali Architecture: Mali Rendering Pipeline</vt:lpstr>
      <vt:lpstr>Mali Rendering Memory Traffic</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2026-08-03T10:23:28Z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