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33"/>
  </p:notesMasterIdLst>
  <p:handoutMasterIdLst>
    <p:handoutMasterId r:id="rId34"/>
  </p:handout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372" r:id="rId3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C9E8B0-70D0-4923-A467-3E3F4E542633}" v="10" dt="2026-08-03T13:02:02.768"/>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20" autoAdjust="0"/>
    <p:restoredTop sz="72803" autoAdjust="0"/>
  </p:normalViewPr>
  <p:slideViewPr>
    <p:cSldViewPr snapToGrid="0">
      <p:cViewPr varScale="1">
        <p:scale>
          <a:sx n="70" d="100"/>
          <a:sy n="70" d="100"/>
        </p:scale>
        <p:origin x="636" y="6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microsoft.com/office/2016/11/relationships/changesInfo" Target="changesInfos/changesInfo1.xml"/><Relationship Id="rId21" Type="http://schemas.openxmlformats.org/officeDocument/2006/relationships/slide" Target="slides/slide14.xml"/><Relationship Id="rId34" Type="http://schemas.openxmlformats.org/officeDocument/2006/relationships/handoutMaster" Target="handoutMasters/handoutMaster1.xml"/><Relationship Id="rId7" Type="http://schemas.openxmlformats.org/officeDocument/2006/relationships/slideMaster" Target="slideMasters/slideMaster2.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presProps" Target="presProps.xml"/><Relationship Id="rId8" Type="http://schemas.openxmlformats.org/officeDocument/2006/relationships/slide" Target="slides/slide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undo custSel addSld delSld modSld">
      <pc:chgData name="Tom Carter" userId="db1a6269-4a98-40f4-850a-a379349c8455" providerId="ADAL" clId="{ABAF003C-6A2E-48CA-BA6D-D6D12E9B1187}" dt="2026-08-03T13:12:36.086" v="142" actId="20577"/>
      <pc:docMkLst>
        <pc:docMk/>
      </pc:docMkLst>
      <pc:sldChg chg="delSp modSp add mod">
        <pc:chgData name="Tom Carter" userId="db1a6269-4a98-40f4-850a-a379349c8455" providerId="ADAL" clId="{ABAF003C-6A2E-48CA-BA6D-D6D12E9B1187}" dt="2026-08-03T12:53:21.725" v="16" actId="478"/>
        <pc:sldMkLst>
          <pc:docMk/>
          <pc:sldMk cId="1237245834" sldId="256"/>
        </pc:sldMkLst>
        <pc:spChg chg="mod">
          <ac:chgData name="Tom Carter" userId="db1a6269-4a98-40f4-850a-a379349c8455" providerId="ADAL" clId="{ABAF003C-6A2E-48CA-BA6D-D6D12E9B1187}" dt="2026-08-03T12:53:16.765" v="13" actId="20577"/>
          <ac:spMkLst>
            <pc:docMk/>
            <pc:sldMk cId="1237245834" sldId="256"/>
            <ac:spMk id="2" creationId="{720272F2-7B4D-556D-DB89-999AA9031C3F}"/>
          </ac:spMkLst>
        </pc:spChg>
        <pc:spChg chg="del">
          <ac:chgData name="Tom Carter" userId="db1a6269-4a98-40f4-850a-a379349c8455" providerId="ADAL" clId="{ABAF003C-6A2E-48CA-BA6D-D6D12E9B1187}" dt="2026-08-03T12:53:18.695" v="14" actId="478"/>
          <ac:spMkLst>
            <pc:docMk/>
            <pc:sldMk cId="1237245834" sldId="256"/>
            <ac:spMk id="3" creationId="{C27EAAE4-2E78-323A-D4DB-3FBFA04767FD}"/>
          </ac:spMkLst>
        </pc:spChg>
        <pc:spChg chg="del">
          <ac:chgData name="Tom Carter" userId="db1a6269-4a98-40f4-850a-a379349c8455" providerId="ADAL" clId="{ABAF003C-6A2E-48CA-BA6D-D6D12E9B1187}" dt="2026-08-03T12:53:21.725" v="16" actId="478"/>
          <ac:spMkLst>
            <pc:docMk/>
            <pc:sldMk cId="1237245834" sldId="256"/>
            <ac:spMk id="4" creationId="{E07DBF81-FE80-E66F-853C-A39999BF06B3}"/>
          </ac:spMkLst>
        </pc:spChg>
        <pc:spChg chg="del">
          <ac:chgData name="Tom Carter" userId="db1a6269-4a98-40f4-850a-a379349c8455" providerId="ADAL" clId="{ABAF003C-6A2E-48CA-BA6D-D6D12E9B1187}" dt="2026-08-03T12:53:20.325" v="15" actId="478"/>
          <ac:spMkLst>
            <pc:docMk/>
            <pc:sldMk cId="1237245834" sldId="256"/>
            <ac:spMk id="5" creationId="{73E54964-AE45-B120-54CD-151230035D18}"/>
          </ac:spMkLst>
        </pc:spChg>
      </pc:sldChg>
      <pc:sldChg chg="modSp mod">
        <pc:chgData name="Tom Carter" userId="db1a6269-4a98-40f4-850a-a379349c8455" providerId="ADAL" clId="{ABAF003C-6A2E-48CA-BA6D-D6D12E9B1187}" dt="2026-08-03T12:53:32.312" v="18" actId="20577"/>
        <pc:sldMkLst>
          <pc:docMk/>
          <pc:sldMk cId="2018285740" sldId="257"/>
        </pc:sldMkLst>
        <pc:spChg chg="mod">
          <ac:chgData name="Tom Carter" userId="db1a6269-4a98-40f4-850a-a379349c8455" providerId="ADAL" clId="{ABAF003C-6A2E-48CA-BA6D-D6D12E9B1187}" dt="2026-08-03T12:53:32.312" v="18" actId="20577"/>
          <ac:spMkLst>
            <pc:docMk/>
            <pc:sldMk cId="2018285740" sldId="257"/>
            <ac:spMk id="2" creationId="{DACC4D12-345F-495C-83EA-FD50EA917A24}"/>
          </ac:spMkLst>
        </pc:spChg>
      </pc:sldChg>
      <pc:sldChg chg="modSp mod">
        <pc:chgData name="Tom Carter" userId="db1a6269-4a98-40f4-850a-a379349c8455" providerId="ADAL" clId="{ABAF003C-6A2E-48CA-BA6D-D6D12E9B1187}" dt="2026-08-03T12:53:40.912" v="20" actId="20577"/>
        <pc:sldMkLst>
          <pc:docMk/>
          <pc:sldMk cId="3022523191" sldId="258"/>
        </pc:sldMkLst>
        <pc:spChg chg="mod">
          <ac:chgData name="Tom Carter" userId="db1a6269-4a98-40f4-850a-a379349c8455" providerId="ADAL" clId="{ABAF003C-6A2E-48CA-BA6D-D6D12E9B1187}" dt="2026-08-03T12:53:40.912" v="20" actId="20577"/>
          <ac:spMkLst>
            <pc:docMk/>
            <pc:sldMk cId="3022523191" sldId="258"/>
            <ac:spMk id="2" creationId="{00000000-0000-0000-0000-000000000000}"/>
          </ac:spMkLst>
        </pc:spChg>
      </pc:sldChg>
      <pc:sldChg chg="addSp delSp modSp mod modNotesTx">
        <pc:chgData name="Tom Carter" userId="db1a6269-4a98-40f4-850a-a379349c8455" providerId="ADAL" clId="{ABAF003C-6A2E-48CA-BA6D-D6D12E9B1187}" dt="2026-08-03T13:02:02.768" v="78"/>
        <pc:sldMkLst>
          <pc:docMk/>
          <pc:sldMk cId="2006114182" sldId="259"/>
        </pc:sldMkLst>
        <pc:spChg chg="mod">
          <ac:chgData name="Tom Carter" userId="db1a6269-4a98-40f4-850a-a379349c8455" providerId="ADAL" clId="{ABAF003C-6A2E-48CA-BA6D-D6D12E9B1187}" dt="2026-08-03T13:00:01.125" v="29" actId="20577"/>
          <ac:spMkLst>
            <pc:docMk/>
            <pc:sldMk cId="2006114182" sldId="259"/>
            <ac:spMk id="2" creationId="{00000000-0000-0000-0000-000000000000}"/>
          </ac:spMkLst>
        </pc:spChg>
        <pc:spChg chg="mod">
          <ac:chgData name="Tom Carter" userId="db1a6269-4a98-40f4-850a-a379349c8455" providerId="ADAL" clId="{ABAF003C-6A2E-48CA-BA6D-D6D12E9B1187}" dt="2026-08-03T13:01:23.317" v="37" actId="1076"/>
          <ac:spMkLst>
            <pc:docMk/>
            <pc:sldMk cId="2006114182" sldId="259"/>
            <ac:spMk id="3" creationId="{00000000-0000-0000-0000-000000000000}"/>
          </ac:spMkLst>
        </pc:spChg>
        <pc:spChg chg="del">
          <ac:chgData name="Tom Carter" userId="db1a6269-4a98-40f4-850a-a379349c8455" providerId="ADAL" clId="{ABAF003C-6A2E-48CA-BA6D-D6D12E9B1187}" dt="2026-08-03T13:01:18.868" v="35" actId="478"/>
          <ac:spMkLst>
            <pc:docMk/>
            <pc:sldMk cId="2006114182" sldId="259"/>
            <ac:spMk id="72" creationId="{00000000-0000-0000-0000-000000000000}"/>
          </ac:spMkLst>
        </pc:spChg>
        <pc:spChg chg="del">
          <ac:chgData name="Tom Carter" userId="db1a6269-4a98-40f4-850a-a379349c8455" providerId="ADAL" clId="{ABAF003C-6A2E-48CA-BA6D-D6D12E9B1187}" dt="2026-08-03T13:01:17.210" v="34" actId="478"/>
          <ac:spMkLst>
            <pc:docMk/>
            <pc:sldMk cId="2006114182" sldId="259"/>
            <ac:spMk id="73" creationId="{00000000-0000-0000-0000-000000000000}"/>
          </ac:spMkLst>
        </pc:spChg>
        <pc:spChg chg="del">
          <ac:chgData name="Tom Carter" userId="db1a6269-4a98-40f4-850a-a379349c8455" providerId="ADAL" clId="{ABAF003C-6A2E-48CA-BA6D-D6D12E9B1187}" dt="2026-08-03T13:01:27.809" v="38" actId="478"/>
          <ac:spMkLst>
            <pc:docMk/>
            <pc:sldMk cId="2006114182" sldId="259"/>
            <ac:spMk id="108" creationId="{00000000-0000-0000-0000-000000000000}"/>
          </ac:spMkLst>
        </pc:spChg>
        <pc:spChg chg="add mod">
          <ac:chgData name="Tom Carter" userId="db1a6269-4a98-40f4-850a-a379349c8455" providerId="ADAL" clId="{ABAF003C-6A2E-48CA-BA6D-D6D12E9B1187}" dt="2026-08-03T13:01:02.883" v="32"/>
          <ac:spMkLst>
            <pc:docMk/>
            <pc:sldMk cId="2006114182" sldId="259"/>
            <ac:spMk id="164" creationId="{964D81B2-3AB8-B139-C088-54C52A769E4F}"/>
          </ac:spMkLst>
        </pc:spChg>
        <pc:spChg chg="add mod">
          <ac:chgData name="Tom Carter" userId="db1a6269-4a98-40f4-850a-a379349c8455" providerId="ADAL" clId="{ABAF003C-6A2E-48CA-BA6D-D6D12E9B1187}" dt="2026-08-03T13:01:02.883" v="32"/>
          <ac:spMkLst>
            <pc:docMk/>
            <pc:sldMk cId="2006114182" sldId="259"/>
            <ac:spMk id="170" creationId="{3B5DF110-AF0A-1677-8726-1EFC92438370}"/>
          </ac:spMkLst>
        </pc:spChg>
        <pc:spChg chg="add mod">
          <ac:chgData name="Tom Carter" userId="db1a6269-4a98-40f4-850a-a379349c8455" providerId="ADAL" clId="{ABAF003C-6A2E-48CA-BA6D-D6D12E9B1187}" dt="2026-08-03T13:01:02.883" v="32"/>
          <ac:spMkLst>
            <pc:docMk/>
            <pc:sldMk cId="2006114182" sldId="259"/>
            <ac:spMk id="262" creationId="{803B9E4E-7BDF-76FD-F5E7-06463D159A69}"/>
          </ac:spMkLst>
        </pc:spChg>
        <pc:spChg chg="del">
          <ac:chgData name="Tom Carter" userId="db1a6269-4a98-40f4-850a-a379349c8455" providerId="ADAL" clId="{ABAF003C-6A2E-48CA-BA6D-D6D12E9B1187}" dt="2026-08-03T13:01:27.809" v="38" actId="478"/>
          <ac:spMkLst>
            <pc:docMk/>
            <pc:sldMk cId="2006114182" sldId="259"/>
            <ac:spMk id="353" creationId="{00000000-0000-0000-0000-000000000000}"/>
          </ac:spMkLst>
        </pc:spChg>
        <pc:spChg chg="del">
          <ac:chgData name="Tom Carter" userId="db1a6269-4a98-40f4-850a-a379349c8455" providerId="ADAL" clId="{ABAF003C-6A2E-48CA-BA6D-D6D12E9B1187}" dt="2026-08-03T13:01:27.809" v="38" actId="478"/>
          <ac:spMkLst>
            <pc:docMk/>
            <pc:sldMk cId="2006114182" sldId="259"/>
            <ac:spMk id="375" creationId="{00000000-0000-0000-0000-000000000000}"/>
          </ac:spMkLst>
        </pc:spChg>
        <pc:spChg chg="del">
          <ac:chgData name="Tom Carter" userId="db1a6269-4a98-40f4-850a-a379349c8455" providerId="ADAL" clId="{ABAF003C-6A2E-48CA-BA6D-D6D12E9B1187}" dt="2026-08-03T13:01:27.809" v="38" actId="478"/>
          <ac:spMkLst>
            <pc:docMk/>
            <pc:sldMk cId="2006114182" sldId="259"/>
            <ac:spMk id="406" creationId="{00000000-0000-0000-0000-000000000000}"/>
          </ac:spMkLst>
        </pc:spChg>
        <pc:spChg chg="del">
          <ac:chgData name="Tom Carter" userId="db1a6269-4a98-40f4-850a-a379349c8455" providerId="ADAL" clId="{ABAF003C-6A2E-48CA-BA6D-D6D12E9B1187}" dt="2026-08-03T13:01:27.809" v="38" actId="478"/>
          <ac:spMkLst>
            <pc:docMk/>
            <pc:sldMk cId="2006114182" sldId="259"/>
            <ac:spMk id="430" creationId="{00000000-0000-0000-0000-000000000000}"/>
          </ac:spMkLst>
        </pc:spChg>
        <pc:spChg chg="add mod">
          <ac:chgData name="Tom Carter" userId="db1a6269-4a98-40f4-850a-a379349c8455" providerId="ADAL" clId="{ABAF003C-6A2E-48CA-BA6D-D6D12E9B1187}" dt="2026-08-03T13:01:02.883" v="32"/>
          <ac:spMkLst>
            <pc:docMk/>
            <pc:sldMk cId="2006114182" sldId="259"/>
            <ac:spMk id="461" creationId="{C8B2C364-DA9E-D8B2-FEE1-4BD40AFA005B}"/>
          </ac:spMkLst>
        </pc:spChg>
        <pc:spChg chg="del">
          <ac:chgData name="Tom Carter" userId="db1a6269-4a98-40f4-850a-a379349c8455" providerId="ADAL" clId="{ABAF003C-6A2E-48CA-BA6D-D6D12E9B1187}" dt="2026-08-03T13:01:27.809" v="38" actId="478"/>
          <ac:spMkLst>
            <pc:docMk/>
            <pc:sldMk cId="2006114182" sldId="259"/>
            <ac:spMk id="534" creationId="{00000000-0000-0000-0000-000000000000}"/>
          </ac:spMkLst>
        </pc:spChg>
        <pc:spChg chg="del">
          <ac:chgData name="Tom Carter" userId="db1a6269-4a98-40f4-850a-a379349c8455" providerId="ADAL" clId="{ABAF003C-6A2E-48CA-BA6D-D6D12E9B1187}" dt="2026-08-03T13:01:27.809" v="38" actId="478"/>
          <ac:spMkLst>
            <pc:docMk/>
            <pc:sldMk cId="2006114182" sldId="259"/>
            <ac:spMk id="595" creationId="{00000000-0000-0000-0000-000000000000}"/>
          </ac:spMkLst>
        </pc:spChg>
        <pc:spChg chg="del">
          <ac:chgData name="Tom Carter" userId="db1a6269-4a98-40f4-850a-a379349c8455" providerId="ADAL" clId="{ABAF003C-6A2E-48CA-BA6D-D6D12E9B1187}" dt="2026-08-03T13:01:27.809" v="38" actId="478"/>
          <ac:spMkLst>
            <pc:docMk/>
            <pc:sldMk cId="2006114182" sldId="259"/>
            <ac:spMk id="608" creationId="{00000000-0000-0000-0000-000000000000}"/>
          </ac:spMkLst>
        </pc:spChg>
        <pc:spChg chg="del">
          <ac:chgData name="Tom Carter" userId="db1a6269-4a98-40f4-850a-a379349c8455" providerId="ADAL" clId="{ABAF003C-6A2E-48CA-BA6D-D6D12E9B1187}" dt="2026-08-03T13:01:27.809" v="38" actId="478"/>
          <ac:spMkLst>
            <pc:docMk/>
            <pc:sldMk cId="2006114182" sldId="259"/>
            <ac:spMk id="662" creationId="{00000000-0000-0000-0000-000000000000}"/>
          </ac:spMkLst>
        </pc:spChg>
        <pc:spChg chg="del">
          <ac:chgData name="Tom Carter" userId="db1a6269-4a98-40f4-850a-a379349c8455" providerId="ADAL" clId="{ABAF003C-6A2E-48CA-BA6D-D6D12E9B1187}" dt="2026-08-03T13:01:27.809" v="38" actId="478"/>
          <ac:spMkLst>
            <pc:docMk/>
            <pc:sldMk cId="2006114182" sldId="259"/>
            <ac:spMk id="702" creationId="{00000000-0000-0000-0000-000000000000}"/>
          </ac:spMkLst>
        </pc:spChg>
        <pc:spChg chg="add mod">
          <ac:chgData name="Tom Carter" userId="db1a6269-4a98-40f4-850a-a379349c8455" providerId="ADAL" clId="{ABAF003C-6A2E-48CA-BA6D-D6D12E9B1187}" dt="2026-08-03T13:01:02.883" v="32"/>
          <ac:spMkLst>
            <pc:docMk/>
            <pc:sldMk cId="2006114182" sldId="259"/>
            <ac:spMk id="739" creationId="{DEA2B679-F933-5E3E-F440-2E3FBC33C9BA}"/>
          </ac:spMkLst>
        </pc:spChg>
        <pc:spChg chg="add mod">
          <ac:chgData name="Tom Carter" userId="db1a6269-4a98-40f4-850a-a379349c8455" providerId="ADAL" clId="{ABAF003C-6A2E-48CA-BA6D-D6D12E9B1187}" dt="2026-08-03T13:01:02.883" v="32"/>
          <ac:spMkLst>
            <pc:docMk/>
            <pc:sldMk cId="2006114182" sldId="259"/>
            <ac:spMk id="855" creationId="{EC40D1B6-FB9C-EA26-0537-26851DCE64AF}"/>
          </ac:spMkLst>
        </pc:spChg>
        <pc:spChg chg="add mod">
          <ac:chgData name="Tom Carter" userId="db1a6269-4a98-40f4-850a-a379349c8455" providerId="ADAL" clId="{ABAF003C-6A2E-48CA-BA6D-D6D12E9B1187}" dt="2026-08-03T13:01:02.883" v="32"/>
          <ac:spMkLst>
            <pc:docMk/>
            <pc:sldMk cId="2006114182" sldId="259"/>
            <ac:spMk id="945" creationId="{F3B3D66A-6699-77D3-BE08-B0CE31AE6F58}"/>
          </ac:spMkLst>
        </pc:spChg>
        <pc:spChg chg="add mod">
          <ac:chgData name="Tom Carter" userId="db1a6269-4a98-40f4-850a-a379349c8455" providerId="ADAL" clId="{ABAF003C-6A2E-48CA-BA6D-D6D12E9B1187}" dt="2026-08-03T13:01:02.883" v="32"/>
          <ac:spMkLst>
            <pc:docMk/>
            <pc:sldMk cId="2006114182" sldId="259"/>
            <ac:spMk id="946" creationId="{93429D3B-0889-055B-F6B1-C05776DDC17A}"/>
          </ac:spMkLst>
        </pc:spChg>
        <pc:spChg chg="add mod">
          <ac:chgData name="Tom Carter" userId="db1a6269-4a98-40f4-850a-a379349c8455" providerId="ADAL" clId="{ABAF003C-6A2E-48CA-BA6D-D6D12E9B1187}" dt="2026-08-03T13:01:02.883" v="32"/>
          <ac:spMkLst>
            <pc:docMk/>
            <pc:sldMk cId="2006114182" sldId="259"/>
            <ac:spMk id="988" creationId="{767B5A70-9F3C-36A3-B7D5-44CBD1742DEB}"/>
          </ac:spMkLst>
        </pc:spChg>
        <pc:spChg chg="add mod">
          <ac:chgData name="Tom Carter" userId="db1a6269-4a98-40f4-850a-a379349c8455" providerId="ADAL" clId="{ABAF003C-6A2E-48CA-BA6D-D6D12E9B1187}" dt="2026-08-03T13:01:02.883" v="32"/>
          <ac:spMkLst>
            <pc:docMk/>
            <pc:sldMk cId="2006114182" sldId="259"/>
            <ac:spMk id="1097" creationId="{C2DEC901-A19B-F0A3-4839-4DC0F423C838}"/>
          </ac:spMkLst>
        </pc:spChg>
        <pc:spChg chg="add mod">
          <ac:chgData name="Tom Carter" userId="db1a6269-4a98-40f4-850a-a379349c8455" providerId="ADAL" clId="{ABAF003C-6A2E-48CA-BA6D-D6D12E9B1187}" dt="2026-08-03T13:01:07.240" v="33"/>
          <ac:spMkLst>
            <pc:docMk/>
            <pc:sldMk cId="2006114182" sldId="259"/>
            <ac:spMk id="1154" creationId="{37D98059-B167-6D2C-DC70-4D20EE5ED6E1}"/>
          </ac:spMkLst>
        </pc:spChg>
        <pc:spChg chg="add mod">
          <ac:chgData name="Tom Carter" userId="db1a6269-4a98-40f4-850a-a379349c8455" providerId="ADAL" clId="{ABAF003C-6A2E-48CA-BA6D-D6D12E9B1187}" dt="2026-08-03T13:01:07.240" v="33"/>
          <ac:spMkLst>
            <pc:docMk/>
            <pc:sldMk cId="2006114182" sldId="259"/>
            <ac:spMk id="1177" creationId="{EABBBB47-84AE-2A64-698A-6D1AB88993F3}"/>
          </ac:spMkLst>
        </pc:spChg>
        <pc:spChg chg="add mod">
          <ac:chgData name="Tom Carter" userId="db1a6269-4a98-40f4-850a-a379349c8455" providerId="ADAL" clId="{ABAF003C-6A2E-48CA-BA6D-D6D12E9B1187}" dt="2026-08-03T13:01:07.240" v="33"/>
          <ac:spMkLst>
            <pc:docMk/>
            <pc:sldMk cId="2006114182" sldId="259"/>
            <ac:spMk id="1181" creationId="{C7F3EEC9-F6A5-D319-7D91-A5773FE68B07}"/>
          </ac:spMkLst>
        </pc:spChg>
        <pc:spChg chg="add mod">
          <ac:chgData name="Tom Carter" userId="db1a6269-4a98-40f4-850a-a379349c8455" providerId="ADAL" clId="{ABAF003C-6A2E-48CA-BA6D-D6D12E9B1187}" dt="2026-08-03T13:01:07.240" v="33"/>
          <ac:spMkLst>
            <pc:docMk/>
            <pc:sldMk cId="2006114182" sldId="259"/>
            <ac:spMk id="1271" creationId="{4C168AF7-7754-CF4F-CACF-59CDA2C435FC}"/>
          </ac:spMkLst>
        </pc:spChg>
        <pc:spChg chg="add mod">
          <ac:chgData name="Tom Carter" userId="db1a6269-4a98-40f4-850a-a379349c8455" providerId="ADAL" clId="{ABAF003C-6A2E-48CA-BA6D-D6D12E9B1187}" dt="2026-08-03T13:01:07.240" v="33"/>
          <ac:spMkLst>
            <pc:docMk/>
            <pc:sldMk cId="2006114182" sldId="259"/>
            <ac:spMk id="1292" creationId="{A5506025-B598-EB5F-6DED-581CD2A137D2}"/>
          </ac:spMkLst>
        </pc:spChg>
        <pc:spChg chg="add mod">
          <ac:chgData name="Tom Carter" userId="db1a6269-4a98-40f4-850a-a379349c8455" providerId="ADAL" clId="{ABAF003C-6A2E-48CA-BA6D-D6D12E9B1187}" dt="2026-08-03T13:01:07.240" v="33"/>
          <ac:spMkLst>
            <pc:docMk/>
            <pc:sldMk cId="2006114182" sldId="259"/>
            <ac:spMk id="1369" creationId="{BCC00762-696F-B0B0-D29B-B4E7A88C41F2}"/>
          </ac:spMkLst>
        </pc:spChg>
        <pc:spChg chg="add mod">
          <ac:chgData name="Tom Carter" userId="db1a6269-4a98-40f4-850a-a379349c8455" providerId="ADAL" clId="{ABAF003C-6A2E-48CA-BA6D-D6D12E9B1187}" dt="2026-08-03T13:01:07.240" v="33"/>
          <ac:spMkLst>
            <pc:docMk/>
            <pc:sldMk cId="2006114182" sldId="259"/>
            <ac:spMk id="1398" creationId="{893DDE95-9830-C78B-0177-12293F4E93EA}"/>
          </ac:spMkLst>
        </pc:spChg>
        <pc:spChg chg="add mod">
          <ac:chgData name="Tom Carter" userId="db1a6269-4a98-40f4-850a-a379349c8455" providerId="ADAL" clId="{ABAF003C-6A2E-48CA-BA6D-D6D12E9B1187}" dt="2026-08-03T13:01:07.240" v="33"/>
          <ac:spMkLst>
            <pc:docMk/>
            <pc:sldMk cId="2006114182" sldId="259"/>
            <ac:spMk id="1515" creationId="{2DDBAEA7-33F8-A93C-5996-56E9846576E6}"/>
          </ac:spMkLst>
        </pc:spChg>
        <pc:spChg chg="add mod">
          <ac:chgData name="Tom Carter" userId="db1a6269-4a98-40f4-850a-a379349c8455" providerId="ADAL" clId="{ABAF003C-6A2E-48CA-BA6D-D6D12E9B1187}" dt="2026-08-03T13:01:07.240" v="33"/>
          <ac:spMkLst>
            <pc:docMk/>
            <pc:sldMk cId="2006114182" sldId="259"/>
            <ac:spMk id="1549" creationId="{CBED27DA-3130-4ABE-6619-61DF0D2C0826}"/>
          </ac:spMkLst>
        </pc:spChg>
        <pc:spChg chg="add mod">
          <ac:chgData name="Tom Carter" userId="db1a6269-4a98-40f4-850a-a379349c8455" providerId="ADAL" clId="{ABAF003C-6A2E-48CA-BA6D-D6D12E9B1187}" dt="2026-08-03T13:01:07.240" v="33"/>
          <ac:spMkLst>
            <pc:docMk/>
            <pc:sldMk cId="2006114182" sldId="259"/>
            <ac:spMk id="1589" creationId="{32463FEE-5F4A-8D48-3A02-F724EB02F15F}"/>
          </ac:spMkLst>
        </pc:spChg>
        <pc:spChg chg="mod">
          <ac:chgData name="Tom Carter" userId="db1a6269-4a98-40f4-850a-a379349c8455" providerId="ADAL" clId="{ABAF003C-6A2E-48CA-BA6D-D6D12E9B1187}" dt="2026-08-03T13:01:58.087" v="76" actId="1036"/>
          <ac:spMkLst>
            <pc:docMk/>
            <pc:sldMk cId="2006114182" sldId="259"/>
            <ac:spMk id="1656" creationId="{8CEB5488-963C-0E1C-FB09-3809540369CA}"/>
          </ac:spMkLst>
        </pc:spChg>
        <pc:spChg chg="mod">
          <ac:chgData name="Tom Carter" userId="db1a6269-4a98-40f4-850a-a379349c8455" providerId="ADAL" clId="{ABAF003C-6A2E-48CA-BA6D-D6D12E9B1187}" dt="2026-08-03T13:01:58.087" v="76" actId="1036"/>
          <ac:spMkLst>
            <pc:docMk/>
            <pc:sldMk cId="2006114182" sldId="259"/>
            <ac:spMk id="1680" creationId="{4B9849BC-8D91-78F3-E127-B13CD1E2CA58}"/>
          </ac:spMkLst>
        </pc:spChg>
        <pc:spChg chg="mod">
          <ac:chgData name="Tom Carter" userId="db1a6269-4a98-40f4-850a-a379349c8455" providerId="ADAL" clId="{ABAF003C-6A2E-48CA-BA6D-D6D12E9B1187}" dt="2026-08-03T13:01:58.087" v="76" actId="1036"/>
          <ac:spMkLst>
            <pc:docMk/>
            <pc:sldMk cId="2006114182" sldId="259"/>
            <ac:spMk id="1733" creationId="{0E3C6307-B28E-58BE-A496-09356A00D9E9}"/>
          </ac:spMkLst>
        </pc:spChg>
        <pc:spChg chg="add mod">
          <ac:chgData name="Tom Carter" userId="db1a6269-4a98-40f4-850a-a379349c8455" providerId="ADAL" clId="{ABAF003C-6A2E-48CA-BA6D-D6D12E9B1187}" dt="2026-08-03T13:01:52.729" v="74" actId="1035"/>
          <ac:spMkLst>
            <pc:docMk/>
            <pc:sldMk cId="2006114182" sldId="259"/>
            <ac:spMk id="1771" creationId="{FC6F6806-CB53-FB54-AEDA-FF40BBD0920A}"/>
          </ac:spMkLst>
        </pc:spChg>
        <pc:spChg chg="mod">
          <ac:chgData name="Tom Carter" userId="db1a6269-4a98-40f4-850a-a379349c8455" providerId="ADAL" clId="{ABAF003C-6A2E-48CA-BA6D-D6D12E9B1187}" dt="2026-08-03T13:01:58.087" v="76" actId="1036"/>
          <ac:spMkLst>
            <pc:docMk/>
            <pc:sldMk cId="2006114182" sldId="259"/>
            <ac:spMk id="1794" creationId="{FE3582C8-F078-4C1F-0A3E-9F324CED3C00}"/>
          </ac:spMkLst>
        </pc:spChg>
        <pc:spChg chg="mod">
          <ac:chgData name="Tom Carter" userId="db1a6269-4a98-40f4-850a-a379349c8455" providerId="ADAL" clId="{ABAF003C-6A2E-48CA-BA6D-D6D12E9B1187}" dt="2026-08-03T13:01:58.087" v="76" actId="1036"/>
          <ac:spMkLst>
            <pc:docMk/>
            <pc:sldMk cId="2006114182" sldId="259"/>
            <ac:spMk id="1823" creationId="{591B7D69-E8DD-1A30-3E84-AB1F6B7D169F}"/>
          </ac:spMkLst>
        </pc:spChg>
        <pc:spChg chg="add mod">
          <ac:chgData name="Tom Carter" userId="db1a6269-4a98-40f4-850a-a379349c8455" providerId="ADAL" clId="{ABAF003C-6A2E-48CA-BA6D-D6D12E9B1187}" dt="2026-08-03T13:01:52.729" v="74" actId="1035"/>
          <ac:spMkLst>
            <pc:docMk/>
            <pc:sldMk cId="2006114182" sldId="259"/>
            <ac:spMk id="1880" creationId="{DEC5BA14-72E4-E9E7-9F69-A984A58DDDC4}"/>
          </ac:spMkLst>
        </pc:spChg>
        <pc:spChg chg="add mod">
          <ac:chgData name="Tom Carter" userId="db1a6269-4a98-40f4-850a-a379349c8455" providerId="ADAL" clId="{ABAF003C-6A2E-48CA-BA6D-D6D12E9B1187}" dt="2026-08-03T13:01:52.729" v="74" actId="1035"/>
          <ac:spMkLst>
            <pc:docMk/>
            <pc:sldMk cId="2006114182" sldId="259"/>
            <ac:spMk id="1915" creationId="{4B1C765C-F2CB-BC28-5EF0-CC0CE61C6D9E}"/>
          </ac:spMkLst>
        </pc:spChg>
        <pc:spChg chg="add mod">
          <ac:chgData name="Tom Carter" userId="db1a6269-4a98-40f4-850a-a379349c8455" providerId="ADAL" clId="{ABAF003C-6A2E-48CA-BA6D-D6D12E9B1187}" dt="2026-08-03T13:01:52.729" v="74" actId="1035"/>
          <ac:spMkLst>
            <pc:docMk/>
            <pc:sldMk cId="2006114182" sldId="259"/>
            <ac:spMk id="1916" creationId="{C15167BC-02F1-B2D4-BD9F-1ACC82119D9C}"/>
          </ac:spMkLst>
        </pc:spChg>
        <pc:spChg chg="mod">
          <ac:chgData name="Tom Carter" userId="db1a6269-4a98-40f4-850a-a379349c8455" providerId="ADAL" clId="{ABAF003C-6A2E-48CA-BA6D-D6D12E9B1187}" dt="2026-08-03T13:01:58.087" v="76" actId="1036"/>
          <ac:spMkLst>
            <pc:docMk/>
            <pc:sldMk cId="2006114182" sldId="259"/>
            <ac:spMk id="1933" creationId="{ED0A1510-5723-5132-1395-92A3F01DC619}"/>
          </ac:spMkLst>
        </pc:spChg>
        <pc:spChg chg="add mod">
          <ac:chgData name="Tom Carter" userId="db1a6269-4a98-40f4-850a-a379349c8455" providerId="ADAL" clId="{ABAF003C-6A2E-48CA-BA6D-D6D12E9B1187}" dt="2026-08-03T13:01:52.729" v="74" actId="1035"/>
          <ac:spMkLst>
            <pc:docMk/>
            <pc:sldMk cId="2006114182" sldId="259"/>
            <ac:spMk id="1935" creationId="{BD8684BF-3B2C-C025-D7D8-9ED524B8BC7D}"/>
          </ac:spMkLst>
        </pc:spChg>
        <pc:spChg chg="add mod">
          <ac:chgData name="Tom Carter" userId="db1a6269-4a98-40f4-850a-a379349c8455" providerId="ADAL" clId="{ABAF003C-6A2E-48CA-BA6D-D6D12E9B1187}" dt="2026-08-03T13:01:52.729" v="74" actId="1035"/>
          <ac:spMkLst>
            <pc:docMk/>
            <pc:sldMk cId="2006114182" sldId="259"/>
            <ac:spMk id="1936" creationId="{3E6511A3-ECC4-0C12-67E2-9FAFC7012AE8}"/>
          </ac:spMkLst>
        </pc:spChg>
        <pc:spChg chg="add mod">
          <ac:chgData name="Tom Carter" userId="db1a6269-4a98-40f4-850a-a379349c8455" providerId="ADAL" clId="{ABAF003C-6A2E-48CA-BA6D-D6D12E9B1187}" dt="2026-08-03T13:01:52.729" v="74" actId="1035"/>
          <ac:spMkLst>
            <pc:docMk/>
            <pc:sldMk cId="2006114182" sldId="259"/>
            <ac:spMk id="1949" creationId="{86DA5F6F-4964-5523-CD7A-63B194731234}"/>
          </ac:spMkLst>
        </pc:spChg>
        <pc:spChg chg="add mod">
          <ac:chgData name="Tom Carter" userId="db1a6269-4a98-40f4-850a-a379349c8455" providerId="ADAL" clId="{ABAF003C-6A2E-48CA-BA6D-D6D12E9B1187}" dt="2026-08-03T13:01:52.729" v="74" actId="1035"/>
          <ac:spMkLst>
            <pc:docMk/>
            <pc:sldMk cId="2006114182" sldId="259"/>
            <ac:spMk id="1971" creationId="{7CB2E19E-CCBC-44F3-1A90-DB1C6709FA07}"/>
          </ac:spMkLst>
        </pc:spChg>
        <pc:spChg chg="add mod">
          <ac:chgData name="Tom Carter" userId="db1a6269-4a98-40f4-850a-a379349c8455" providerId="ADAL" clId="{ABAF003C-6A2E-48CA-BA6D-D6D12E9B1187}" dt="2026-08-03T13:01:52.729" v="74" actId="1035"/>
          <ac:spMkLst>
            <pc:docMk/>
            <pc:sldMk cId="2006114182" sldId="259"/>
            <ac:spMk id="2011" creationId="{BBA59629-BB5B-56EC-F38D-8B2D449DB36A}"/>
          </ac:spMkLst>
        </pc:spChg>
        <pc:spChg chg="mod">
          <ac:chgData name="Tom Carter" userId="db1a6269-4a98-40f4-850a-a379349c8455" providerId="ADAL" clId="{ABAF003C-6A2E-48CA-BA6D-D6D12E9B1187}" dt="2026-08-03T13:01:58.087" v="76" actId="1036"/>
          <ac:spMkLst>
            <pc:docMk/>
            <pc:sldMk cId="2006114182" sldId="259"/>
            <ac:spMk id="2035" creationId="{17FF3EFB-FB3E-0EF7-7D76-514EDD4CD151}"/>
          </ac:spMkLst>
        </pc:spChg>
        <pc:spChg chg="add mod">
          <ac:chgData name="Tom Carter" userId="db1a6269-4a98-40f4-850a-a379349c8455" providerId="ADAL" clId="{ABAF003C-6A2E-48CA-BA6D-D6D12E9B1187}" dt="2026-08-03T13:01:52.729" v="74" actId="1035"/>
          <ac:spMkLst>
            <pc:docMk/>
            <pc:sldMk cId="2006114182" sldId="259"/>
            <ac:spMk id="2036" creationId="{51E69BE1-D418-9C1D-1BFC-8CE94B8335AE}"/>
          </ac:spMkLst>
        </pc:spChg>
        <pc:spChg chg="mod">
          <ac:chgData name="Tom Carter" userId="db1a6269-4a98-40f4-850a-a379349c8455" providerId="ADAL" clId="{ABAF003C-6A2E-48CA-BA6D-D6D12E9B1187}" dt="2026-08-03T13:01:58.087" v="76" actId="1036"/>
          <ac:spMkLst>
            <pc:docMk/>
            <pc:sldMk cId="2006114182" sldId="259"/>
            <ac:spMk id="2080" creationId="{471938F3-AA44-968E-0268-27D9583EF0BB}"/>
          </ac:spMkLst>
        </pc:spChg>
        <pc:spChg chg="mod">
          <ac:chgData name="Tom Carter" userId="db1a6269-4a98-40f4-850a-a379349c8455" providerId="ADAL" clId="{ABAF003C-6A2E-48CA-BA6D-D6D12E9B1187}" dt="2026-08-03T13:01:58.087" v="76" actId="1036"/>
          <ac:spMkLst>
            <pc:docMk/>
            <pc:sldMk cId="2006114182" sldId="259"/>
            <ac:spMk id="2099" creationId="{EB50D056-1D9A-479A-A521-05F440D5B6D2}"/>
          </ac:spMkLst>
        </pc:spChg>
        <pc:spChg chg="mod">
          <ac:chgData name="Tom Carter" userId="db1a6269-4a98-40f4-850a-a379349c8455" providerId="ADAL" clId="{ABAF003C-6A2E-48CA-BA6D-D6D12E9B1187}" dt="2026-08-03T13:01:58.087" v="76" actId="1036"/>
          <ac:spMkLst>
            <pc:docMk/>
            <pc:sldMk cId="2006114182" sldId="259"/>
            <ac:spMk id="2131" creationId="{958B3091-7E89-54D3-8D88-7870F60CA3EB}"/>
          </ac:spMkLst>
        </pc:spChg>
        <pc:spChg chg="add mod">
          <ac:chgData name="Tom Carter" userId="db1a6269-4a98-40f4-850a-a379349c8455" providerId="ADAL" clId="{ABAF003C-6A2E-48CA-BA6D-D6D12E9B1187}" dt="2026-08-03T13:01:59.980" v="77"/>
          <ac:spMkLst>
            <pc:docMk/>
            <pc:sldMk cId="2006114182" sldId="259"/>
            <ac:spMk id="2148" creationId="{3422F56E-6FAC-7E48-0D6E-5D6606049339}"/>
          </ac:spMkLst>
        </pc:spChg>
        <pc:spChg chg="add mod">
          <ac:chgData name="Tom Carter" userId="db1a6269-4a98-40f4-850a-a379349c8455" providerId="ADAL" clId="{ABAF003C-6A2E-48CA-BA6D-D6D12E9B1187}" dt="2026-08-03T13:01:59.980" v="77"/>
          <ac:spMkLst>
            <pc:docMk/>
            <pc:sldMk cId="2006114182" sldId="259"/>
            <ac:spMk id="2166" creationId="{D0046D7A-91EE-A868-E2BE-B048EFC3A0E0}"/>
          </ac:spMkLst>
        </pc:spChg>
        <pc:spChg chg="add mod">
          <ac:chgData name="Tom Carter" userId="db1a6269-4a98-40f4-850a-a379349c8455" providerId="ADAL" clId="{ABAF003C-6A2E-48CA-BA6D-D6D12E9B1187}" dt="2026-08-03T13:01:59.980" v="77"/>
          <ac:spMkLst>
            <pc:docMk/>
            <pc:sldMk cId="2006114182" sldId="259"/>
            <ac:spMk id="2189" creationId="{F9009EA4-B988-DEBF-B1E2-A1B57C62A708}"/>
          </ac:spMkLst>
        </pc:spChg>
        <pc:spChg chg="add mod">
          <ac:chgData name="Tom Carter" userId="db1a6269-4a98-40f4-850a-a379349c8455" providerId="ADAL" clId="{ABAF003C-6A2E-48CA-BA6D-D6D12E9B1187}" dt="2026-08-03T13:01:59.980" v="77"/>
          <ac:spMkLst>
            <pc:docMk/>
            <pc:sldMk cId="2006114182" sldId="259"/>
            <ac:spMk id="2251" creationId="{0AC2301B-787D-76CC-3F24-ED748E179B49}"/>
          </ac:spMkLst>
        </pc:spChg>
        <pc:spChg chg="add mod">
          <ac:chgData name="Tom Carter" userId="db1a6269-4a98-40f4-850a-a379349c8455" providerId="ADAL" clId="{ABAF003C-6A2E-48CA-BA6D-D6D12E9B1187}" dt="2026-08-03T13:01:59.980" v="77"/>
          <ac:spMkLst>
            <pc:docMk/>
            <pc:sldMk cId="2006114182" sldId="259"/>
            <ac:spMk id="2382" creationId="{F5520C07-2ACE-1774-AD5F-B26E8269F5AE}"/>
          </ac:spMkLst>
        </pc:spChg>
        <pc:spChg chg="add mod">
          <ac:chgData name="Tom Carter" userId="db1a6269-4a98-40f4-850a-a379349c8455" providerId="ADAL" clId="{ABAF003C-6A2E-48CA-BA6D-D6D12E9B1187}" dt="2026-08-03T13:01:59.980" v="77"/>
          <ac:spMkLst>
            <pc:docMk/>
            <pc:sldMk cId="2006114182" sldId="259"/>
            <ac:spMk id="2498" creationId="{54FCE7A7-20E5-C6EF-58D5-58F57F085EFC}"/>
          </ac:spMkLst>
        </pc:spChg>
        <pc:spChg chg="add mod">
          <ac:chgData name="Tom Carter" userId="db1a6269-4a98-40f4-850a-a379349c8455" providerId="ADAL" clId="{ABAF003C-6A2E-48CA-BA6D-D6D12E9B1187}" dt="2026-08-03T13:01:59.980" v="77"/>
          <ac:spMkLst>
            <pc:docMk/>
            <pc:sldMk cId="2006114182" sldId="259"/>
            <ac:spMk id="2539" creationId="{8DB13D64-2730-A1B1-3B64-90336C89209B}"/>
          </ac:spMkLst>
        </pc:spChg>
        <pc:spChg chg="add mod">
          <ac:chgData name="Tom Carter" userId="db1a6269-4a98-40f4-850a-a379349c8455" providerId="ADAL" clId="{ABAF003C-6A2E-48CA-BA6D-D6D12E9B1187}" dt="2026-08-03T13:01:59.980" v="77"/>
          <ac:spMkLst>
            <pc:docMk/>
            <pc:sldMk cId="2006114182" sldId="259"/>
            <ac:spMk id="2580" creationId="{8DB45724-CFD3-6454-CE68-098190F014B8}"/>
          </ac:spMkLst>
        </pc:spChg>
        <pc:spChg chg="add mod">
          <ac:chgData name="Tom Carter" userId="db1a6269-4a98-40f4-850a-a379349c8455" providerId="ADAL" clId="{ABAF003C-6A2E-48CA-BA6D-D6D12E9B1187}" dt="2026-08-03T13:01:59.980" v="77"/>
          <ac:spMkLst>
            <pc:docMk/>
            <pc:sldMk cId="2006114182" sldId="259"/>
            <ac:spMk id="2605" creationId="{D1CCF809-1D18-FDEE-A7A7-11D3B4897DFC}"/>
          </ac:spMkLst>
        </pc:spChg>
        <pc:spChg chg="add mod">
          <ac:chgData name="Tom Carter" userId="db1a6269-4a98-40f4-850a-a379349c8455" providerId="ADAL" clId="{ABAF003C-6A2E-48CA-BA6D-D6D12E9B1187}" dt="2026-08-03T13:01:59.980" v="77"/>
          <ac:spMkLst>
            <pc:docMk/>
            <pc:sldMk cId="2006114182" sldId="259"/>
            <ac:spMk id="2646" creationId="{79156CD9-B89D-1EFD-B13B-59296A9650AD}"/>
          </ac:spMkLst>
        </pc:spChg>
        <pc:spChg chg="add mod">
          <ac:chgData name="Tom Carter" userId="db1a6269-4a98-40f4-850a-a379349c8455" providerId="ADAL" clId="{ABAF003C-6A2E-48CA-BA6D-D6D12E9B1187}" dt="2026-08-03T13:02:02.768" v="78"/>
          <ac:spMkLst>
            <pc:docMk/>
            <pc:sldMk cId="2006114182" sldId="259"/>
            <ac:spMk id="2796" creationId="{BEEBC3AC-A316-8B7F-1E6F-F02B7D85D422}"/>
          </ac:spMkLst>
        </pc:spChg>
        <pc:spChg chg="add mod">
          <ac:chgData name="Tom Carter" userId="db1a6269-4a98-40f4-850a-a379349c8455" providerId="ADAL" clId="{ABAF003C-6A2E-48CA-BA6D-D6D12E9B1187}" dt="2026-08-03T13:02:02.768" v="78"/>
          <ac:spMkLst>
            <pc:docMk/>
            <pc:sldMk cId="2006114182" sldId="259"/>
            <ac:spMk id="2882" creationId="{C55B615A-EC06-328C-A05E-65F1EA7C5CBC}"/>
          </ac:spMkLst>
        </pc:spChg>
        <pc:spChg chg="add mod">
          <ac:chgData name="Tom Carter" userId="db1a6269-4a98-40f4-850a-a379349c8455" providerId="ADAL" clId="{ABAF003C-6A2E-48CA-BA6D-D6D12E9B1187}" dt="2026-08-03T13:02:02.768" v="78"/>
          <ac:spMkLst>
            <pc:docMk/>
            <pc:sldMk cId="2006114182" sldId="259"/>
            <ac:spMk id="2906" creationId="{6C807CC7-8B7E-14FB-8157-3E16CC30AF91}"/>
          </ac:spMkLst>
        </pc:spChg>
        <pc:spChg chg="add mod">
          <ac:chgData name="Tom Carter" userId="db1a6269-4a98-40f4-850a-a379349c8455" providerId="ADAL" clId="{ABAF003C-6A2E-48CA-BA6D-D6D12E9B1187}" dt="2026-08-03T13:02:02.768" v="78"/>
          <ac:spMkLst>
            <pc:docMk/>
            <pc:sldMk cId="2006114182" sldId="259"/>
            <ac:spMk id="2908" creationId="{DB98F629-2030-7816-93EE-9A13DBA1A823}"/>
          </ac:spMkLst>
        </pc:spChg>
        <pc:spChg chg="add mod">
          <ac:chgData name="Tom Carter" userId="db1a6269-4a98-40f4-850a-a379349c8455" providerId="ADAL" clId="{ABAF003C-6A2E-48CA-BA6D-D6D12E9B1187}" dt="2026-08-03T13:02:02.768" v="78"/>
          <ac:spMkLst>
            <pc:docMk/>
            <pc:sldMk cId="2006114182" sldId="259"/>
            <ac:spMk id="2964" creationId="{8AFAC59C-E7FA-B08F-50AC-124485FF3C32}"/>
          </ac:spMkLst>
        </pc:spChg>
        <pc:spChg chg="add mod">
          <ac:chgData name="Tom Carter" userId="db1a6269-4a98-40f4-850a-a379349c8455" providerId="ADAL" clId="{ABAF003C-6A2E-48CA-BA6D-D6D12E9B1187}" dt="2026-08-03T13:02:02.768" v="78"/>
          <ac:spMkLst>
            <pc:docMk/>
            <pc:sldMk cId="2006114182" sldId="259"/>
            <ac:spMk id="3066" creationId="{019AC27D-A3C4-851D-64DD-ABF55BD896C9}"/>
          </ac:spMkLst>
        </pc:spChg>
        <pc:spChg chg="add mod">
          <ac:chgData name="Tom Carter" userId="db1a6269-4a98-40f4-850a-a379349c8455" providerId="ADAL" clId="{ABAF003C-6A2E-48CA-BA6D-D6D12E9B1187}" dt="2026-08-03T13:02:02.768" v="78"/>
          <ac:spMkLst>
            <pc:docMk/>
            <pc:sldMk cId="2006114182" sldId="259"/>
            <ac:spMk id="3071" creationId="{535AFCDB-623B-A1C5-04DB-195A8AB50CD4}"/>
          </ac:spMkLst>
        </pc:spChg>
        <pc:spChg chg="add mod">
          <ac:chgData name="Tom Carter" userId="db1a6269-4a98-40f4-850a-a379349c8455" providerId="ADAL" clId="{ABAF003C-6A2E-48CA-BA6D-D6D12E9B1187}" dt="2026-08-03T13:02:02.768" v="78"/>
          <ac:spMkLst>
            <pc:docMk/>
            <pc:sldMk cId="2006114182" sldId="259"/>
            <ac:spMk id="3105" creationId="{425A9C90-7DFD-0DF6-9C60-E33F53A423A6}"/>
          </ac:spMkLst>
        </pc:spChg>
        <pc:spChg chg="add mod">
          <ac:chgData name="Tom Carter" userId="db1a6269-4a98-40f4-850a-a379349c8455" providerId="ADAL" clId="{ABAF003C-6A2E-48CA-BA6D-D6D12E9B1187}" dt="2026-08-03T13:02:02.768" v="78"/>
          <ac:spMkLst>
            <pc:docMk/>
            <pc:sldMk cId="2006114182" sldId="259"/>
            <ac:spMk id="3106" creationId="{5AA9E06B-5B79-97C9-D56B-94FE5CE557AA}"/>
          </ac:spMkLst>
        </pc:spChg>
        <pc:spChg chg="add mod">
          <ac:chgData name="Tom Carter" userId="db1a6269-4a98-40f4-850a-a379349c8455" providerId="ADAL" clId="{ABAF003C-6A2E-48CA-BA6D-D6D12E9B1187}" dt="2026-08-03T13:02:02.768" v="78"/>
          <ac:spMkLst>
            <pc:docMk/>
            <pc:sldMk cId="2006114182" sldId="259"/>
            <ac:spMk id="3156" creationId="{C57D54CD-F4FC-CBF3-DDE4-0E1C0E249E7D}"/>
          </ac:spMkLst>
        </pc:spChg>
        <pc:cxnChg chg="del">
          <ac:chgData name="Tom Carter" userId="db1a6269-4a98-40f4-850a-a379349c8455" providerId="ADAL" clId="{ABAF003C-6A2E-48CA-BA6D-D6D12E9B1187}" dt="2026-08-03T13:01:30.803" v="39" actId="478"/>
          <ac:cxnSpMkLst>
            <pc:docMk/>
            <pc:sldMk cId="2006114182" sldId="259"/>
            <ac:cxnSpMk id="447" creationId="{00000000-0000-0000-0000-000000000000}"/>
          </ac:cxnSpMkLst>
        </pc:cxnChg>
      </pc:sldChg>
      <pc:sldChg chg="modSp mod">
        <pc:chgData name="Tom Carter" userId="db1a6269-4a98-40f4-850a-a379349c8455" providerId="ADAL" clId="{ABAF003C-6A2E-48CA-BA6D-D6D12E9B1187}" dt="2026-08-03T13:02:46.894" v="81" actId="20577"/>
        <pc:sldMkLst>
          <pc:docMk/>
          <pc:sldMk cId="3886805977" sldId="260"/>
        </pc:sldMkLst>
        <pc:spChg chg="mod">
          <ac:chgData name="Tom Carter" userId="db1a6269-4a98-40f4-850a-a379349c8455" providerId="ADAL" clId="{ABAF003C-6A2E-48CA-BA6D-D6D12E9B1187}" dt="2026-08-03T13:02:46.894" v="81" actId="20577"/>
          <ac:spMkLst>
            <pc:docMk/>
            <pc:sldMk cId="3886805977" sldId="260"/>
            <ac:spMk id="2" creationId="{00000000-0000-0000-0000-000000000000}"/>
          </ac:spMkLst>
        </pc:spChg>
      </pc:sldChg>
      <pc:sldChg chg="modSp mod">
        <pc:chgData name="Tom Carter" userId="db1a6269-4a98-40f4-850a-a379349c8455" providerId="ADAL" clId="{ABAF003C-6A2E-48CA-BA6D-D6D12E9B1187}" dt="2026-08-03T13:02:55.852" v="82" actId="5793"/>
        <pc:sldMkLst>
          <pc:docMk/>
          <pc:sldMk cId="3042425624" sldId="261"/>
        </pc:sldMkLst>
        <pc:spChg chg="mod">
          <ac:chgData name="Tom Carter" userId="db1a6269-4a98-40f4-850a-a379349c8455" providerId="ADAL" clId="{ABAF003C-6A2E-48CA-BA6D-D6D12E9B1187}" dt="2026-08-03T13:02:55.852" v="82" actId="5793"/>
          <ac:spMkLst>
            <pc:docMk/>
            <pc:sldMk cId="3042425624" sldId="261"/>
            <ac:spMk id="2" creationId="{00000000-0000-0000-0000-000000000000}"/>
          </ac:spMkLst>
        </pc:spChg>
      </pc:sldChg>
      <pc:sldChg chg="modSp mod">
        <pc:chgData name="Tom Carter" userId="db1a6269-4a98-40f4-850a-a379349c8455" providerId="ADAL" clId="{ABAF003C-6A2E-48CA-BA6D-D6D12E9B1187}" dt="2026-08-03T13:03:07.158" v="84" actId="5793"/>
        <pc:sldMkLst>
          <pc:docMk/>
          <pc:sldMk cId="1994700910" sldId="262"/>
        </pc:sldMkLst>
        <pc:spChg chg="mod">
          <ac:chgData name="Tom Carter" userId="db1a6269-4a98-40f4-850a-a379349c8455" providerId="ADAL" clId="{ABAF003C-6A2E-48CA-BA6D-D6D12E9B1187}" dt="2026-08-03T13:03:07.158" v="84" actId="5793"/>
          <ac:spMkLst>
            <pc:docMk/>
            <pc:sldMk cId="1994700910" sldId="262"/>
            <ac:spMk id="2" creationId="{00000000-0000-0000-0000-000000000000}"/>
          </ac:spMkLst>
        </pc:spChg>
      </pc:sldChg>
      <pc:sldChg chg="modSp mod">
        <pc:chgData name="Tom Carter" userId="db1a6269-4a98-40f4-850a-a379349c8455" providerId="ADAL" clId="{ABAF003C-6A2E-48CA-BA6D-D6D12E9B1187}" dt="2026-08-03T13:07:22.741" v="91" actId="6549"/>
        <pc:sldMkLst>
          <pc:docMk/>
          <pc:sldMk cId="4071281475" sldId="263"/>
        </pc:sldMkLst>
        <pc:spChg chg="mod">
          <ac:chgData name="Tom Carter" userId="db1a6269-4a98-40f4-850a-a379349c8455" providerId="ADAL" clId="{ABAF003C-6A2E-48CA-BA6D-D6D12E9B1187}" dt="2026-08-03T13:07:22.741" v="91" actId="6549"/>
          <ac:spMkLst>
            <pc:docMk/>
            <pc:sldMk cId="4071281475" sldId="263"/>
            <ac:spMk id="2" creationId="{00000000-0000-0000-0000-000000000000}"/>
          </ac:spMkLst>
        </pc:spChg>
      </pc:sldChg>
      <pc:sldChg chg="modSp mod">
        <pc:chgData name="Tom Carter" userId="db1a6269-4a98-40f4-850a-a379349c8455" providerId="ADAL" clId="{ABAF003C-6A2E-48CA-BA6D-D6D12E9B1187}" dt="2026-08-03T13:07:38.534" v="93" actId="20577"/>
        <pc:sldMkLst>
          <pc:docMk/>
          <pc:sldMk cId="3640137531" sldId="264"/>
        </pc:sldMkLst>
        <pc:spChg chg="mod">
          <ac:chgData name="Tom Carter" userId="db1a6269-4a98-40f4-850a-a379349c8455" providerId="ADAL" clId="{ABAF003C-6A2E-48CA-BA6D-D6D12E9B1187}" dt="2026-08-03T13:07:38.534" v="93" actId="20577"/>
          <ac:spMkLst>
            <pc:docMk/>
            <pc:sldMk cId="3640137531" sldId="264"/>
            <ac:spMk id="2" creationId="{00000000-0000-0000-0000-000000000000}"/>
          </ac:spMkLst>
        </pc:spChg>
      </pc:sldChg>
      <pc:sldChg chg="modSp mod">
        <pc:chgData name="Tom Carter" userId="db1a6269-4a98-40f4-850a-a379349c8455" providerId="ADAL" clId="{ABAF003C-6A2E-48CA-BA6D-D6D12E9B1187}" dt="2026-08-03T13:07:47.157" v="95" actId="20577"/>
        <pc:sldMkLst>
          <pc:docMk/>
          <pc:sldMk cId="3797897061" sldId="265"/>
        </pc:sldMkLst>
        <pc:spChg chg="mod">
          <ac:chgData name="Tom Carter" userId="db1a6269-4a98-40f4-850a-a379349c8455" providerId="ADAL" clId="{ABAF003C-6A2E-48CA-BA6D-D6D12E9B1187}" dt="2026-08-03T13:07:47.157" v="95" actId="20577"/>
          <ac:spMkLst>
            <pc:docMk/>
            <pc:sldMk cId="3797897061" sldId="265"/>
            <ac:spMk id="2" creationId="{00000000-0000-0000-0000-000000000000}"/>
          </ac:spMkLst>
        </pc:spChg>
      </pc:sldChg>
      <pc:sldChg chg="modSp mod modNotesTx">
        <pc:chgData name="Tom Carter" userId="db1a6269-4a98-40f4-850a-a379349c8455" providerId="ADAL" clId="{ABAF003C-6A2E-48CA-BA6D-D6D12E9B1187}" dt="2026-08-03T13:08:12.865" v="98" actId="20577"/>
        <pc:sldMkLst>
          <pc:docMk/>
          <pc:sldMk cId="2773061011" sldId="266"/>
        </pc:sldMkLst>
        <pc:spChg chg="mod">
          <ac:chgData name="Tom Carter" userId="db1a6269-4a98-40f4-850a-a379349c8455" providerId="ADAL" clId="{ABAF003C-6A2E-48CA-BA6D-D6D12E9B1187}" dt="2026-08-03T13:07:58.579" v="97" actId="20577"/>
          <ac:spMkLst>
            <pc:docMk/>
            <pc:sldMk cId="2773061011" sldId="266"/>
            <ac:spMk id="2" creationId="{00000000-0000-0000-0000-000000000000}"/>
          </ac:spMkLst>
        </pc:spChg>
      </pc:sldChg>
      <pc:sldChg chg="modSp mod">
        <pc:chgData name="Tom Carter" userId="db1a6269-4a98-40f4-850a-a379349c8455" providerId="ADAL" clId="{ABAF003C-6A2E-48CA-BA6D-D6D12E9B1187}" dt="2026-08-03T13:08:44.449" v="100" actId="20577"/>
        <pc:sldMkLst>
          <pc:docMk/>
          <pc:sldMk cId="3757700805" sldId="267"/>
        </pc:sldMkLst>
        <pc:spChg chg="mod">
          <ac:chgData name="Tom Carter" userId="db1a6269-4a98-40f4-850a-a379349c8455" providerId="ADAL" clId="{ABAF003C-6A2E-48CA-BA6D-D6D12E9B1187}" dt="2026-08-03T13:08:44.449" v="100" actId="20577"/>
          <ac:spMkLst>
            <pc:docMk/>
            <pc:sldMk cId="3757700805" sldId="267"/>
            <ac:spMk id="2" creationId="{00000000-0000-0000-0000-000000000000}"/>
          </ac:spMkLst>
        </pc:spChg>
      </pc:sldChg>
      <pc:sldChg chg="modSp mod">
        <pc:chgData name="Tom Carter" userId="db1a6269-4a98-40f4-850a-a379349c8455" providerId="ADAL" clId="{ABAF003C-6A2E-48CA-BA6D-D6D12E9B1187}" dt="2026-08-03T13:08:55.139" v="102" actId="255"/>
        <pc:sldMkLst>
          <pc:docMk/>
          <pc:sldMk cId="4172155144" sldId="268"/>
        </pc:sldMkLst>
        <pc:spChg chg="mod">
          <ac:chgData name="Tom Carter" userId="db1a6269-4a98-40f4-850a-a379349c8455" providerId="ADAL" clId="{ABAF003C-6A2E-48CA-BA6D-D6D12E9B1187}" dt="2026-08-03T13:08:55.139" v="102" actId="255"/>
          <ac:spMkLst>
            <pc:docMk/>
            <pc:sldMk cId="4172155144" sldId="268"/>
            <ac:spMk id="6" creationId="{00000000-0000-0000-0000-000000000000}"/>
          </ac:spMkLst>
        </pc:spChg>
      </pc:sldChg>
      <pc:sldChg chg="modSp mod">
        <pc:chgData name="Tom Carter" userId="db1a6269-4a98-40f4-850a-a379349c8455" providerId="ADAL" clId="{ABAF003C-6A2E-48CA-BA6D-D6D12E9B1187}" dt="2026-08-03T13:09:08.178" v="104" actId="5793"/>
        <pc:sldMkLst>
          <pc:docMk/>
          <pc:sldMk cId="483403867" sldId="269"/>
        </pc:sldMkLst>
        <pc:spChg chg="mod">
          <ac:chgData name="Tom Carter" userId="db1a6269-4a98-40f4-850a-a379349c8455" providerId="ADAL" clId="{ABAF003C-6A2E-48CA-BA6D-D6D12E9B1187}" dt="2026-08-03T13:09:08.178" v="104" actId="5793"/>
          <ac:spMkLst>
            <pc:docMk/>
            <pc:sldMk cId="483403867" sldId="269"/>
            <ac:spMk id="2" creationId="{00000000-0000-0000-0000-000000000000}"/>
          </ac:spMkLst>
        </pc:spChg>
      </pc:sldChg>
      <pc:sldChg chg="modSp mod">
        <pc:chgData name="Tom Carter" userId="db1a6269-4a98-40f4-850a-a379349c8455" providerId="ADAL" clId="{ABAF003C-6A2E-48CA-BA6D-D6D12E9B1187}" dt="2026-08-03T13:09:21.785" v="106" actId="20577"/>
        <pc:sldMkLst>
          <pc:docMk/>
          <pc:sldMk cId="1615299085" sldId="270"/>
        </pc:sldMkLst>
        <pc:spChg chg="mod">
          <ac:chgData name="Tom Carter" userId="db1a6269-4a98-40f4-850a-a379349c8455" providerId="ADAL" clId="{ABAF003C-6A2E-48CA-BA6D-D6D12E9B1187}" dt="2026-08-03T13:09:21.785" v="106" actId="20577"/>
          <ac:spMkLst>
            <pc:docMk/>
            <pc:sldMk cId="1615299085" sldId="270"/>
            <ac:spMk id="2" creationId="{00000000-0000-0000-0000-000000000000}"/>
          </ac:spMkLst>
        </pc:spChg>
      </pc:sldChg>
      <pc:sldChg chg="modSp mod">
        <pc:chgData name="Tom Carter" userId="db1a6269-4a98-40f4-850a-a379349c8455" providerId="ADAL" clId="{ABAF003C-6A2E-48CA-BA6D-D6D12E9B1187}" dt="2026-08-03T13:09:27.129" v="109" actId="5793"/>
        <pc:sldMkLst>
          <pc:docMk/>
          <pc:sldMk cId="1775665309" sldId="271"/>
        </pc:sldMkLst>
        <pc:spChg chg="mod">
          <ac:chgData name="Tom Carter" userId="db1a6269-4a98-40f4-850a-a379349c8455" providerId="ADAL" clId="{ABAF003C-6A2E-48CA-BA6D-D6D12E9B1187}" dt="2026-08-03T13:09:27.129" v="109" actId="5793"/>
          <ac:spMkLst>
            <pc:docMk/>
            <pc:sldMk cId="1775665309" sldId="271"/>
            <ac:spMk id="2" creationId="{00000000-0000-0000-0000-000000000000}"/>
          </ac:spMkLst>
        </pc:spChg>
      </pc:sldChg>
      <pc:sldChg chg="modSp mod">
        <pc:chgData name="Tom Carter" userId="db1a6269-4a98-40f4-850a-a379349c8455" providerId="ADAL" clId="{ABAF003C-6A2E-48CA-BA6D-D6D12E9B1187}" dt="2026-08-03T13:09:38.530" v="112" actId="5793"/>
        <pc:sldMkLst>
          <pc:docMk/>
          <pc:sldMk cId="4117637397" sldId="272"/>
        </pc:sldMkLst>
        <pc:spChg chg="mod">
          <ac:chgData name="Tom Carter" userId="db1a6269-4a98-40f4-850a-a379349c8455" providerId="ADAL" clId="{ABAF003C-6A2E-48CA-BA6D-D6D12E9B1187}" dt="2026-08-03T13:09:38.530" v="112" actId="5793"/>
          <ac:spMkLst>
            <pc:docMk/>
            <pc:sldMk cId="4117637397" sldId="272"/>
            <ac:spMk id="2" creationId="{00000000-0000-0000-0000-000000000000}"/>
          </ac:spMkLst>
        </pc:spChg>
      </pc:sldChg>
      <pc:sldChg chg="modSp mod">
        <pc:chgData name="Tom Carter" userId="db1a6269-4a98-40f4-850a-a379349c8455" providerId="ADAL" clId="{ABAF003C-6A2E-48CA-BA6D-D6D12E9B1187}" dt="2026-08-03T13:10:45.810" v="119" actId="255"/>
        <pc:sldMkLst>
          <pc:docMk/>
          <pc:sldMk cId="2486540294" sldId="273"/>
        </pc:sldMkLst>
        <pc:spChg chg="mod">
          <ac:chgData name="Tom Carter" userId="db1a6269-4a98-40f4-850a-a379349c8455" providerId="ADAL" clId="{ABAF003C-6A2E-48CA-BA6D-D6D12E9B1187}" dt="2026-08-03T13:10:22.474" v="117" actId="255"/>
          <ac:spMkLst>
            <pc:docMk/>
            <pc:sldMk cId="2486540294" sldId="273"/>
            <ac:spMk id="5" creationId="{00000000-0000-0000-0000-000000000000}"/>
          </ac:spMkLst>
        </pc:spChg>
        <pc:spChg chg="mod">
          <ac:chgData name="Tom Carter" userId="db1a6269-4a98-40f4-850a-a379349c8455" providerId="ADAL" clId="{ABAF003C-6A2E-48CA-BA6D-D6D12E9B1187}" dt="2026-08-03T13:10:45.810" v="119" actId="255"/>
          <ac:spMkLst>
            <pc:docMk/>
            <pc:sldMk cId="2486540294" sldId="273"/>
            <ac:spMk id="8" creationId="{00000000-0000-0000-0000-000000000000}"/>
          </ac:spMkLst>
        </pc:spChg>
      </pc:sldChg>
      <pc:sldChg chg="modSp mod">
        <pc:chgData name="Tom Carter" userId="db1a6269-4a98-40f4-850a-a379349c8455" providerId="ADAL" clId="{ABAF003C-6A2E-48CA-BA6D-D6D12E9B1187}" dt="2026-08-03T13:11:12.810" v="126" actId="20577"/>
        <pc:sldMkLst>
          <pc:docMk/>
          <pc:sldMk cId="3696760490" sldId="274"/>
        </pc:sldMkLst>
        <pc:spChg chg="mod">
          <ac:chgData name="Tom Carter" userId="db1a6269-4a98-40f4-850a-a379349c8455" providerId="ADAL" clId="{ABAF003C-6A2E-48CA-BA6D-D6D12E9B1187}" dt="2026-08-03T13:11:12.810" v="126" actId="20577"/>
          <ac:spMkLst>
            <pc:docMk/>
            <pc:sldMk cId="3696760490" sldId="274"/>
            <ac:spMk id="2" creationId="{00000000-0000-0000-0000-000000000000}"/>
          </ac:spMkLst>
        </pc:spChg>
      </pc:sldChg>
      <pc:sldChg chg="modSp mod">
        <pc:chgData name="Tom Carter" userId="db1a6269-4a98-40f4-850a-a379349c8455" providerId="ADAL" clId="{ABAF003C-6A2E-48CA-BA6D-D6D12E9B1187}" dt="2026-08-03T13:11:24.694" v="128" actId="5793"/>
        <pc:sldMkLst>
          <pc:docMk/>
          <pc:sldMk cId="3305060334" sldId="275"/>
        </pc:sldMkLst>
        <pc:spChg chg="mod">
          <ac:chgData name="Tom Carter" userId="db1a6269-4a98-40f4-850a-a379349c8455" providerId="ADAL" clId="{ABAF003C-6A2E-48CA-BA6D-D6D12E9B1187}" dt="2026-08-03T13:11:24.694" v="128" actId="5793"/>
          <ac:spMkLst>
            <pc:docMk/>
            <pc:sldMk cId="3305060334" sldId="275"/>
            <ac:spMk id="2" creationId="{00000000-0000-0000-0000-000000000000}"/>
          </ac:spMkLst>
        </pc:spChg>
      </pc:sldChg>
      <pc:sldChg chg="modSp mod">
        <pc:chgData name="Tom Carter" userId="db1a6269-4a98-40f4-850a-a379349c8455" providerId="ADAL" clId="{ABAF003C-6A2E-48CA-BA6D-D6D12E9B1187}" dt="2026-08-03T13:11:37.777" v="131" actId="20577"/>
        <pc:sldMkLst>
          <pc:docMk/>
          <pc:sldMk cId="561300262" sldId="276"/>
        </pc:sldMkLst>
        <pc:spChg chg="mod">
          <ac:chgData name="Tom Carter" userId="db1a6269-4a98-40f4-850a-a379349c8455" providerId="ADAL" clId="{ABAF003C-6A2E-48CA-BA6D-D6D12E9B1187}" dt="2026-08-03T13:11:37.777" v="131" actId="20577"/>
          <ac:spMkLst>
            <pc:docMk/>
            <pc:sldMk cId="561300262" sldId="276"/>
            <ac:spMk id="2" creationId="{00000000-0000-0000-0000-000000000000}"/>
          </ac:spMkLst>
        </pc:spChg>
      </pc:sldChg>
      <pc:sldChg chg="modSp mod">
        <pc:chgData name="Tom Carter" userId="db1a6269-4a98-40f4-850a-a379349c8455" providerId="ADAL" clId="{ABAF003C-6A2E-48CA-BA6D-D6D12E9B1187}" dt="2026-08-03T13:11:58.895" v="133" actId="20577"/>
        <pc:sldMkLst>
          <pc:docMk/>
          <pc:sldMk cId="953370622" sldId="277"/>
        </pc:sldMkLst>
        <pc:spChg chg="mod">
          <ac:chgData name="Tom Carter" userId="db1a6269-4a98-40f4-850a-a379349c8455" providerId="ADAL" clId="{ABAF003C-6A2E-48CA-BA6D-D6D12E9B1187}" dt="2026-08-03T13:11:58.895" v="133" actId="20577"/>
          <ac:spMkLst>
            <pc:docMk/>
            <pc:sldMk cId="953370622" sldId="277"/>
            <ac:spMk id="2" creationId="{00000000-0000-0000-0000-000000000000}"/>
          </ac:spMkLst>
        </pc:spChg>
      </pc:sldChg>
      <pc:sldChg chg="modSp mod">
        <pc:chgData name="Tom Carter" userId="db1a6269-4a98-40f4-850a-a379349c8455" providerId="ADAL" clId="{ABAF003C-6A2E-48CA-BA6D-D6D12E9B1187}" dt="2026-08-03T13:12:16.253" v="136" actId="20577"/>
        <pc:sldMkLst>
          <pc:docMk/>
          <pc:sldMk cId="2629835550" sldId="278"/>
        </pc:sldMkLst>
        <pc:spChg chg="mod">
          <ac:chgData name="Tom Carter" userId="db1a6269-4a98-40f4-850a-a379349c8455" providerId="ADAL" clId="{ABAF003C-6A2E-48CA-BA6D-D6D12E9B1187}" dt="2026-08-03T13:12:16.253" v="136" actId="20577"/>
          <ac:spMkLst>
            <pc:docMk/>
            <pc:sldMk cId="2629835550" sldId="278"/>
            <ac:spMk id="2" creationId="{00000000-0000-0000-0000-000000000000}"/>
          </ac:spMkLst>
        </pc:spChg>
      </pc:sldChg>
      <pc:sldChg chg="modSp mod">
        <pc:chgData name="Tom Carter" userId="db1a6269-4a98-40f4-850a-a379349c8455" providerId="ADAL" clId="{ABAF003C-6A2E-48CA-BA6D-D6D12E9B1187}" dt="2026-08-03T13:12:36.086" v="142" actId="20577"/>
        <pc:sldMkLst>
          <pc:docMk/>
          <pc:sldMk cId="3109882115" sldId="279"/>
        </pc:sldMkLst>
        <pc:spChg chg="mod">
          <ac:chgData name="Tom Carter" userId="db1a6269-4a98-40f4-850a-a379349c8455" providerId="ADAL" clId="{ABAF003C-6A2E-48CA-BA6D-D6D12E9B1187}" dt="2026-08-03T13:12:36.086" v="142" actId="20577"/>
          <ac:spMkLst>
            <pc:docMk/>
            <pc:sldMk cId="3109882115" sldId="279"/>
            <ac:spMk id="2" creationId="{00000000-0000-0000-0000-000000000000}"/>
          </ac:spMkLst>
        </pc:spChg>
      </pc:sldChg>
      <pc:sldChg chg="del">
        <pc:chgData name="Tom Carter" userId="db1a6269-4a98-40f4-850a-a379349c8455" providerId="ADAL" clId="{ABAF003C-6A2E-48CA-BA6D-D6D12E9B1187}" dt="2026-08-03T12:53:23.313" v="17" actId="47"/>
        <pc:sldMkLst>
          <pc:docMk/>
          <pc:sldMk cId="4126401740" sldId="371"/>
        </pc:sldMkLst>
      </pc:sldChg>
      <pc:sldMasterChg chg="delSldLayout">
        <pc:chgData name="Tom Carter" userId="db1a6269-4a98-40f4-850a-a379349c8455" providerId="ADAL" clId="{ABAF003C-6A2E-48CA-BA6D-D6D12E9B1187}" dt="2026-08-03T12:53:23.313" v="17" actId="47"/>
        <pc:sldMasterMkLst>
          <pc:docMk/>
          <pc:sldMasterMk cId="1077791022" sldId="2147485431"/>
        </pc:sldMasterMkLst>
        <pc:sldLayoutChg chg="del">
          <pc:chgData name="Tom Carter" userId="db1a6269-4a98-40f4-850a-a379349c8455" providerId="ADAL" clId="{ABAF003C-6A2E-48CA-BA6D-D6D12E9B1187}" dt="2026-08-03T12:53:23.313" v="17" actId="47"/>
          <pc:sldLayoutMkLst>
            <pc:docMk/>
            <pc:sldMasterMk cId="1077791022" sldId="2147485431"/>
            <pc:sldLayoutMk cId="1106142301" sldId="2147485851"/>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CC5146E-CD00-4C2C-BFA7-FBD176C9076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GB"/>
        </a:p>
      </dgm:t>
    </dgm:pt>
    <dgm:pt modelId="{D114491B-8578-4A48-BD28-2EB0B8FE6A5F}">
      <dgm:prSet phldrT="[Text]"/>
      <dgm:spPr/>
      <dgm:t>
        <a:bodyPr/>
        <a:lstStyle/>
        <a:p>
          <a:r>
            <a:rPr lang="en-GB" dirty="0"/>
            <a:t>Increased render performance</a:t>
          </a:r>
        </a:p>
      </dgm:t>
    </dgm:pt>
    <dgm:pt modelId="{3E9B8F18-03FE-48AD-8552-D8299B6161C5}" type="parTrans" cxnId="{3EB1F66A-37A4-43DA-82A0-BF49654A3AA4}">
      <dgm:prSet/>
      <dgm:spPr/>
      <dgm:t>
        <a:bodyPr/>
        <a:lstStyle/>
        <a:p>
          <a:endParaRPr lang="en-GB"/>
        </a:p>
      </dgm:t>
    </dgm:pt>
    <dgm:pt modelId="{8776113B-98F5-43A4-AE84-E962CBE5D717}" type="sibTrans" cxnId="{3EB1F66A-37A4-43DA-82A0-BF49654A3AA4}">
      <dgm:prSet/>
      <dgm:spPr/>
      <dgm:t>
        <a:bodyPr/>
        <a:lstStyle/>
        <a:p>
          <a:endParaRPr lang="en-GB"/>
        </a:p>
      </dgm:t>
    </dgm:pt>
    <dgm:pt modelId="{A4B28B35-64CF-4216-9575-DB9E0B19CB41}">
      <dgm:prSet phldrT="[Text]"/>
      <dgm:spPr/>
      <dgm:t>
        <a:bodyPr/>
        <a:lstStyle/>
        <a:p>
          <a:r>
            <a:rPr lang="en-GB" dirty="0"/>
            <a:t>Ambient occlusion allows increased complexity</a:t>
          </a:r>
        </a:p>
      </dgm:t>
    </dgm:pt>
    <dgm:pt modelId="{8D863145-0B91-4C0D-B884-199FC4735CED}" type="parTrans" cxnId="{4509D083-5491-4168-B8A4-BFB23E233DAD}">
      <dgm:prSet/>
      <dgm:spPr/>
      <dgm:t>
        <a:bodyPr/>
        <a:lstStyle/>
        <a:p>
          <a:endParaRPr lang="en-GB"/>
        </a:p>
      </dgm:t>
    </dgm:pt>
    <dgm:pt modelId="{4857761B-7D38-4AF2-A25C-1BDDB9ED9B81}" type="sibTrans" cxnId="{4509D083-5491-4168-B8A4-BFB23E233DAD}">
      <dgm:prSet/>
      <dgm:spPr/>
      <dgm:t>
        <a:bodyPr/>
        <a:lstStyle/>
        <a:p>
          <a:endParaRPr lang="en-GB"/>
        </a:p>
      </dgm:t>
    </dgm:pt>
    <dgm:pt modelId="{2D497948-DE9A-4522-B1C0-A4EF42E12F0F}">
      <dgm:prSet phldrT="[Text]"/>
      <dgm:spPr/>
      <dgm:t>
        <a:bodyPr/>
        <a:lstStyle/>
        <a:p>
          <a:r>
            <a:rPr lang="en-GB" dirty="0"/>
            <a:t>Typically looks better than dynamic</a:t>
          </a:r>
        </a:p>
      </dgm:t>
    </dgm:pt>
    <dgm:pt modelId="{3B18D261-9BC6-49AE-B420-729B2D66F85A}" type="parTrans" cxnId="{BF845538-8B51-4F14-ACBE-FDD78C4B73B7}">
      <dgm:prSet/>
      <dgm:spPr/>
      <dgm:t>
        <a:bodyPr/>
        <a:lstStyle/>
        <a:p>
          <a:endParaRPr lang="en-GB"/>
        </a:p>
      </dgm:t>
    </dgm:pt>
    <dgm:pt modelId="{27985251-0B17-45DD-B6D7-1ADC1197318A}" type="sibTrans" cxnId="{BF845538-8B51-4F14-ACBE-FDD78C4B73B7}">
      <dgm:prSet/>
      <dgm:spPr/>
      <dgm:t>
        <a:bodyPr/>
        <a:lstStyle/>
        <a:p>
          <a:endParaRPr lang="en-GB"/>
        </a:p>
      </dgm:t>
    </dgm:pt>
    <dgm:pt modelId="{303F295D-CEAE-4ECB-8F29-69BBA07B6E24}" type="pres">
      <dgm:prSet presAssocID="{8CC5146E-CD00-4C2C-BFA7-FBD176C9076C}" presName="linear" presStyleCnt="0">
        <dgm:presLayoutVars>
          <dgm:dir/>
          <dgm:animLvl val="lvl"/>
          <dgm:resizeHandles val="exact"/>
        </dgm:presLayoutVars>
      </dgm:prSet>
      <dgm:spPr/>
    </dgm:pt>
    <dgm:pt modelId="{C0FD445B-1F27-460E-9FE2-AFF4AAF7BE9B}" type="pres">
      <dgm:prSet presAssocID="{D114491B-8578-4A48-BD28-2EB0B8FE6A5F}" presName="parentLin" presStyleCnt="0"/>
      <dgm:spPr/>
    </dgm:pt>
    <dgm:pt modelId="{F63D7F1A-D83D-43A6-B8AB-E1DAFF6B9DB1}" type="pres">
      <dgm:prSet presAssocID="{D114491B-8578-4A48-BD28-2EB0B8FE6A5F}" presName="parentLeftMargin" presStyleLbl="node1" presStyleIdx="0" presStyleCnt="3"/>
      <dgm:spPr/>
    </dgm:pt>
    <dgm:pt modelId="{107F8AD4-0E87-464C-81D2-B86F55D24B8F}" type="pres">
      <dgm:prSet presAssocID="{D114491B-8578-4A48-BD28-2EB0B8FE6A5F}" presName="parentText" presStyleLbl="node1" presStyleIdx="0" presStyleCnt="3">
        <dgm:presLayoutVars>
          <dgm:chMax val="0"/>
          <dgm:bulletEnabled val="1"/>
        </dgm:presLayoutVars>
      </dgm:prSet>
      <dgm:spPr/>
    </dgm:pt>
    <dgm:pt modelId="{C9C99ECC-BC00-4B6F-A2E0-BFB9D0F74FFF}" type="pres">
      <dgm:prSet presAssocID="{D114491B-8578-4A48-BD28-2EB0B8FE6A5F}" presName="negativeSpace" presStyleCnt="0"/>
      <dgm:spPr/>
    </dgm:pt>
    <dgm:pt modelId="{09C39CBE-C9C2-42E1-B5E7-2D7B5FBE278B}" type="pres">
      <dgm:prSet presAssocID="{D114491B-8578-4A48-BD28-2EB0B8FE6A5F}" presName="childText" presStyleLbl="conFgAcc1" presStyleIdx="0" presStyleCnt="3">
        <dgm:presLayoutVars>
          <dgm:bulletEnabled val="1"/>
        </dgm:presLayoutVars>
      </dgm:prSet>
      <dgm:spPr/>
    </dgm:pt>
    <dgm:pt modelId="{203C4690-249B-4996-8BFC-4A1A1BE173C9}" type="pres">
      <dgm:prSet presAssocID="{8776113B-98F5-43A4-AE84-E962CBE5D717}" presName="spaceBetweenRectangles" presStyleCnt="0"/>
      <dgm:spPr/>
    </dgm:pt>
    <dgm:pt modelId="{2AF9D3E3-9ECB-4113-B650-54311F11403D}" type="pres">
      <dgm:prSet presAssocID="{A4B28B35-64CF-4216-9575-DB9E0B19CB41}" presName="parentLin" presStyleCnt="0"/>
      <dgm:spPr/>
    </dgm:pt>
    <dgm:pt modelId="{C1E63840-B15B-4658-A053-F7764127C031}" type="pres">
      <dgm:prSet presAssocID="{A4B28B35-64CF-4216-9575-DB9E0B19CB41}" presName="parentLeftMargin" presStyleLbl="node1" presStyleIdx="0" presStyleCnt="3"/>
      <dgm:spPr/>
    </dgm:pt>
    <dgm:pt modelId="{F8F5A6C2-07BD-4056-A476-1AC493BF7176}" type="pres">
      <dgm:prSet presAssocID="{A4B28B35-64CF-4216-9575-DB9E0B19CB41}" presName="parentText" presStyleLbl="node1" presStyleIdx="1" presStyleCnt="3">
        <dgm:presLayoutVars>
          <dgm:chMax val="0"/>
          <dgm:bulletEnabled val="1"/>
        </dgm:presLayoutVars>
      </dgm:prSet>
      <dgm:spPr/>
    </dgm:pt>
    <dgm:pt modelId="{BA918468-270B-4B58-AB85-5343B648C028}" type="pres">
      <dgm:prSet presAssocID="{A4B28B35-64CF-4216-9575-DB9E0B19CB41}" presName="negativeSpace" presStyleCnt="0"/>
      <dgm:spPr/>
    </dgm:pt>
    <dgm:pt modelId="{E3AF76AB-2509-4300-B083-147E7ED9273E}" type="pres">
      <dgm:prSet presAssocID="{A4B28B35-64CF-4216-9575-DB9E0B19CB41}" presName="childText" presStyleLbl="conFgAcc1" presStyleIdx="1" presStyleCnt="3">
        <dgm:presLayoutVars>
          <dgm:bulletEnabled val="1"/>
        </dgm:presLayoutVars>
      </dgm:prSet>
      <dgm:spPr/>
    </dgm:pt>
    <dgm:pt modelId="{659C0130-F226-486B-8531-57B207C9ECBC}" type="pres">
      <dgm:prSet presAssocID="{4857761B-7D38-4AF2-A25C-1BDDB9ED9B81}" presName="spaceBetweenRectangles" presStyleCnt="0"/>
      <dgm:spPr/>
    </dgm:pt>
    <dgm:pt modelId="{D6B5D517-ABB8-441F-8F60-C5BB66D10BE7}" type="pres">
      <dgm:prSet presAssocID="{2D497948-DE9A-4522-B1C0-A4EF42E12F0F}" presName="parentLin" presStyleCnt="0"/>
      <dgm:spPr/>
    </dgm:pt>
    <dgm:pt modelId="{004EECC6-F210-4400-A795-815E19D0015C}" type="pres">
      <dgm:prSet presAssocID="{2D497948-DE9A-4522-B1C0-A4EF42E12F0F}" presName="parentLeftMargin" presStyleLbl="node1" presStyleIdx="1" presStyleCnt="3"/>
      <dgm:spPr/>
    </dgm:pt>
    <dgm:pt modelId="{E40632DE-DDF5-45A4-A465-93FD13C554D8}" type="pres">
      <dgm:prSet presAssocID="{2D497948-DE9A-4522-B1C0-A4EF42E12F0F}" presName="parentText" presStyleLbl="node1" presStyleIdx="2" presStyleCnt="3">
        <dgm:presLayoutVars>
          <dgm:chMax val="0"/>
          <dgm:bulletEnabled val="1"/>
        </dgm:presLayoutVars>
      </dgm:prSet>
      <dgm:spPr/>
    </dgm:pt>
    <dgm:pt modelId="{9AEEA592-BDD0-4AD8-B89E-98A1A0E570A7}" type="pres">
      <dgm:prSet presAssocID="{2D497948-DE9A-4522-B1C0-A4EF42E12F0F}" presName="negativeSpace" presStyleCnt="0"/>
      <dgm:spPr/>
    </dgm:pt>
    <dgm:pt modelId="{B8F9BFE9-1F60-44AB-9462-1107935CB84A}" type="pres">
      <dgm:prSet presAssocID="{2D497948-DE9A-4522-B1C0-A4EF42E12F0F}" presName="childText" presStyleLbl="conFgAcc1" presStyleIdx="2" presStyleCnt="3">
        <dgm:presLayoutVars>
          <dgm:bulletEnabled val="1"/>
        </dgm:presLayoutVars>
      </dgm:prSet>
      <dgm:spPr/>
    </dgm:pt>
  </dgm:ptLst>
  <dgm:cxnLst>
    <dgm:cxn modelId="{4EC77318-63E2-4E50-8584-A26435FE73EB}" type="presOf" srcId="{2D497948-DE9A-4522-B1C0-A4EF42E12F0F}" destId="{004EECC6-F210-4400-A795-815E19D0015C}" srcOrd="0" destOrd="0" presId="urn:microsoft.com/office/officeart/2005/8/layout/list1"/>
    <dgm:cxn modelId="{ACCFDD21-AFB4-40A5-946D-19733277A670}" type="presOf" srcId="{2D497948-DE9A-4522-B1C0-A4EF42E12F0F}" destId="{E40632DE-DDF5-45A4-A465-93FD13C554D8}" srcOrd="1" destOrd="0" presId="urn:microsoft.com/office/officeart/2005/8/layout/list1"/>
    <dgm:cxn modelId="{BF845538-8B51-4F14-ACBE-FDD78C4B73B7}" srcId="{8CC5146E-CD00-4C2C-BFA7-FBD176C9076C}" destId="{2D497948-DE9A-4522-B1C0-A4EF42E12F0F}" srcOrd="2" destOrd="0" parTransId="{3B18D261-9BC6-49AE-B420-729B2D66F85A}" sibTransId="{27985251-0B17-45DD-B6D7-1ADC1197318A}"/>
    <dgm:cxn modelId="{3EB1F66A-37A4-43DA-82A0-BF49654A3AA4}" srcId="{8CC5146E-CD00-4C2C-BFA7-FBD176C9076C}" destId="{D114491B-8578-4A48-BD28-2EB0B8FE6A5F}" srcOrd="0" destOrd="0" parTransId="{3E9B8F18-03FE-48AD-8552-D8299B6161C5}" sibTransId="{8776113B-98F5-43A4-AE84-E962CBE5D717}"/>
    <dgm:cxn modelId="{4509D083-5491-4168-B8A4-BFB23E233DAD}" srcId="{8CC5146E-CD00-4C2C-BFA7-FBD176C9076C}" destId="{A4B28B35-64CF-4216-9575-DB9E0B19CB41}" srcOrd="1" destOrd="0" parTransId="{8D863145-0B91-4C0D-B884-199FC4735CED}" sibTransId="{4857761B-7D38-4AF2-A25C-1BDDB9ED9B81}"/>
    <dgm:cxn modelId="{E57851A6-AE1C-409F-9A2C-89E03E93F728}" type="presOf" srcId="{D114491B-8578-4A48-BD28-2EB0B8FE6A5F}" destId="{F63D7F1A-D83D-43A6-B8AB-E1DAFF6B9DB1}" srcOrd="0" destOrd="0" presId="urn:microsoft.com/office/officeart/2005/8/layout/list1"/>
    <dgm:cxn modelId="{12F4E7BF-83CD-4B15-8274-655418CF8DF6}" type="presOf" srcId="{8CC5146E-CD00-4C2C-BFA7-FBD176C9076C}" destId="{303F295D-CEAE-4ECB-8F29-69BBA07B6E24}" srcOrd="0" destOrd="0" presId="urn:microsoft.com/office/officeart/2005/8/layout/list1"/>
    <dgm:cxn modelId="{F8A6C6E4-5F87-48DF-9E59-8C0153E3F2EA}" type="presOf" srcId="{A4B28B35-64CF-4216-9575-DB9E0B19CB41}" destId="{F8F5A6C2-07BD-4056-A476-1AC493BF7176}" srcOrd="1" destOrd="0" presId="urn:microsoft.com/office/officeart/2005/8/layout/list1"/>
    <dgm:cxn modelId="{1D1166EC-9B02-4FB0-88B7-5712A6BE0D89}" type="presOf" srcId="{D114491B-8578-4A48-BD28-2EB0B8FE6A5F}" destId="{107F8AD4-0E87-464C-81D2-B86F55D24B8F}" srcOrd="1" destOrd="0" presId="urn:microsoft.com/office/officeart/2005/8/layout/list1"/>
    <dgm:cxn modelId="{72ED82EC-4F75-4CFC-B5A3-685803C9C5ED}" type="presOf" srcId="{A4B28B35-64CF-4216-9575-DB9E0B19CB41}" destId="{C1E63840-B15B-4658-A053-F7764127C031}" srcOrd="0" destOrd="0" presId="urn:microsoft.com/office/officeart/2005/8/layout/list1"/>
    <dgm:cxn modelId="{106DE0EE-70FA-4BB1-8F9F-B30F5C3C9DAC}" type="presParOf" srcId="{303F295D-CEAE-4ECB-8F29-69BBA07B6E24}" destId="{C0FD445B-1F27-460E-9FE2-AFF4AAF7BE9B}" srcOrd="0" destOrd="0" presId="urn:microsoft.com/office/officeart/2005/8/layout/list1"/>
    <dgm:cxn modelId="{09DDAC08-0981-4A1D-A30F-FC30F95EF868}" type="presParOf" srcId="{C0FD445B-1F27-460E-9FE2-AFF4AAF7BE9B}" destId="{F63D7F1A-D83D-43A6-B8AB-E1DAFF6B9DB1}" srcOrd="0" destOrd="0" presId="urn:microsoft.com/office/officeart/2005/8/layout/list1"/>
    <dgm:cxn modelId="{05993BBC-849B-405A-AA78-FBD3522E466E}" type="presParOf" srcId="{C0FD445B-1F27-460E-9FE2-AFF4AAF7BE9B}" destId="{107F8AD4-0E87-464C-81D2-B86F55D24B8F}" srcOrd="1" destOrd="0" presId="urn:microsoft.com/office/officeart/2005/8/layout/list1"/>
    <dgm:cxn modelId="{896B3BDD-4F16-4DD9-B600-6D631EAFD30D}" type="presParOf" srcId="{303F295D-CEAE-4ECB-8F29-69BBA07B6E24}" destId="{C9C99ECC-BC00-4B6F-A2E0-BFB9D0F74FFF}" srcOrd="1" destOrd="0" presId="urn:microsoft.com/office/officeart/2005/8/layout/list1"/>
    <dgm:cxn modelId="{1A6E19FF-7E37-480A-A61D-75F83C4508CA}" type="presParOf" srcId="{303F295D-CEAE-4ECB-8F29-69BBA07B6E24}" destId="{09C39CBE-C9C2-42E1-B5E7-2D7B5FBE278B}" srcOrd="2" destOrd="0" presId="urn:microsoft.com/office/officeart/2005/8/layout/list1"/>
    <dgm:cxn modelId="{3D799B66-C224-4729-9E36-2C68E0BFCA45}" type="presParOf" srcId="{303F295D-CEAE-4ECB-8F29-69BBA07B6E24}" destId="{203C4690-249B-4996-8BFC-4A1A1BE173C9}" srcOrd="3" destOrd="0" presId="urn:microsoft.com/office/officeart/2005/8/layout/list1"/>
    <dgm:cxn modelId="{A8527839-3106-498D-81B5-04D5EAAF7DDF}" type="presParOf" srcId="{303F295D-CEAE-4ECB-8F29-69BBA07B6E24}" destId="{2AF9D3E3-9ECB-4113-B650-54311F11403D}" srcOrd="4" destOrd="0" presId="urn:microsoft.com/office/officeart/2005/8/layout/list1"/>
    <dgm:cxn modelId="{ECD2BBCD-17A7-4F6B-9D66-332DF82F1E95}" type="presParOf" srcId="{2AF9D3E3-9ECB-4113-B650-54311F11403D}" destId="{C1E63840-B15B-4658-A053-F7764127C031}" srcOrd="0" destOrd="0" presId="urn:microsoft.com/office/officeart/2005/8/layout/list1"/>
    <dgm:cxn modelId="{FE8D0C35-0A4C-4258-8C6B-CE2FCE4479D3}" type="presParOf" srcId="{2AF9D3E3-9ECB-4113-B650-54311F11403D}" destId="{F8F5A6C2-07BD-4056-A476-1AC493BF7176}" srcOrd="1" destOrd="0" presId="urn:microsoft.com/office/officeart/2005/8/layout/list1"/>
    <dgm:cxn modelId="{FB01ABCB-FA6D-48A5-8CCE-6ABAB24684F5}" type="presParOf" srcId="{303F295D-CEAE-4ECB-8F29-69BBA07B6E24}" destId="{BA918468-270B-4B58-AB85-5343B648C028}" srcOrd="5" destOrd="0" presId="urn:microsoft.com/office/officeart/2005/8/layout/list1"/>
    <dgm:cxn modelId="{DBB0B14B-2F1F-4531-A04A-DE77875D6FC7}" type="presParOf" srcId="{303F295D-CEAE-4ECB-8F29-69BBA07B6E24}" destId="{E3AF76AB-2509-4300-B083-147E7ED9273E}" srcOrd="6" destOrd="0" presId="urn:microsoft.com/office/officeart/2005/8/layout/list1"/>
    <dgm:cxn modelId="{B07BE5AD-194E-4972-957C-7D170D1C303F}" type="presParOf" srcId="{303F295D-CEAE-4ECB-8F29-69BBA07B6E24}" destId="{659C0130-F226-486B-8531-57B207C9ECBC}" srcOrd="7" destOrd="0" presId="urn:microsoft.com/office/officeart/2005/8/layout/list1"/>
    <dgm:cxn modelId="{094F69C6-EC16-42B2-A076-A61CD3AAA253}" type="presParOf" srcId="{303F295D-CEAE-4ECB-8F29-69BBA07B6E24}" destId="{D6B5D517-ABB8-441F-8F60-C5BB66D10BE7}" srcOrd="8" destOrd="0" presId="urn:microsoft.com/office/officeart/2005/8/layout/list1"/>
    <dgm:cxn modelId="{35C42523-FE25-43C2-A8A3-F2A06E562174}" type="presParOf" srcId="{D6B5D517-ABB8-441F-8F60-C5BB66D10BE7}" destId="{004EECC6-F210-4400-A795-815E19D0015C}" srcOrd="0" destOrd="0" presId="urn:microsoft.com/office/officeart/2005/8/layout/list1"/>
    <dgm:cxn modelId="{99F2ED28-7705-4BD3-9533-F7E527CB965D}" type="presParOf" srcId="{D6B5D517-ABB8-441F-8F60-C5BB66D10BE7}" destId="{E40632DE-DDF5-45A4-A465-93FD13C554D8}" srcOrd="1" destOrd="0" presId="urn:microsoft.com/office/officeart/2005/8/layout/list1"/>
    <dgm:cxn modelId="{A3A638DA-B1D2-4254-9893-0DDE2B39B789}" type="presParOf" srcId="{303F295D-CEAE-4ECB-8F29-69BBA07B6E24}" destId="{9AEEA592-BDD0-4AD8-B89E-98A1A0E570A7}" srcOrd="9" destOrd="0" presId="urn:microsoft.com/office/officeart/2005/8/layout/list1"/>
    <dgm:cxn modelId="{A096828C-B779-48DD-86FF-A45FEBB2BE5F}" type="presParOf" srcId="{303F295D-CEAE-4ECB-8F29-69BBA07B6E24}" destId="{B8F9BFE9-1F60-44AB-9462-1107935CB84A}"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CC5146E-CD00-4C2C-BFA7-FBD176C9076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GB"/>
        </a:p>
      </dgm:t>
    </dgm:pt>
    <dgm:pt modelId="{D114491B-8578-4A48-BD28-2EB0B8FE6A5F}">
      <dgm:prSet phldrT="[Text]"/>
      <dgm:spPr/>
      <dgm:t>
        <a:bodyPr/>
        <a:lstStyle/>
        <a:p>
          <a:r>
            <a:rPr lang="en-GB" dirty="0"/>
            <a:t>Dynamic shadows and lighting allow greater realism</a:t>
          </a:r>
        </a:p>
      </dgm:t>
    </dgm:pt>
    <dgm:pt modelId="{3E9B8F18-03FE-48AD-8552-D8299B6161C5}" type="parTrans" cxnId="{3EB1F66A-37A4-43DA-82A0-BF49654A3AA4}">
      <dgm:prSet/>
      <dgm:spPr/>
      <dgm:t>
        <a:bodyPr/>
        <a:lstStyle/>
        <a:p>
          <a:endParaRPr lang="en-GB"/>
        </a:p>
      </dgm:t>
    </dgm:pt>
    <dgm:pt modelId="{8776113B-98F5-43A4-AE84-E962CBE5D717}" type="sibTrans" cxnId="{3EB1F66A-37A4-43DA-82A0-BF49654A3AA4}">
      <dgm:prSet/>
      <dgm:spPr/>
      <dgm:t>
        <a:bodyPr/>
        <a:lstStyle/>
        <a:p>
          <a:endParaRPr lang="en-GB"/>
        </a:p>
      </dgm:t>
    </dgm:pt>
    <dgm:pt modelId="{A4B28B35-64CF-4216-9575-DB9E0B19CB41}">
      <dgm:prSet phldrT="[Text]"/>
      <dgm:spPr/>
      <dgm:t>
        <a:bodyPr/>
        <a:lstStyle/>
        <a:p>
          <a:r>
            <a:rPr lang="en-GB" dirty="0"/>
            <a:t>Much more code control</a:t>
          </a:r>
        </a:p>
      </dgm:t>
    </dgm:pt>
    <dgm:pt modelId="{8D863145-0B91-4C0D-B884-199FC4735CED}" type="parTrans" cxnId="{4509D083-5491-4168-B8A4-BFB23E233DAD}">
      <dgm:prSet/>
      <dgm:spPr/>
      <dgm:t>
        <a:bodyPr/>
        <a:lstStyle/>
        <a:p>
          <a:endParaRPr lang="en-GB"/>
        </a:p>
      </dgm:t>
    </dgm:pt>
    <dgm:pt modelId="{4857761B-7D38-4AF2-A25C-1BDDB9ED9B81}" type="sibTrans" cxnId="{4509D083-5491-4168-B8A4-BFB23E233DAD}">
      <dgm:prSet/>
      <dgm:spPr/>
      <dgm:t>
        <a:bodyPr/>
        <a:lstStyle/>
        <a:p>
          <a:endParaRPr lang="en-GB"/>
        </a:p>
      </dgm:t>
    </dgm:pt>
    <dgm:pt modelId="{2D497948-DE9A-4522-B1C0-A4EF42E12F0F}">
      <dgm:prSet phldrT="[Text]"/>
      <dgm:spPr/>
      <dgm:t>
        <a:bodyPr/>
        <a:lstStyle/>
        <a:p>
          <a:r>
            <a:rPr lang="en-GB" dirty="0"/>
            <a:t>Looks more consistent than static</a:t>
          </a:r>
        </a:p>
      </dgm:t>
    </dgm:pt>
    <dgm:pt modelId="{3B18D261-9BC6-49AE-B420-729B2D66F85A}" type="parTrans" cxnId="{BF845538-8B51-4F14-ACBE-FDD78C4B73B7}">
      <dgm:prSet/>
      <dgm:spPr/>
      <dgm:t>
        <a:bodyPr/>
        <a:lstStyle/>
        <a:p>
          <a:endParaRPr lang="en-GB"/>
        </a:p>
      </dgm:t>
    </dgm:pt>
    <dgm:pt modelId="{27985251-0B17-45DD-B6D7-1ADC1197318A}" type="sibTrans" cxnId="{BF845538-8B51-4F14-ACBE-FDD78C4B73B7}">
      <dgm:prSet/>
      <dgm:spPr/>
      <dgm:t>
        <a:bodyPr/>
        <a:lstStyle/>
        <a:p>
          <a:endParaRPr lang="en-GB"/>
        </a:p>
      </dgm:t>
    </dgm:pt>
    <dgm:pt modelId="{303F295D-CEAE-4ECB-8F29-69BBA07B6E24}" type="pres">
      <dgm:prSet presAssocID="{8CC5146E-CD00-4C2C-BFA7-FBD176C9076C}" presName="linear" presStyleCnt="0">
        <dgm:presLayoutVars>
          <dgm:dir/>
          <dgm:animLvl val="lvl"/>
          <dgm:resizeHandles val="exact"/>
        </dgm:presLayoutVars>
      </dgm:prSet>
      <dgm:spPr/>
    </dgm:pt>
    <dgm:pt modelId="{C0FD445B-1F27-460E-9FE2-AFF4AAF7BE9B}" type="pres">
      <dgm:prSet presAssocID="{D114491B-8578-4A48-BD28-2EB0B8FE6A5F}" presName="parentLin" presStyleCnt="0"/>
      <dgm:spPr/>
    </dgm:pt>
    <dgm:pt modelId="{F63D7F1A-D83D-43A6-B8AB-E1DAFF6B9DB1}" type="pres">
      <dgm:prSet presAssocID="{D114491B-8578-4A48-BD28-2EB0B8FE6A5F}" presName="parentLeftMargin" presStyleLbl="node1" presStyleIdx="0" presStyleCnt="3"/>
      <dgm:spPr/>
    </dgm:pt>
    <dgm:pt modelId="{107F8AD4-0E87-464C-81D2-B86F55D24B8F}" type="pres">
      <dgm:prSet presAssocID="{D114491B-8578-4A48-BD28-2EB0B8FE6A5F}" presName="parentText" presStyleLbl="node1" presStyleIdx="0" presStyleCnt="3">
        <dgm:presLayoutVars>
          <dgm:chMax val="0"/>
          <dgm:bulletEnabled val="1"/>
        </dgm:presLayoutVars>
      </dgm:prSet>
      <dgm:spPr/>
    </dgm:pt>
    <dgm:pt modelId="{C9C99ECC-BC00-4B6F-A2E0-BFB9D0F74FFF}" type="pres">
      <dgm:prSet presAssocID="{D114491B-8578-4A48-BD28-2EB0B8FE6A5F}" presName="negativeSpace" presStyleCnt="0"/>
      <dgm:spPr/>
    </dgm:pt>
    <dgm:pt modelId="{09C39CBE-C9C2-42E1-B5E7-2D7B5FBE278B}" type="pres">
      <dgm:prSet presAssocID="{D114491B-8578-4A48-BD28-2EB0B8FE6A5F}" presName="childText" presStyleLbl="conFgAcc1" presStyleIdx="0" presStyleCnt="3">
        <dgm:presLayoutVars>
          <dgm:bulletEnabled val="1"/>
        </dgm:presLayoutVars>
      </dgm:prSet>
      <dgm:spPr/>
    </dgm:pt>
    <dgm:pt modelId="{203C4690-249B-4996-8BFC-4A1A1BE173C9}" type="pres">
      <dgm:prSet presAssocID="{8776113B-98F5-43A4-AE84-E962CBE5D717}" presName="spaceBetweenRectangles" presStyleCnt="0"/>
      <dgm:spPr/>
    </dgm:pt>
    <dgm:pt modelId="{2AF9D3E3-9ECB-4113-B650-54311F11403D}" type="pres">
      <dgm:prSet presAssocID="{A4B28B35-64CF-4216-9575-DB9E0B19CB41}" presName="parentLin" presStyleCnt="0"/>
      <dgm:spPr/>
    </dgm:pt>
    <dgm:pt modelId="{C1E63840-B15B-4658-A053-F7764127C031}" type="pres">
      <dgm:prSet presAssocID="{A4B28B35-64CF-4216-9575-DB9E0B19CB41}" presName="parentLeftMargin" presStyleLbl="node1" presStyleIdx="0" presStyleCnt="3"/>
      <dgm:spPr/>
    </dgm:pt>
    <dgm:pt modelId="{F8F5A6C2-07BD-4056-A476-1AC493BF7176}" type="pres">
      <dgm:prSet presAssocID="{A4B28B35-64CF-4216-9575-DB9E0B19CB41}" presName="parentText" presStyleLbl="node1" presStyleIdx="1" presStyleCnt="3">
        <dgm:presLayoutVars>
          <dgm:chMax val="0"/>
          <dgm:bulletEnabled val="1"/>
        </dgm:presLayoutVars>
      </dgm:prSet>
      <dgm:spPr/>
    </dgm:pt>
    <dgm:pt modelId="{BA918468-270B-4B58-AB85-5343B648C028}" type="pres">
      <dgm:prSet presAssocID="{A4B28B35-64CF-4216-9575-DB9E0B19CB41}" presName="negativeSpace" presStyleCnt="0"/>
      <dgm:spPr/>
    </dgm:pt>
    <dgm:pt modelId="{E3AF76AB-2509-4300-B083-147E7ED9273E}" type="pres">
      <dgm:prSet presAssocID="{A4B28B35-64CF-4216-9575-DB9E0B19CB41}" presName="childText" presStyleLbl="conFgAcc1" presStyleIdx="1" presStyleCnt="3">
        <dgm:presLayoutVars>
          <dgm:bulletEnabled val="1"/>
        </dgm:presLayoutVars>
      </dgm:prSet>
      <dgm:spPr/>
    </dgm:pt>
    <dgm:pt modelId="{659C0130-F226-486B-8531-57B207C9ECBC}" type="pres">
      <dgm:prSet presAssocID="{4857761B-7D38-4AF2-A25C-1BDDB9ED9B81}" presName="spaceBetweenRectangles" presStyleCnt="0"/>
      <dgm:spPr/>
    </dgm:pt>
    <dgm:pt modelId="{D6B5D517-ABB8-441F-8F60-C5BB66D10BE7}" type="pres">
      <dgm:prSet presAssocID="{2D497948-DE9A-4522-B1C0-A4EF42E12F0F}" presName="parentLin" presStyleCnt="0"/>
      <dgm:spPr/>
    </dgm:pt>
    <dgm:pt modelId="{004EECC6-F210-4400-A795-815E19D0015C}" type="pres">
      <dgm:prSet presAssocID="{2D497948-DE9A-4522-B1C0-A4EF42E12F0F}" presName="parentLeftMargin" presStyleLbl="node1" presStyleIdx="1" presStyleCnt="3"/>
      <dgm:spPr/>
    </dgm:pt>
    <dgm:pt modelId="{E40632DE-DDF5-45A4-A465-93FD13C554D8}" type="pres">
      <dgm:prSet presAssocID="{2D497948-DE9A-4522-B1C0-A4EF42E12F0F}" presName="parentText" presStyleLbl="node1" presStyleIdx="2" presStyleCnt="3">
        <dgm:presLayoutVars>
          <dgm:chMax val="0"/>
          <dgm:bulletEnabled val="1"/>
        </dgm:presLayoutVars>
      </dgm:prSet>
      <dgm:spPr/>
    </dgm:pt>
    <dgm:pt modelId="{9AEEA592-BDD0-4AD8-B89E-98A1A0E570A7}" type="pres">
      <dgm:prSet presAssocID="{2D497948-DE9A-4522-B1C0-A4EF42E12F0F}" presName="negativeSpace" presStyleCnt="0"/>
      <dgm:spPr/>
    </dgm:pt>
    <dgm:pt modelId="{B8F9BFE9-1F60-44AB-9462-1107935CB84A}" type="pres">
      <dgm:prSet presAssocID="{2D497948-DE9A-4522-B1C0-A4EF42E12F0F}" presName="childText" presStyleLbl="conFgAcc1" presStyleIdx="2" presStyleCnt="3">
        <dgm:presLayoutVars>
          <dgm:bulletEnabled val="1"/>
        </dgm:presLayoutVars>
      </dgm:prSet>
      <dgm:spPr/>
    </dgm:pt>
  </dgm:ptLst>
  <dgm:cxnLst>
    <dgm:cxn modelId="{5DEB4926-C9D9-46A0-B1FC-0D1AC9976FA2}" type="presOf" srcId="{2D497948-DE9A-4522-B1C0-A4EF42E12F0F}" destId="{004EECC6-F210-4400-A795-815E19D0015C}" srcOrd="0" destOrd="0" presId="urn:microsoft.com/office/officeart/2005/8/layout/list1"/>
    <dgm:cxn modelId="{BF845538-8B51-4F14-ACBE-FDD78C4B73B7}" srcId="{8CC5146E-CD00-4C2C-BFA7-FBD176C9076C}" destId="{2D497948-DE9A-4522-B1C0-A4EF42E12F0F}" srcOrd="2" destOrd="0" parTransId="{3B18D261-9BC6-49AE-B420-729B2D66F85A}" sibTransId="{27985251-0B17-45DD-B6D7-1ADC1197318A}"/>
    <dgm:cxn modelId="{3EB1F66A-37A4-43DA-82A0-BF49654A3AA4}" srcId="{8CC5146E-CD00-4C2C-BFA7-FBD176C9076C}" destId="{D114491B-8578-4A48-BD28-2EB0B8FE6A5F}" srcOrd="0" destOrd="0" parTransId="{3E9B8F18-03FE-48AD-8552-D8299B6161C5}" sibTransId="{8776113B-98F5-43A4-AE84-E962CBE5D717}"/>
    <dgm:cxn modelId="{4F726F73-0B83-4F10-B1B6-3B411F63C013}" type="presOf" srcId="{2D497948-DE9A-4522-B1C0-A4EF42E12F0F}" destId="{E40632DE-DDF5-45A4-A465-93FD13C554D8}" srcOrd="1" destOrd="0" presId="urn:microsoft.com/office/officeart/2005/8/layout/list1"/>
    <dgm:cxn modelId="{4509D083-5491-4168-B8A4-BFB23E233DAD}" srcId="{8CC5146E-CD00-4C2C-BFA7-FBD176C9076C}" destId="{A4B28B35-64CF-4216-9575-DB9E0B19CB41}" srcOrd="1" destOrd="0" parTransId="{8D863145-0B91-4C0D-B884-199FC4735CED}" sibTransId="{4857761B-7D38-4AF2-A25C-1BDDB9ED9B81}"/>
    <dgm:cxn modelId="{5D6C6AA8-F5ED-414A-ACC1-D5720ABA2D65}" type="presOf" srcId="{D114491B-8578-4A48-BD28-2EB0B8FE6A5F}" destId="{F63D7F1A-D83D-43A6-B8AB-E1DAFF6B9DB1}" srcOrd="0" destOrd="0" presId="urn:microsoft.com/office/officeart/2005/8/layout/list1"/>
    <dgm:cxn modelId="{513623AB-6DE1-4F7B-8089-D0427527D555}" type="presOf" srcId="{A4B28B35-64CF-4216-9575-DB9E0B19CB41}" destId="{C1E63840-B15B-4658-A053-F7764127C031}" srcOrd="0" destOrd="0" presId="urn:microsoft.com/office/officeart/2005/8/layout/list1"/>
    <dgm:cxn modelId="{FE67C6B5-2921-4AC0-94BE-88DA27C131A6}" type="presOf" srcId="{A4B28B35-64CF-4216-9575-DB9E0B19CB41}" destId="{F8F5A6C2-07BD-4056-A476-1AC493BF7176}" srcOrd="1" destOrd="0" presId="urn:microsoft.com/office/officeart/2005/8/layout/list1"/>
    <dgm:cxn modelId="{2B437FB7-A23C-40DA-A282-475E307DF5AA}" type="presOf" srcId="{8CC5146E-CD00-4C2C-BFA7-FBD176C9076C}" destId="{303F295D-CEAE-4ECB-8F29-69BBA07B6E24}" srcOrd="0" destOrd="0" presId="urn:microsoft.com/office/officeart/2005/8/layout/list1"/>
    <dgm:cxn modelId="{D8350BF4-D7A7-420C-883F-1655C753723E}" type="presOf" srcId="{D114491B-8578-4A48-BD28-2EB0B8FE6A5F}" destId="{107F8AD4-0E87-464C-81D2-B86F55D24B8F}" srcOrd="1" destOrd="0" presId="urn:microsoft.com/office/officeart/2005/8/layout/list1"/>
    <dgm:cxn modelId="{EC808CAF-3859-46ED-9E74-033B94EF27CC}" type="presParOf" srcId="{303F295D-CEAE-4ECB-8F29-69BBA07B6E24}" destId="{C0FD445B-1F27-460E-9FE2-AFF4AAF7BE9B}" srcOrd="0" destOrd="0" presId="urn:microsoft.com/office/officeart/2005/8/layout/list1"/>
    <dgm:cxn modelId="{2CFB02DC-15B0-47E4-A803-BDCFF190F1AF}" type="presParOf" srcId="{C0FD445B-1F27-460E-9FE2-AFF4AAF7BE9B}" destId="{F63D7F1A-D83D-43A6-B8AB-E1DAFF6B9DB1}" srcOrd="0" destOrd="0" presId="urn:microsoft.com/office/officeart/2005/8/layout/list1"/>
    <dgm:cxn modelId="{0AC39819-F8F1-41FB-BE06-ED3FE75F65C5}" type="presParOf" srcId="{C0FD445B-1F27-460E-9FE2-AFF4AAF7BE9B}" destId="{107F8AD4-0E87-464C-81D2-B86F55D24B8F}" srcOrd="1" destOrd="0" presId="urn:microsoft.com/office/officeart/2005/8/layout/list1"/>
    <dgm:cxn modelId="{BE1A9E83-59B3-4C7A-80D3-2066AC9D1E2C}" type="presParOf" srcId="{303F295D-CEAE-4ECB-8F29-69BBA07B6E24}" destId="{C9C99ECC-BC00-4B6F-A2E0-BFB9D0F74FFF}" srcOrd="1" destOrd="0" presId="urn:microsoft.com/office/officeart/2005/8/layout/list1"/>
    <dgm:cxn modelId="{270AC3A1-37DD-4712-949C-992111031C18}" type="presParOf" srcId="{303F295D-CEAE-4ECB-8F29-69BBA07B6E24}" destId="{09C39CBE-C9C2-42E1-B5E7-2D7B5FBE278B}" srcOrd="2" destOrd="0" presId="urn:microsoft.com/office/officeart/2005/8/layout/list1"/>
    <dgm:cxn modelId="{A966C6AF-DF16-4BFA-8A5F-63565D5A9E19}" type="presParOf" srcId="{303F295D-CEAE-4ECB-8F29-69BBA07B6E24}" destId="{203C4690-249B-4996-8BFC-4A1A1BE173C9}" srcOrd="3" destOrd="0" presId="urn:microsoft.com/office/officeart/2005/8/layout/list1"/>
    <dgm:cxn modelId="{761CA4E3-5BCD-406D-BCF2-82D44936F237}" type="presParOf" srcId="{303F295D-CEAE-4ECB-8F29-69BBA07B6E24}" destId="{2AF9D3E3-9ECB-4113-B650-54311F11403D}" srcOrd="4" destOrd="0" presId="urn:microsoft.com/office/officeart/2005/8/layout/list1"/>
    <dgm:cxn modelId="{FD60611C-E23D-4989-A9BC-7B4C5AEA5356}" type="presParOf" srcId="{2AF9D3E3-9ECB-4113-B650-54311F11403D}" destId="{C1E63840-B15B-4658-A053-F7764127C031}" srcOrd="0" destOrd="0" presId="urn:microsoft.com/office/officeart/2005/8/layout/list1"/>
    <dgm:cxn modelId="{696876CC-9226-4FD3-92B2-516A2F5F39FC}" type="presParOf" srcId="{2AF9D3E3-9ECB-4113-B650-54311F11403D}" destId="{F8F5A6C2-07BD-4056-A476-1AC493BF7176}" srcOrd="1" destOrd="0" presId="urn:microsoft.com/office/officeart/2005/8/layout/list1"/>
    <dgm:cxn modelId="{F586393A-F4D0-4EC4-B5FB-2EDF2D730788}" type="presParOf" srcId="{303F295D-CEAE-4ECB-8F29-69BBA07B6E24}" destId="{BA918468-270B-4B58-AB85-5343B648C028}" srcOrd="5" destOrd="0" presId="urn:microsoft.com/office/officeart/2005/8/layout/list1"/>
    <dgm:cxn modelId="{8B905944-1B86-4E15-AD27-DBABDFEB45F3}" type="presParOf" srcId="{303F295D-CEAE-4ECB-8F29-69BBA07B6E24}" destId="{E3AF76AB-2509-4300-B083-147E7ED9273E}" srcOrd="6" destOrd="0" presId="urn:microsoft.com/office/officeart/2005/8/layout/list1"/>
    <dgm:cxn modelId="{E008A783-4454-4745-8AA5-6A10AA6A41DF}" type="presParOf" srcId="{303F295D-CEAE-4ECB-8F29-69BBA07B6E24}" destId="{659C0130-F226-486B-8531-57B207C9ECBC}" srcOrd="7" destOrd="0" presId="urn:microsoft.com/office/officeart/2005/8/layout/list1"/>
    <dgm:cxn modelId="{9E586F9B-2A24-44D1-B58A-C3A6775C3219}" type="presParOf" srcId="{303F295D-CEAE-4ECB-8F29-69BBA07B6E24}" destId="{D6B5D517-ABB8-441F-8F60-C5BB66D10BE7}" srcOrd="8" destOrd="0" presId="urn:microsoft.com/office/officeart/2005/8/layout/list1"/>
    <dgm:cxn modelId="{09B6FA94-FDE3-42A7-AA4D-1D5E21F3F07A}" type="presParOf" srcId="{D6B5D517-ABB8-441F-8F60-C5BB66D10BE7}" destId="{004EECC6-F210-4400-A795-815E19D0015C}" srcOrd="0" destOrd="0" presId="urn:microsoft.com/office/officeart/2005/8/layout/list1"/>
    <dgm:cxn modelId="{3FD317F4-5B19-45F0-B65C-1C7F58255A1E}" type="presParOf" srcId="{D6B5D517-ABB8-441F-8F60-C5BB66D10BE7}" destId="{E40632DE-DDF5-45A4-A465-93FD13C554D8}" srcOrd="1" destOrd="0" presId="urn:microsoft.com/office/officeart/2005/8/layout/list1"/>
    <dgm:cxn modelId="{5D3F8A4A-3AC3-400F-B67D-56A99A796D34}" type="presParOf" srcId="{303F295D-CEAE-4ECB-8F29-69BBA07B6E24}" destId="{9AEEA592-BDD0-4AD8-B89E-98A1A0E570A7}" srcOrd="9" destOrd="0" presId="urn:microsoft.com/office/officeart/2005/8/layout/list1"/>
    <dgm:cxn modelId="{C1DB668A-8A7A-4E2B-A4B1-3F8B69D422B7}" type="presParOf" srcId="{303F295D-CEAE-4ECB-8F29-69BBA07B6E24}" destId="{B8F9BFE9-1F60-44AB-9462-1107935CB84A}" srcOrd="10"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C39CBE-C9C2-42E1-B5E7-2D7B5FBE278B}">
      <dsp:nvSpPr>
        <dsp:cNvPr id="0" name=""/>
        <dsp:cNvSpPr/>
      </dsp:nvSpPr>
      <dsp:spPr>
        <a:xfrm>
          <a:off x="0" y="393777"/>
          <a:ext cx="5129212" cy="554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07F8AD4-0E87-464C-81D2-B86F55D24B8F}">
      <dsp:nvSpPr>
        <dsp:cNvPr id="0" name=""/>
        <dsp:cNvSpPr/>
      </dsp:nvSpPr>
      <dsp:spPr>
        <a:xfrm>
          <a:off x="256460" y="69057"/>
          <a:ext cx="3590449" cy="6494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710" tIns="0" rIns="135710" bIns="0" numCol="1" spcCol="1270" anchor="ctr" anchorCtr="0">
          <a:noAutofit/>
        </a:bodyPr>
        <a:lstStyle/>
        <a:p>
          <a:pPr marL="0" lvl="0" indent="0" algn="l" defTabSz="977900">
            <a:lnSpc>
              <a:spcPct val="90000"/>
            </a:lnSpc>
            <a:spcBef>
              <a:spcPct val="0"/>
            </a:spcBef>
            <a:spcAft>
              <a:spcPct val="35000"/>
            </a:spcAft>
            <a:buNone/>
          </a:pPr>
          <a:r>
            <a:rPr lang="en-GB" sz="2200" kern="1200" dirty="0"/>
            <a:t>Increased render performance</a:t>
          </a:r>
        </a:p>
      </dsp:txBody>
      <dsp:txXfrm>
        <a:off x="288163" y="100760"/>
        <a:ext cx="3527043" cy="586034"/>
      </dsp:txXfrm>
    </dsp:sp>
    <dsp:sp modelId="{E3AF76AB-2509-4300-B083-147E7ED9273E}">
      <dsp:nvSpPr>
        <dsp:cNvPr id="0" name=""/>
        <dsp:cNvSpPr/>
      </dsp:nvSpPr>
      <dsp:spPr>
        <a:xfrm>
          <a:off x="0" y="1391697"/>
          <a:ext cx="5129212" cy="554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8F5A6C2-07BD-4056-A476-1AC493BF7176}">
      <dsp:nvSpPr>
        <dsp:cNvPr id="0" name=""/>
        <dsp:cNvSpPr/>
      </dsp:nvSpPr>
      <dsp:spPr>
        <a:xfrm>
          <a:off x="256460" y="1066977"/>
          <a:ext cx="3590449" cy="6494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710" tIns="0" rIns="135710" bIns="0" numCol="1" spcCol="1270" anchor="ctr" anchorCtr="0">
          <a:noAutofit/>
        </a:bodyPr>
        <a:lstStyle/>
        <a:p>
          <a:pPr marL="0" lvl="0" indent="0" algn="l" defTabSz="977900">
            <a:lnSpc>
              <a:spcPct val="90000"/>
            </a:lnSpc>
            <a:spcBef>
              <a:spcPct val="0"/>
            </a:spcBef>
            <a:spcAft>
              <a:spcPct val="35000"/>
            </a:spcAft>
            <a:buNone/>
          </a:pPr>
          <a:r>
            <a:rPr lang="en-GB" sz="2200" kern="1200" dirty="0"/>
            <a:t>Ambient occlusion allows increased complexity</a:t>
          </a:r>
        </a:p>
      </dsp:txBody>
      <dsp:txXfrm>
        <a:off x="288163" y="1098680"/>
        <a:ext cx="3527043" cy="586034"/>
      </dsp:txXfrm>
    </dsp:sp>
    <dsp:sp modelId="{B8F9BFE9-1F60-44AB-9462-1107935CB84A}">
      <dsp:nvSpPr>
        <dsp:cNvPr id="0" name=""/>
        <dsp:cNvSpPr/>
      </dsp:nvSpPr>
      <dsp:spPr>
        <a:xfrm>
          <a:off x="0" y="2389617"/>
          <a:ext cx="5129212" cy="554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40632DE-DDF5-45A4-A465-93FD13C554D8}">
      <dsp:nvSpPr>
        <dsp:cNvPr id="0" name=""/>
        <dsp:cNvSpPr/>
      </dsp:nvSpPr>
      <dsp:spPr>
        <a:xfrm>
          <a:off x="256460" y="2064897"/>
          <a:ext cx="3590449" cy="6494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710" tIns="0" rIns="135710" bIns="0" numCol="1" spcCol="1270" anchor="ctr" anchorCtr="0">
          <a:noAutofit/>
        </a:bodyPr>
        <a:lstStyle/>
        <a:p>
          <a:pPr marL="0" lvl="0" indent="0" algn="l" defTabSz="977900">
            <a:lnSpc>
              <a:spcPct val="90000"/>
            </a:lnSpc>
            <a:spcBef>
              <a:spcPct val="0"/>
            </a:spcBef>
            <a:spcAft>
              <a:spcPct val="35000"/>
            </a:spcAft>
            <a:buNone/>
          </a:pPr>
          <a:r>
            <a:rPr lang="en-GB" sz="2200" kern="1200" dirty="0"/>
            <a:t>Typically looks better than dynamic</a:t>
          </a:r>
        </a:p>
      </dsp:txBody>
      <dsp:txXfrm>
        <a:off x="288163" y="2096600"/>
        <a:ext cx="3527043" cy="586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C39CBE-C9C2-42E1-B5E7-2D7B5FBE278B}">
      <dsp:nvSpPr>
        <dsp:cNvPr id="0" name=""/>
        <dsp:cNvSpPr/>
      </dsp:nvSpPr>
      <dsp:spPr>
        <a:xfrm>
          <a:off x="0" y="494937"/>
          <a:ext cx="5129212" cy="504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07F8AD4-0E87-464C-81D2-B86F55D24B8F}">
      <dsp:nvSpPr>
        <dsp:cNvPr id="0" name=""/>
        <dsp:cNvSpPr/>
      </dsp:nvSpPr>
      <dsp:spPr>
        <a:xfrm>
          <a:off x="256460" y="199737"/>
          <a:ext cx="3590449" cy="590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710" tIns="0" rIns="135710" bIns="0" numCol="1" spcCol="1270" anchor="ctr" anchorCtr="0">
          <a:noAutofit/>
        </a:bodyPr>
        <a:lstStyle/>
        <a:p>
          <a:pPr marL="0" lvl="0" indent="0" algn="l" defTabSz="889000">
            <a:lnSpc>
              <a:spcPct val="90000"/>
            </a:lnSpc>
            <a:spcBef>
              <a:spcPct val="0"/>
            </a:spcBef>
            <a:spcAft>
              <a:spcPct val="35000"/>
            </a:spcAft>
            <a:buNone/>
          </a:pPr>
          <a:r>
            <a:rPr lang="en-GB" sz="2000" kern="1200" dirty="0"/>
            <a:t>Dynamic shadows and lighting allow greater realism</a:t>
          </a:r>
        </a:p>
      </dsp:txBody>
      <dsp:txXfrm>
        <a:off x="285281" y="228558"/>
        <a:ext cx="3532807" cy="532758"/>
      </dsp:txXfrm>
    </dsp:sp>
    <dsp:sp modelId="{E3AF76AB-2509-4300-B083-147E7ED9273E}">
      <dsp:nvSpPr>
        <dsp:cNvPr id="0" name=""/>
        <dsp:cNvSpPr/>
      </dsp:nvSpPr>
      <dsp:spPr>
        <a:xfrm>
          <a:off x="0" y="1402137"/>
          <a:ext cx="5129212" cy="504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8F5A6C2-07BD-4056-A476-1AC493BF7176}">
      <dsp:nvSpPr>
        <dsp:cNvPr id="0" name=""/>
        <dsp:cNvSpPr/>
      </dsp:nvSpPr>
      <dsp:spPr>
        <a:xfrm>
          <a:off x="256460" y="1106937"/>
          <a:ext cx="3590449" cy="590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710" tIns="0" rIns="135710" bIns="0" numCol="1" spcCol="1270" anchor="ctr" anchorCtr="0">
          <a:noAutofit/>
        </a:bodyPr>
        <a:lstStyle/>
        <a:p>
          <a:pPr marL="0" lvl="0" indent="0" algn="l" defTabSz="889000">
            <a:lnSpc>
              <a:spcPct val="90000"/>
            </a:lnSpc>
            <a:spcBef>
              <a:spcPct val="0"/>
            </a:spcBef>
            <a:spcAft>
              <a:spcPct val="35000"/>
            </a:spcAft>
            <a:buNone/>
          </a:pPr>
          <a:r>
            <a:rPr lang="en-GB" sz="2000" kern="1200" dirty="0"/>
            <a:t>Much more code control</a:t>
          </a:r>
        </a:p>
      </dsp:txBody>
      <dsp:txXfrm>
        <a:off x="285281" y="1135758"/>
        <a:ext cx="3532807" cy="532758"/>
      </dsp:txXfrm>
    </dsp:sp>
    <dsp:sp modelId="{B8F9BFE9-1F60-44AB-9462-1107935CB84A}">
      <dsp:nvSpPr>
        <dsp:cNvPr id="0" name=""/>
        <dsp:cNvSpPr/>
      </dsp:nvSpPr>
      <dsp:spPr>
        <a:xfrm>
          <a:off x="0" y="2309337"/>
          <a:ext cx="5129212" cy="504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40632DE-DDF5-45A4-A465-93FD13C554D8}">
      <dsp:nvSpPr>
        <dsp:cNvPr id="0" name=""/>
        <dsp:cNvSpPr/>
      </dsp:nvSpPr>
      <dsp:spPr>
        <a:xfrm>
          <a:off x="256460" y="2014137"/>
          <a:ext cx="3590449" cy="590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710" tIns="0" rIns="135710" bIns="0" numCol="1" spcCol="1270" anchor="ctr" anchorCtr="0">
          <a:noAutofit/>
        </a:bodyPr>
        <a:lstStyle/>
        <a:p>
          <a:pPr marL="0" lvl="0" indent="0" algn="l" defTabSz="889000">
            <a:lnSpc>
              <a:spcPct val="90000"/>
            </a:lnSpc>
            <a:spcBef>
              <a:spcPct val="0"/>
            </a:spcBef>
            <a:spcAft>
              <a:spcPct val="35000"/>
            </a:spcAft>
            <a:buNone/>
          </a:pPr>
          <a:r>
            <a:rPr lang="en-GB" sz="2000" kern="1200" dirty="0"/>
            <a:t>Looks more consistent than static</a:t>
          </a:r>
        </a:p>
      </dsp:txBody>
      <dsp:txXfrm>
        <a:off x="285281" y="2042958"/>
        <a:ext cx="3532807" cy="53275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8/3/2026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a:t>
            </a:fld>
            <a:endParaRPr lang="en-GB"/>
          </a:p>
        </p:txBody>
      </p:sp>
    </p:spTree>
    <p:extLst>
      <p:ext uri="{BB962C8B-B14F-4D97-AF65-F5344CB8AC3E}">
        <p14:creationId xmlns:p14="http://schemas.microsoft.com/office/powerpoint/2010/main" val="3201845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get perspective on how rapidly the</a:t>
            </a:r>
            <a:r>
              <a:rPr lang="en-GB" baseline="0" dirty="0"/>
              <a:t> capability of graphics units has grown, look at the timeline of graphics technology in games from the 1980s until now. In the early 1980s, a typical home computer had 16kb of RAM, which was shared across all applications. </a:t>
            </a:r>
          </a:p>
          <a:p>
            <a:endParaRPr lang="en-GB" baseline="0" dirty="0"/>
          </a:p>
          <a:p>
            <a:r>
              <a:rPr lang="en-GB" baseline="0" dirty="0"/>
              <a:t>With this in mind, consider that supplying one bit color (black and white) to a display used 8k of memory, which is half of the typical machine’s memory. Four bit colors (16 colors) took 32k which was more than most home computers had. </a:t>
            </a:r>
          </a:p>
          <a:p>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This meant that engineers designed different ways to generate color within games, including c</a:t>
            </a:r>
            <a:r>
              <a:rPr lang="en-GB" dirty="0"/>
              <a:t>olor cells (Commodore 64, Sinclair and NES), NTSC </a:t>
            </a:r>
            <a:r>
              <a:rPr lang="en-GB" dirty="0" err="1"/>
              <a:t>artifact</a:t>
            </a:r>
            <a:r>
              <a:rPr lang="en-GB" dirty="0"/>
              <a:t> </a:t>
            </a:r>
            <a:r>
              <a:rPr lang="en-GB" dirty="0" err="1"/>
              <a:t>coloring</a:t>
            </a:r>
            <a:r>
              <a:rPr lang="en-GB" dirty="0"/>
              <a:t> (Apple 2 Computer) and TIA driven graphics (Atari). </a:t>
            </a:r>
          </a:p>
          <a:p>
            <a:endParaRPr lang="en-GB" baseline="0"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3</a:t>
            </a:fld>
            <a:endParaRPr lang="en-GB"/>
          </a:p>
        </p:txBody>
      </p:sp>
    </p:spTree>
    <p:extLst>
      <p:ext uri="{BB962C8B-B14F-4D97-AF65-F5344CB8AC3E}">
        <p14:creationId xmlns:p14="http://schemas.microsoft.com/office/powerpoint/2010/main" val="12222366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This method divided the screen into cells (typically 8x8 pixels). You could change the color of each cell on a 1bit color basis (on or off).</a:t>
            </a:r>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This method cost 1k of extra memory, taking the one-bit color processing up to 9k.</a:t>
            </a:r>
          </a:p>
          <a:p>
            <a:endParaRPr lang="en-GB" dirty="0"/>
          </a:p>
          <a:p>
            <a:r>
              <a:rPr lang="en-GB" dirty="0"/>
              <a:t>Another option was to use multi-color mode. Multi-color mode</a:t>
            </a:r>
            <a:r>
              <a:rPr lang="en-GB" baseline="0" dirty="0"/>
              <a:t> halved the number of pixels used in each cell (making each pixel 2x1 in actual size), but doubled the colors allowed to be used from two to four. This allowed for greater color range.</a:t>
            </a:r>
          </a:p>
          <a:p>
            <a:endParaRPr lang="en-GB" baseline="0"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4</a:t>
            </a:fld>
            <a:endParaRPr lang="en-GB"/>
          </a:p>
        </p:txBody>
      </p:sp>
    </p:spTree>
    <p:extLst>
      <p:ext uri="{BB962C8B-B14F-4D97-AF65-F5344CB8AC3E}">
        <p14:creationId xmlns:p14="http://schemas.microsoft.com/office/powerpoint/2010/main" val="4077423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Apple 2 computers were very</a:t>
            </a:r>
            <a:r>
              <a:rPr lang="en-GB" baseline="0" dirty="0"/>
              <a:t> complex systems that were among the first to have a color palette. This was done using a method called NTSC artefact </a:t>
            </a:r>
            <a:r>
              <a:rPr lang="en-GB" baseline="0" dirty="0" err="1"/>
              <a:t>coloring</a:t>
            </a:r>
            <a:r>
              <a:rPr lang="en-GB" baseline="0" dirty="0"/>
              <a:t>, which allowed pulses produced by NTSC televisions to be transferred into visible pixels.</a:t>
            </a:r>
          </a:p>
          <a:p>
            <a:endParaRPr lang="en-GB" baseline="0" dirty="0"/>
          </a:p>
          <a:p>
            <a:r>
              <a:rPr lang="en-GB" baseline="0" dirty="0"/>
              <a:t>Each portion of the screen was assigned eight bits of memory over seven pixels, which were lined up in a row. The eighth bit, or PAL bit, would allow for the swapping of the color palette from </a:t>
            </a:r>
            <a:r>
              <a:rPr lang="en-GB" dirty="0"/>
              <a:t>green/pink to orange/blue</a:t>
            </a:r>
            <a:r>
              <a:rPr lang="en-GB" baseline="0" dirty="0"/>
              <a:t>. This allowed for six colors to be displayed on the screen. While this may not be considered a feat today, the Apple 2 had 4k of memory originally.</a:t>
            </a:r>
          </a:p>
          <a:p>
            <a:endParaRPr lang="en-GB" baseline="0" dirty="0"/>
          </a:p>
          <a:p>
            <a:endParaRPr lang="en-GB" baseline="0" dirty="0"/>
          </a:p>
          <a:p>
            <a:endParaRPr lang="en-GB" baseline="0" dirty="0"/>
          </a:p>
          <a:p>
            <a:endParaRPr lang="en-GB" baseline="0"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5</a:t>
            </a:fld>
            <a:endParaRPr lang="en-GB"/>
          </a:p>
        </p:txBody>
      </p:sp>
    </p:spTree>
    <p:extLst>
      <p:ext uri="{BB962C8B-B14F-4D97-AF65-F5344CB8AC3E}">
        <p14:creationId xmlns:p14="http://schemas.microsoft.com/office/powerpoint/2010/main" val="33889780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The Atari 8-bit systems</a:t>
            </a:r>
            <a:r>
              <a:rPr lang="en-GB" baseline="0" dirty="0"/>
              <a:t> had their own custom chips called Television Interface Adaptors (TIA). </a:t>
            </a: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The TIA worked by scanning (real-time drawing) pixels on the television one at a time. It was highly inefficient at the time,</a:t>
            </a:r>
            <a:r>
              <a:rPr lang="en-GB" baseline="0" dirty="0"/>
              <a:t> due to a limitation in certain values which meant that black lines were produced in order to allow for full color.</a:t>
            </a:r>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6</a:t>
            </a:fld>
            <a:endParaRPr lang="en-GB"/>
          </a:p>
        </p:txBody>
      </p:sp>
    </p:spTree>
    <p:extLst>
      <p:ext uri="{BB962C8B-B14F-4D97-AF65-F5344CB8AC3E}">
        <p14:creationId xmlns:p14="http://schemas.microsoft.com/office/powerpoint/2010/main" val="3283360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Sprites were originally a method of compositing multiple images together using hardware. The chief methods have been identified in the previous three slides.</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As processor speed improved, this</a:t>
            </a:r>
            <a:r>
              <a:rPr lang="en-GB" baseline="0" dirty="0"/>
              <a:t> became more of a </a:t>
            </a:r>
            <a:r>
              <a:rPr lang="en-GB" baseline="0" dirty="0" err="1"/>
              <a:t>favored</a:t>
            </a:r>
            <a:r>
              <a:rPr lang="en-GB" baseline="0" dirty="0"/>
              <a:t> art style than a method of optimization. </a:t>
            </a: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Various techniques have been implemented to modernize the application of Sprites within games: stylesheets, billboarding and rotoscoping to name a few. 2D</a:t>
            </a:r>
            <a:r>
              <a:rPr lang="en-GB" baseline="0" dirty="0"/>
              <a:t> sprites are also used in 3D games to produce effects, which is a much more efficient way to draw graphics.</a:t>
            </a:r>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7</a:t>
            </a:fld>
            <a:endParaRPr lang="en-GB"/>
          </a:p>
        </p:txBody>
      </p:sp>
    </p:spTree>
    <p:extLst>
      <p:ext uri="{BB962C8B-B14F-4D97-AF65-F5344CB8AC3E}">
        <p14:creationId xmlns:p14="http://schemas.microsoft.com/office/powerpoint/2010/main" val="34219683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Modern sprites are typically in a 2D image format as seen here.</a:t>
            </a:r>
            <a:r>
              <a:rPr lang="en-GB" baseline="0" dirty="0"/>
              <a:t> There are some exceptions, such as sprites that are drawn computationally (e.g., geometric shapes).</a:t>
            </a:r>
          </a:p>
          <a:p>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PNG is typically used for most modern images, as it supports up to 64 bits of color and lossless data compression. It also has translucency (also</a:t>
            </a:r>
            <a:r>
              <a:rPr lang="en-GB" baseline="0" dirty="0"/>
              <a:t> known as an alpha channel), which is important for overlaying sprites onto a scene.</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baseline="0" dirty="0"/>
          </a:p>
        </p:txBody>
      </p:sp>
      <p:sp>
        <p:nvSpPr>
          <p:cNvPr id="4" name="Slide Number Placeholder 3"/>
          <p:cNvSpPr>
            <a:spLocks noGrp="1"/>
          </p:cNvSpPr>
          <p:nvPr>
            <p:ph type="sldNum" sz="quarter" idx="10"/>
          </p:nvPr>
        </p:nvSpPr>
        <p:spPr/>
        <p:txBody>
          <a:bodyPr/>
          <a:lstStyle/>
          <a:p>
            <a:fld id="{7E30B4F9-F56B-4B1F-A7F6-68D0E6BDFCA5}" type="slidenum">
              <a:rPr lang="en-GB" smtClean="0"/>
              <a:t>8</a:t>
            </a:fld>
            <a:endParaRPr lang="en-GB"/>
          </a:p>
        </p:txBody>
      </p:sp>
    </p:spTree>
    <p:extLst>
      <p:ext uri="{BB962C8B-B14F-4D97-AF65-F5344CB8AC3E}">
        <p14:creationId xmlns:p14="http://schemas.microsoft.com/office/powerpoint/2010/main" val="8344562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Technological leaps meant that processing power available for graphics grew exponentially year on year.</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Throughout the 1990s, the implementation and refinement of 3D graphics, specifically 3D polygons, came to the fore.</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A polygon is created from at least three vertices (where two lines meet) to form a shape. A</a:t>
            </a:r>
            <a:r>
              <a:rPr lang="en-GB" baseline="0" dirty="0"/>
              <a:t> Tetrahedron has four vertices, which is the smallest number possible in a 3D polygon. A series of polygons are put together to form a mesh, or a model. </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9</a:t>
            </a:fld>
            <a:endParaRPr lang="en-GB"/>
          </a:p>
        </p:txBody>
      </p:sp>
    </p:spTree>
    <p:extLst>
      <p:ext uri="{BB962C8B-B14F-4D97-AF65-F5344CB8AC3E}">
        <p14:creationId xmlns:p14="http://schemas.microsoft.com/office/powerpoint/2010/main" val="39437311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10</a:t>
            </a:fld>
            <a:endParaRPr lang="en-GB"/>
          </a:p>
        </p:txBody>
      </p:sp>
    </p:spTree>
    <p:extLst>
      <p:ext uri="{BB962C8B-B14F-4D97-AF65-F5344CB8AC3E}">
        <p14:creationId xmlns:p14="http://schemas.microsoft.com/office/powerpoint/2010/main" val="33122099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Games like </a:t>
            </a:r>
            <a:r>
              <a:rPr lang="en-GB" dirty="0" err="1"/>
              <a:t>Battlezone</a:t>
            </a:r>
            <a:r>
              <a:rPr lang="en-GB" baseline="0" dirty="0"/>
              <a:t> and Elite were limited to wireframe representations of polygonal models, due to the hardware’s inability to shade the polygons. </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Flat shading was brought into the fore during the mid 1980s but was very difficult to achieve due to immensely underpowered hardware. The first was I, Robot. </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Because game developers would sacrifice frame rate to achieve this effect, late 80s games like F/A Interceptor and Microsoft Flight Simulator 3 ran at very low framerates.</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PCs able to support  VGA graphics allowed for games like Doom, Quake and Unreal to be powerful benchmarks.</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Consoles soon developed the capability to render polygons, though the limit that was still placed on polygon count meant that early 3D games have not aged aesthetically well. But 3D games had hit the mass market without shortcuts or shortcomings.</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Image Credit: http://www.stupey.com/Battlezone/screenshot3.png</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11</a:t>
            </a:fld>
            <a:endParaRPr lang="en-GB"/>
          </a:p>
        </p:txBody>
      </p:sp>
    </p:spTree>
    <p:extLst>
      <p:ext uri="{BB962C8B-B14F-4D97-AF65-F5344CB8AC3E}">
        <p14:creationId xmlns:p14="http://schemas.microsoft.com/office/powerpoint/2010/main" val="26972188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We</a:t>
            </a:r>
            <a:r>
              <a:rPr lang="en-GB" baseline="0" dirty="0"/>
              <a:t> have talked about creating low polygon models and their importance to performance. </a:t>
            </a: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Look to eliminate overdraw; which is duplicate vertices and vertices that the camera will not see. This will help to save memory capacity and computing time. </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r>
              <a:rPr lang="en-GB" dirty="0"/>
              <a:t>Image credit: http://cdn.mos.cms.futurecdn.net/89a96f07878b252c564a6966995db332.jpg</a:t>
            </a:r>
          </a:p>
        </p:txBody>
      </p:sp>
      <p:sp>
        <p:nvSpPr>
          <p:cNvPr id="4" name="Slide Number Placeholder 3"/>
          <p:cNvSpPr>
            <a:spLocks noGrp="1"/>
          </p:cNvSpPr>
          <p:nvPr>
            <p:ph type="sldNum" sz="quarter" idx="10"/>
          </p:nvPr>
        </p:nvSpPr>
        <p:spPr/>
        <p:txBody>
          <a:bodyPr/>
          <a:lstStyle/>
          <a:p>
            <a:fld id="{7E30B4F9-F56B-4B1F-A7F6-68D0E6BDFCA5}" type="slidenum">
              <a:rPr lang="en-GB" smtClean="0"/>
              <a:t>13</a:t>
            </a:fld>
            <a:endParaRPr lang="en-GB"/>
          </a:p>
        </p:txBody>
      </p:sp>
    </p:spTree>
    <p:extLst>
      <p:ext uri="{BB962C8B-B14F-4D97-AF65-F5344CB8AC3E}">
        <p14:creationId xmlns:p14="http://schemas.microsoft.com/office/powerpoint/2010/main" val="7626190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UV is a set of two-dimensional coordinates for textures that define how an image texture is connected to the surface mesh.</a:t>
            </a:r>
          </a:p>
          <a:p>
            <a:endParaRPr lang="en-GB" dirty="0"/>
          </a:p>
          <a:p>
            <a:r>
              <a:rPr lang="en-GB" dirty="0"/>
              <a:t>UV coordinates have values between 0.0 and 1.0. With 0.0, 0.0 denoting the bottom</a:t>
            </a:r>
            <a:r>
              <a:rPr lang="en-GB" baseline="0" dirty="0"/>
              <a:t> left corner and 1.0, 1.0 the top right. If a coordinate is outside of this range, it usually means that the texture is being repeated.</a:t>
            </a:r>
          </a:p>
          <a:p>
            <a:endParaRPr lang="en-GB" dirty="0"/>
          </a:p>
          <a:p>
            <a:r>
              <a:rPr lang="en-GB" dirty="0"/>
              <a:t>Typically, UV mapping is completed within a third party 3D modeling tool, such as 3DS Max or Blender. </a:t>
            </a:r>
          </a:p>
          <a:p>
            <a:endParaRPr lang="en-GB" baseline="0" dirty="0"/>
          </a:p>
          <a:p>
            <a:endParaRPr lang="en-GB" baseline="0" dirty="0"/>
          </a:p>
          <a:p>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14</a:t>
            </a:fld>
            <a:endParaRPr lang="en-GB"/>
          </a:p>
        </p:txBody>
      </p:sp>
    </p:spTree>
    <p:extLst>
      <p:ext uri="{BB962C8B-B14F-4D97-AF65-F5344CB8AC3E}">
        <p14:creationId xmlns:p14="http://schemas.microsoft.com/office/powerpoint/2010/main" val="39834011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15</a:t>
            </a:fld>
            <a:endParaRPr lang="en-GB"/>
          </a:p>
        </p:txBody>
      </p:sp>
    </p:spTree>
    <p:extLst>
      <p:ext uri="{BB962C8B-B14F-4D97-AF65-F5344CB8AC3E}">
        <p14:creationId xmlns:p14="http://schemas.microsoft.com/office/powerpoint/2010/main" val="33294698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Dynamic lighting is set within the game engine and is rendered at runtime, allowing</a:t>
            </a:r>
            <a:r>
              <a:rPr lang="en-GB" baseline="0" dirty="0"/>
              <a:t> for lighting to be changed according to the position of the assets. This can be computationally expensive.</a:t>
            </a:r>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17</a:t>
            </a:fld>
            <a:endParaRPr lang="en-GB"/>
          </a:p>
        </p:txBody>
      </p:sp>
    </p:spTree>
    <p:extLst>
      <p:ext uri="{BB962C8B-B14F-4D97-AF65-F5344CB8AC3E}">
        <p14:creationId xmlns:p14="http://schemas.microsoft.com/office/powerpoint/2010/main" val="18908981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18</a:t>
            </a:fld>
            <a:endParaRPr lang="en-GB"/>
          </a:p>
        </p:txBody>
      </p:sp>
    </p:spTree>
    <p:extLst>
      <p:ext uri="{BB962C8B-B14F-4D97-AF65-F5344CB8AC3E}">
        <p14:creationId xmlns:p14="http://schemas.microsoft.com/office/powerpoint/2010/main" val="30636275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19</a:t>
            </a:fld>
            <a:endParaRPr lang="en-GB"/>
          </a:p>
        </p:txBody>
      </p:sp>
    </p:spTree>
    <p:extLst>
      <p:ext uri="{BB962C8B-B14F-4D97-AF65-F5344CB8AC3E}">
        <p14:creationId xmlns:p14="http://schemas.microsoft.com/office/powerpoint/2010/main" val="24181339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Image source: https://www.vray.com/vray_for_3ds_max/tutorials/vray_for_3ds_max_tutorials/displacement_mapping/tn_ex_bump.jpg</a:t>
            </a:r>
          </a:p>
          <a:p>
            <a:endParaRPr lang="en-GB" dirty="0"/>
          </a:p>
          <a:p>
            <a:r>
              <a:rPr lang="en-GB" dirty="0"/>
              <a:t>Image source:  http://vraydoc.narod.ru/vray150sp1/ex_displ.png</a:t>
            </a:r>
          </a:p>
        </p:txBody>
      </p:sp>
      <p:sp>
        <p:nvSpPr>
          <p:cNvPr id="4" name="Slide Number Placeholder 3"/>
          <p:cNvSpPr>
            <a:spLocks noGrp="1"/>
          </p:cNvSpPr>
          <p:nvPr>
            <p:ph type="sldNum" sz="quarter" idx="10"/>
          </p:nvPr>
        </p:nvSpPr>
        <p:spPr/>
        <p:txBody>
          <a:bodyPr/>
          <a:lstStyle/>
          <a:p>
            <a:fld id="{7E30B4F9-F56B-4B1F-A7F6-68D0E6BDFCA5}" type="slidenum">
              <a:rPr lang="en-GB" smtClean="0"/>
              <a:t>20</a:t>
            </a:fld>
            <a:endParaRPr lang="en-GB"/>
          </a:p>
        </p:txBody>
      </p:sp>
    </p:spTree>
    <p:extLst>
      <p:ext uri="{BB962C8B-B14F-4D97-AF65-F5344CB8AC3E}">
        <p14:creationId xmlns:p14="http://schemas.microsoft.com/office/powerpoint/2010/main" val="25353025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21</a:t>
            </a:fld>
            <a:endParaRPr lang="en-GB"/>
          </a:p>
        </p:txBody>
      </p:sp>
    </p:spTree>
    <p:extLst>
      <p:ext uri="{BB962C8B-B14F-4D97-AF65-F5344CB8AC3E}">
        <p14:creationId xmlns:p14="http://schemas.microsoft.com/office/powerpoint/2010/main" val="39874522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4ED05C12-C9C4-4501-9C72-D2E25191FC36}" type="slidenum">
              <a:rPr lang="en-US" altLang="en-US" smtClean="0"/>
              <a:pPr>
                <a:defRPr/>
              </a:pPr>
              <a:t>23</a:t>
            </a:fld>
            <a:endParaRPr lang="en-US" altLang="en-US" dirty="0"/>
          </a:p>
        </p:txBody>
      </p:sp>
    </p:spTree>
    <p:extLst>
      <p:ext uri="{BB962C8B-B14F-4D97-AF65-F5344CB8AC3E}">
        <p14:creationId xmlns:p14="http://schemas.microsoft.com/office/powerpoint/2010/main" val="328011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4ED05C12-C9C4-4501-9C72-D2E25191FC36}" type="slidenum">
              <a:rPr lang="en-US" altLang="en-US" smtClean="0"/>
              <a:pPr>
                <a:defRPr/>
              </a:pPr>
              <a:t>24</a:t>
            </a:fld>
            <a:endParaRPr lang="en-US" altLang="en-US" dirty="0"/>
          </a:p>
        </p:txBody>
      </p:sp>
    </p:spTree>
    <p:extLst>
      <p:ext uri="{BB962C8B-B14F-4D97-AF65-F5344CB8AC3E}">
        <p14:creationId xmlns:p14="http://schemas.microsoft.com/office/powerpoint/2010/main" val="774925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1.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9" Type="http://schemas.openxmlformats.org/officeDocument/2006/relationships/slideLayout" Target="../slideLayouts/slideLayout87.xml"/><Relationship Id="rId21" Type="http://schemas.openxmlformats.org/officeDocument/2006/relationships/slideLayout" Target="../slideLayouts/slideLayout69.xml"/><Relationship Id="rId34" Type="http://schemas.openxmlformats.org/officeDocument/2006/relationships/slideLayout" Target="../slideLayouts/slideLayout82.xml"/><Relationship Id="rId42" Type="http://schemas.openxmlformats.org/officeDocument/2006/relationships/slideLayout" Target="../slideLayouts/slideLayout90.xml"/><Relationship Id="rId47" Type="http://schemas.openxmlformats.org/officeDocument/2006/relationships/slideLayout" Target="../slideLayouts/slideLayout95.xml"/><Relationship Id="rId50" Type="http://schemas.openxmlformats.org/officeDocument/2006/relationships/image" Target="../media/image3.svg"/><Relationship Id="rId7" Type="http://schemas.openxmlformats.org/officeDocument/2006/relationships/slideLayout" Target="../slideLayouts/slideLayout5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9" Type="http://schemas.openxmlformats.org/officeDocument/2006/relationships/slideLayout" Target="../slideLayouts/slideLayout77.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slideLayout" Target="../slideLayouts/slideLayout80.xml"/><Relationship Id="rId37" Type="http://schemas.openxmlformats.org/officeDocument/2006/relationships/slideLayout" Target="../slideLayouts/slideLayout85.xml"/><Relationship Id="rId40" Type="http://schemas.openxmlformats.org/officeDocument/2006/relationships/slideLayout" Target="../slideLayouts/slideLayout88.xml"/><Relationship Id="rId45" Type="http://schemas.openxmlformats.org/officeDocument/2006/relationships/slideLayout" Target="../slideLayouts/slideLayout93.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36" Type="http://schemas.openxmlformats.org/officeDocument/2006/relationships/slideLayout" Target="../slideLayouts/slideLayout84.xml"/><Relationship Id="rId49" Type="http://schemas.openxmlformats.org/officeDocument/2006/relationships/theme" Target="../theme/theme2.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31" Type="http://schemas.openxmlformats.org/officeDocument/2006/relationships/slideLayout" Target="../slideLayouts/slideLayout79.xml"/><Relationship Id="rId44" Type="http://schemas.openxmlformats.org/officeDocument/2006/relationships/slideLayout" Target="../slideLayouts/slideLayout92.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35" Type="http://schemas.openxmlformats.org/officeDocument/2006/relationships/slideLayout" Target="../slideLayouts/slideLayout83.xml"/><Relationship Id="rId43" Type="http://schemas.openxmlformats.org/officeDocument/2006/relationships/slideLayout" Target="../slideLayouts/slideLayout91.xml"/><Relationship Id="rId48" Type="http://schemas.openxmlformats.org/officeDocument/2006/relationships/slideLayout" Target="../slideLayouts/slideLayout96.xml"/><Relationship Id="rId8" Type="http://schemas.openxmlformats.org/officeDocument/2006/relationships/slideLayout" Target="../slideLayouts/slideLayout56.xml"/><Relationship Id="rId3" Type="http://schemas.openxmlformats.org/officeDocument/2006/relationships/slideLayout" Target="../slideLayouts/slideLayout51.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slideLayout" Target="../slideLayouts/slideLayout81.xml"/><Relationship Id="rId38" Type="http://schemas.openxmlformats.org/officeDocument/2006/relationships/slideLayout" Target="../slideLayouts/slideLayout86.xml"/><Relationship Id="rId46" Type="http://schemas.openxmlformats.org/officeDocument/2006/relationships/slideLayout" Target="../slideLayouts/slideLayout94.xml"/><Relationship Id="rId20" Type="http://schemas.openxmlformats.org/officeDocument/2006/relationships/slideLayout" Target="../slideLayouts/slideLayout68.xml"/><Relationship Id="rId41" Type="http://schemas.openxmlformats.org/officeDocument/2006/relationships/slideLayout" Target="../slideLayouts/slideLayout89.xml"/><Relationship Id="rId1" Type="http://schemas.openxmlformats.org/officeDocument/2006/relationships/slideLayout" Target="../slideLayouts/slideLayout49.xml"/><Relationship Id="rId6"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28.xml"/><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28.xml"/><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28.xml"/><Relationship Id="rId5" Type="http://schemas.openxmlformats.org/officeDocument/2006/relationships/image" Target="../media/image45.png"/><Relationship Id="rId4" Type="http://schemas.openxmlformats.org/officeDocument/2006/relationships/image" Target="../media/image4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28.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6.xml"/><Relationship Id="rId1" Type="http://schemas.openxmlformats.org/officeDocument/2006/relationships/slideLayout" Target="../slideLayouts/slideLayout28.xml"/><Relationship Id="rId4" Type="http://schemas.openxmlformats.org/officeDocument/2006/relationships/image" Target="../media/image47.png"/></Relationships>
</file>

<file path=ppt/slides/_rels/slide2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7.xml"/><Relationship Id="rId1" Type="http://schemas.openxmlformats.org/officeDocument/2006/relationships/slideLayout" Target="../slideLayouts/slideLayout28.xml"/><Relationship Id="rId4" Type="http://schemas.openxmlformats.org/officeDocument/2006/relationships/image" Target="../media/image49.png"/></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3" Type="http://schemas.openxmlformats.org/officeDocument/2006/relationships/image" Target="../media/image52.jpeg"/><Relationship Id="rId7" Type="http://schemas.openxmlformats.org/officeDocument/2006/relationships/image" Target="../media/image56.jpeg"/><Relationship Id="rId2" Type="http://schemas.openxmlformats.org/officeDocument/2006/relationships/image" Target="../media/image51.jpeg"/><Relationship Id="rId1" Type="http://schemas.openxmlformats.org/officeDocument/2006/relationships/slideLayout" Target="../slideLayouts/slideLayout28.xml"/><Relationship Id="rId6" Type="http://schemas.openxmlformats.org/officeDocument/2006/relationships/image" Target="../media/image55.jpeg"/><Relationship Id="rId5" Type="http://schemas.openxmlformats.org/officeDocument/2006/relationships/image" Target="../media/image54.jpeg"/><Relationship Id="rId4" Type="http://schemas.openxmlformats.org/officeDocument/2006/relationships/image" Target="../media/image53.jpeg"/></Relationships>
</file>

<file path=ppt/slides/_rels/slide23.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19.xml"/><Relationship Id="rId1" Type="http://schemas.openxmlformats.org/officeDocument/2006/relationships/slideLayout" Target="../slideLayouts/slideLayout28.xml"/><Relationship Id="rId4" Type="http://schemas.openxmlformats.org/officeDocument/2006/relationships/image" Target="../media/image58.png"/></Relationships>
</file>

<file path=ppt/slides/_rels/slide24.xml.rels><?xml version="1.0" encoding="UTF-8" standalone="yes"?>
<Relationships xmlns="http://schemas.openxmlformats.org/package/2006/relationships"><Relationship Id="rId3" Type="http://schemas.openxmlformats.org/officeDocument/2006/relationships/hyperlink" Target="https://3dwarehouse.sketchup.com/index.html" TargetMode="External"/><Relationship Id="rId2" Type="http://schemas.openxmlformats.org/officeDocument/2006/relationships/notesSlide" Target="../notesSlides/notesSlide20.xml"/><Relationship Id="rId1" Type="http://schemas.openxmlformats.org/officeDocument/2006/relationships/slideLayout" Target="../slideLayouts/slideLayout28.xml"/><Relationship Id="rId6" Type="http://schemas.openxmlformats.org/officeDocument/2006/relationships/hyperlink" Target="http://www.turbosquid.com/" TargetMode="External"/><Relationship Id="rId5" Type="http://schemas.openxmlformats.org/officeDocument/2006/relationships/hyperlink" Target="http://texturelib.com/" TargetMode="External"/><Relationship Id="rId4" Type="http://schemas.openxmlformats.org/officeDocument/2006/relationships/hyperlink" Target="http://tf3dm.co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Game Graphics</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ACC4D12-345F-495C-83EA-FD50EA917A24}"/>
              </a:ext>
            </a:extLst>
          </p:cNvPr>
          <p:cNvSpPr>
            <a:spLocks noGrp="1"/>
          </p:cNvSpPr>
          <p:nvPr>
            <p:ph sz="half" idx="1"/>
          </p:nvPr>
        </p:nvSpPr>
        <p:spPr/>
        <p:txBody>
          <a:bodyPr/>
          <a:lstStyle/>
          <a:p>
            <a:pPr marL="231775" lvl="1" indent="0">
              <a:spcAft>
                <a:spcPts val="400"/>
              </a:spcAft>
              <a:buClrTx/>
              <a:buNone/>
            </a:pPr>
            <a:endParaRPr lang="en-GB" sz="2400" dirty="0"/>
          </a:p>
          <a:p>
            <a:pPr marL="231775" lvl="1" indent="0">
              <a:spcAft>
                <a:spcPts val="400"/>
              </a:spcAft>
              <a:buClrTx/>
              <a:buNone/>
            </a:pPr>
            <a:r>
              <a:rPr lang="en-GB" sz="2400" dirty="0"/>
              <a:t>History of Graphics</a:t>
            </a:r>
          </a:p>
          <a:p>
            <a:pPr marL="231775" lvl="1" indent="0">
              <a:spcAft>
                <a:spcPts val="400"/>
              </a:spcAft>
              <a:buClrTx/>
              <a:buNone/>
            </a:pPr>
            <a:endParaRPr lang="en-GB" sz="2400" dirty="0"/>
          </a:p>
          <a:p>
            <a:pPr marL="231775" lvl="1" indent="0">
              <a:spcAft>
                <a:spcPts val="400"/>
              </a:spcAft>
              <a:buClrTx/>
              <a:buNone/>
            </a:pPr>
            <a:r>
              <a:rPr lang="en-GB" sz="2400" dirty="0"/>
              <a:t>2D Sprites</a:t>
            </a:r>
          </a:p>
          <a:p>
            <a:pPr marL="231775" lvl="1" indent="0">
              <a:spcAft>
                <a:spcPts val="400"/>
              </a:spcAft>
              <a:buClrTx/>
              <a:buNone/>
            </a:pPr>
            <a:endParaRPr lang="en-GB" sz="2400" dirty="0"/>
          </a:p>
          <a:p>
            <a:pPr marL="231775" lvl="1" indent="0">
              <a:spcAft>
                <a:spcPts val="400"/>
              </a:spcAft>
              <a:buClrTx/>
              <a:buNone/>
            </a:pPr>
            <a:r>
              <a:rPr lang="en-GB" sz="2400" dirty="0"/>
              <a:t>3D </a:t>
            </a:r>
            <a:r>
              <a:rPr lang="en-GB" sz="2400" dirty="0" err="1"/>
              <a:t>Modeling</a:t>
            </a:r>
            <a:endParaRPr lang="en-GB" sz="2400" dirty="0"/>
          </a:p>
          <a:p>
            <a:pPr marL="231775" lvl="1" indent="0">
              <a:spcAft>
                <a:spcPts val="400"/>
              </a:spcAft>
              <a:buClrTx/>
              <a:buNone/>
            </a:pPr>
            <a:endParaRPr lang="en-GB" sz="2400" dirty="0"/>
          </a:p>
          <a:p>
            <a:pPr marL="231775" lvl="1" indent="0">
              <a:spcAft>
                <a:spcPts val="400"/>
              </a:spcAft>
              <a:buClrTx/>
              <a:buNone/>
            </a:pPr>
            <a:r>
              <a:rPr lang="en-GB" sz="2400" dirty="0"/>
              <a:t>Mapping</a:t>
            </a:r>
          </a:p>
          <a:p>
            <a:endParaRPr lang="en-GB" dirty="0"/>
          </a:p>
        </p:txBody>
      </p:sp>
      <p:sp>
        <p:nvSpPr>
          <p:cNvPr id="3" name="Title 2">
            <a:extLst>
              <a:ext uri="{FF2B5EF4-FFF2-40B4-BE49-F238E27FC236}">
                <a16:creationId xmlns:a16="http://schemas.microsoft.com/office/drawing/2014/main" id="{B01BB4CB-ADD2-42BF-B10B-761EF0E43C2D}"/>
              </a:ext>
            </a:extLst>
          </p:cNvPr>
          <p:cNvSpPr>
            <a:spLocks noGrp="1"/>
          </p:cNvSpPr>
          <p:nvPr>
            <p:ph type="title"/>
          </p:nvPr>
        </p:nvSpPr>
        <p:spPr/>
        <p:txBody>
          <a:bodyPr>
            <a:normAutofit/>
          </a:bodyPr>
          <a:lstStyle/>
          <a:p>
            <a:r>
              <a:rPr lang="en-GB" dirty="0"/>
              <a:t>Module Syllabus</a:t>
            </a:r>
          </a:p>
        </p:txBody>
      </p:sp>
    </p:spTree>
    <p:extLst>
      <p:ext uri="{BB962C8B-B14F-4D97-AF65-F5344CB8AC3E}">
        <p14:creationId xmlns:p14="http://schemas.microsoft.com/office/powerpoint/2010/main" val="2018285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spcAft>
                <a:spcPts val="400"/>
              </a:spcAft>
              <a:buNone/>
            </a:pPr>
            <a:endParaRPr lang="en-GB" dirty="0"/>
          </a:p>
          <a:p>
            <a:pPr marL="0" indent="0">
              <a:spcAft>
                <a:spcPts val="400"/>
              </a:spcAft>
              <a:buNone/>
            </a:pPr>
            <a:r>
              <a:rPr lang="en-GB" dirty="0"/>
              <a:t>In the 1980s, a typical home computer had 16kb of RAM.</a:t>
            </a:r>
            <a:br>
              <a:rPr lang="en-GB" dirty="0"/>
            </a:br>
            <a:br>
              <a:rPr lang="en-GB" dirty="0"/>
            </a:br>
            <a:r>
              <a:rPr lang="en-GB" dirty="0"/>
              <a:t>Video chips didn’t have their own memory, </a:t>
            </a:r>
            <a:br>
              <a:rPr lang="en-GB" dirty="0"/>
            </a:br>
            <a:r>
              <a:rPr lang="en-GB" dirty="0"/>
              <a:t>so shared with the CPU.</a:t>
            </a:r>
            <a:br>
              <a:rPr lang="en-GB" dirty="0"/>
            </a:br>
            <a:br>
              <a:rPr lang="en-GB" dirty="0"/>
            </a:br>
            <a:r>
              <a:rPr lang="en-GB" dirty="0"/>
              <a:t>Typical screen resolution was 320 x 200 pixels </a:t>
            </a:r>
            <a:br>
              <a:rPr lang="en-GB" dirty="0"/>
            </a:br>
            <a:r>
              <a:rPr lang="en-GB" dirty="0"/>
              <a:t>(64,000 pixels total).</a:t>
            </a:r>
            <a:br>
              <a:rPr lang="en-GB" dirty="0"/>
            </a:br>
            <a:br>
              <a:rPr lang="en-GB" dirty="0"/>
            </a:br>
            <a:r>
              <a:rPr lang="en-GB" dirty="0"/>
              <a:t>One bit color (black and white) used 8k of memory, </a:t>
            </a:r>
            <a:br>
              <a:rPr lang="en-GB" dirty="0"/>
            </a:br>
            <a:r>
              <a:rPr lang="en-GB" dirty="0"/>
              <a:t>which is half of a typical machine. </a:t>
            </a:r>
            <a:br>
              <a:rPr lang="en-GB" dirty="0"/>
            </a:br>
            <a:br>
              <a:rPr lang="en-GB" dirty="0"/>
            </a:br>
            <a:r>
              <a:rPr lang="en-GB" dirty="0"/>
              <a:t>There were three methods of generating color with these limitations.</a:t>
            </a:r>
          </a:p>
          <a:p>
            <a:endParaRPr lang="en-GB" dirty="0"/>
          </a:p>
        </p:txBody>
      </p:sp>
      <p:sp>
        <p:nvSpPr>
          <p:cNvPr id="3" name="Title 2"/>
          <p:cNvSpPr>
            <a:spLocks noGrp="1"/>
          </p:cNvSpPr>
          <p:nvPr>
            <p:ph type="title"/>
          </p:nvPr>
        </p:nvSpPr>
        <p:spPr/>
        <p:txBody>
          <a:bodyPr>
            <a:normAutofit/>
          </a:bodyPr>
          <a:lstStyle/>
          <a:p>
            <a:r>
              <a:rPr lang="en-GB" dirty="0"/>
              <a:t>Graphics: History of Hardware </a:t>
            </a:r>
          </a:p>
        </p:txBody>
      </p:sp>
      <p:pic>
        <p:nvPicPr>
          <p:cNvPr id="1026" name="Picture 2" descr="C:\Users\robsar01\Pictures\CRT_screen._closeup.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49339" y="762000"/>
            <a:ext cx="1722120" cy="1722120"/>
          </a:xfrm>
          <a:prstGeom prst="rect">
            <a:avLst/>
          </a:prstGeom>
          <a:noFill/>
          <a:extLst>
            <a:ext uri="{909E8E84-426E-40DD-AFC4-6F175D3DCCD1}">
              <a14:hiddenFill xmlns:a14="http://schemas.microsoft.com/office/drawing/2010/main">
                <a:solidFill>
                  <a:srgbClr val="FFFFFF"/>
                </a:solidFill>
              </a14:hiddenFill>
            </a:ext>
          </a:extLst>
        </p:spPr>
      </p:pic>
      <p:sp>
        <p:nvSpPr>
          <p:cNvPr id="4" name="Rounded Rectangle 3"/>
          <p:cNvSpPr/>
          <p:nvPr/>
        </p:nvSpPr>
        <p:spPr>
          <a:xfrm>
            <a:off x="9723120" y="706120"/>
            <a:ext cx="2164080" cy="1828800"/>
          </a:xfrm>
          <a:prstGeom prst="roundRect">
            <a:avLst/>
          </a:prstGeom>
          <a:noFill/>
          <a:ln w="381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 name="Rounded Rectangle 4"/>
          <p:cNvSpPr/>
          <p:nvPr/>
        </p:nvSpPr>
        <p:spPr>
          <a:xfrm>
            <a:off x="10327640" y="2580640"/>
            <a:ext cx="914400" cy="360680"/>
          </a:xfrm>
          <a:prstGeom prst="roundRect">
            <a:avLst/>
          </a:prstGeom>
          <a:noFill/>
          <a:ln w="508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22523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440000"/>
            <a:ext cx="8164836" cy="4680000"/>
          </a:xfrm>
        </p:spPr>
        <p:txBody>
          <a:bodyPr/>
          <a:lstStyle/>
          <a:p>
            <a:pPr marL="0" indent="0">
              <a:spcAft>
                <a:spcPts val="400"/>
              </a:spcAft>
              <a:buNone/>
            </a:pPr>
            <a:r>
              <a:rPr lang="en-GB" dirty="0"/>
              <a:t>Arguably was the most popular form of generating </a:t>
            </a:r>
            <a:r>
              <a:rPr lang="en-GB" dirty="0" err="1"/>
              <a:t>color</a:t>
            </a:r>
            <a:r>
              <a:rPr lang="en-GB" dirty="0"/>
              <a:t>.</a:t>
            </a:r>
          </a:p>
          <a:p>
            <a:pPr>
              <a:spcAft>
                <a:spcPts val="400"/>
              </a:spcAft>
            </a:pPr>
            <a:endParaRPr lang="en-GB" dirty="0"/>
          </a:p>
          <a:p>
            <a:pPr marL="0" indent="0">
              <a:spcAft>
                <a:spcPts val="400"/>
              </a:spcAft>
              <a:buNone/>
            </a:pPr>
            <a:r>
              <a:rPr lang="en-GB" dirty="0"/>
              <a:t>It worked by dividing the screen into 8x8 “cells”.</a:t>
            </a:r>
          </a:p>
          <a:p>
            <a:pPr marL="0" indent="0">
              <a:spcAft>
                <a:spcPts val="400"/>
              </a:spcAft>
              <a:buNone/>
            </a:pPr>
            <a:endParaRPr lang="en-GB" dirty="0"/>
          </a:p>
          <a:p>
            <a:pPr marL="0" indent="0">
              <a:spcAft>
                <a:spcPts val="400"/>
              </a:spcAft>
              <a:buNone/>
            </a:pPr>
            <a:r>
              <a:rPr lang="en-GB" dirty="0"/>
              <a:t>This method cost 1k of extra memory. </a:t>
            </a:r>
          </a:p>
          <a:p>
            <a:pPr marL="0" indent="0">
              <a:spcAft>
                <a:spcPts val="400"/>
              </a:spcAft>
              <a:buNone/>
            </a:pPr>
            <a:endParaRPr lang="en-GB" dirty="0"/>
          </a:p>
          <a:p>
            <a:pPr marL="0" indent="0">
              <a:spcAft>
                <a:spcPts val="400"/>
              </a:spcAft>
              <a:buNone/>
            </a:pPr>
            <a:r>
              <a:rPr lang="en-GB" dirty="0"/>
              <a:t>However, colors could not cross cells, as shown in the second example on this slide.</a:t>
            </a:r>
          </a:p>
          <a:p>
            <a:pPr marL="0" indent="0">
              <a:spcAft>
                <a:spcPts val="400"/>
              </a:spcAft>
              <a:buNone/>
            </a:pPr>
            <a:br>
              <a:rPr lang="en-GB" dirty="0"/>
            </a:br>
            <a:r>
              <a:rPr lang="en-GB" dirty="0"/>
              <a:t>Another option was to use multi-color mode.</a:t>
            </a:r>
            <a:br>
              <a:rPr lang="en-GB" dirty="0"/>
            </a:br>
            <a:endParaRPr lang="en-GB" dirty="0"/>
          </a:p>
          <a:p>
            <a:endParaRPr lang="en-GB" dirty="0"/>
          </a:p>
          <a:p>
            <a:endParaRPr lang="en-GB" dirty="0"/>
          </a:p>
        </p:txBody>
      </p:sp>
      <p:sp>
        <p:nvSpPr>
          <p:cNvPr id="3" name="Title 2"/>
          <p:cNvSpPr>
            <a:spLocks noGrp="1"/>
          </p:cNvSpPr>
          <p:nvPr>
            <p:ph type="title"/>
          </p:nvPr>
        </p:nvSpPr>
        <p:spPr/>
        <p:txBody>
          <a:bodyPr>
            <a:normAutofit/>
          </a:bodyPr>
          <a:lstStyle/>
          <a:p>
            <a:r>
              <a:rPr lang="en-GB" dirty="0"/>
              <a:t>Color Cells: Commodore and NES</a:t>
            </a:r>
          </a:p>
        </p:txBody>
      </p:sp>
      <p:sp>
        <p:nvSpPr>
          <p:cNvPr id="2656" name="Rectangle 2655">
            <a:extLst>
              <a:ext uri="{FF2B5EF4-FFF2-40B4-BE49-F238E27FC236}">
                <a16:creationId xmlns:a16="http://schemas.microsoft.com/office/drawing/2014/main" id="{A6CFA207-6B66-F72C-51E9-B46AD6B5E4FF}"/>
              </a:ext>
            </a:extLst>
          </p:cNvPr>
          <p:cNvSpPr/>
          <p:nvPr/>
        </p:nvSpPr>
        <p:spPr>
          <a:xfrm>
            <a:off x="9220200" y="3429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57" name="Rectangle 2656">
            <a:extLst>
              <a:ext uri="{FF2B5EF4-FFF2-40B4-BE49-F238E27FC236}">
                <a16:creationId xmlns:a16="http://schemas.microsoft.com/office/drawing/2014/main" id="{357041D6-95F7-23FD-7F21-7574A01ABFC7}"/>
              </a:ext>
            </a:extLst>
          </p:cNvPr>
          <p:cNvSpPr/>
          <p:nvPr/>
        </p:nvSpPr>
        <p:spPr>
          <a:xfrm>
            <a:off x="9372600" y="3429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58" name="Rectangle 2657">
            <a:extLst>
              <a:ext uri="{FF2B5EF4-FFF2-40B4-BE49-F238E27FC236}">
                <a16:creationId xmlns:a16="http://schemas.microsoft.com/office/drawing/2014/main" id="{94825A9F-92FF-E95C-5BBF-B93C45B080B4}"/>
              </a:ext>
            </a:extLst>
          </p:cNvPr>
          <p:cNvSpPr/>
          <p:nvPr/>
        </p:nvSpPr>
        <p:spPr>
          <a:xfrm>
            <a:off x="9525000" y="3429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59" name="Rectangle 2658">
            <a:extLst>
              <a:ext uri="{FF2B5EF4-FFF2-40B4-BE49-F238E27FC236}">
                <a16:creationId xmlns:a16="http://schemas.microsoft.com/office/drawing/2014/main" id="{D6D2F367-2AF2-F7D4-105E-6AF07F41E663}"/>
              </a:ext>
            </a:extLst>
          </p:cNvPr>
          <p:cNvSpPr/>
          <p:nvPr/>
        </p:nvSpPr>
        <p:spPr>
          <a:xfrm>
            <a:off x="9677400" y="3429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60" name="Rectangle 2659">
            <a:extLst>
              <a:ext uri="{FF2B5EF4-FFF2-40B4-BE49-F238E27FC236}">
                <a16:creationId xmlns:a16="http://schemas.microsoft.com/office/drawing/2014/main" id="{50227F33-D663-61E8-8CC8-415D21F28DD5}"/>
              </a:ext>
            </a:extLst>
          </p:cNvPr>
          <p:cNvSpPr/>
          <p:nvPr/>
        </p:nvSpPr>
        <p:spPr>
          <a:xfrm>
            <a:off x="9829800" y="3429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61" name="Rectangle 2660">
            <a:extLst>
              <a:ext uri="{FF2B5EF4-FFF2-40B4-BE49-F238E27FC236}">
                <a16:creationId xmlns:a16="http://schemas.microsoft.com/office/drawing/2014/main" id="{1F72DB7C-1D35-F6EB-A910-B11F3B5D26BF}"/>
              </a:ext>
            </a:extLst>
          </p:cNvPr>
          <p:cNvSpPr/>
          <p:nvPr/>
        </p:nvSpPr>
        <p:spPr>
          <a:xfrm>
            <a:off x="9982200" y="3429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62" name="Rectangle 2661">
            <a:extLst>
              <a:ext uri="{FF2B5EF4-FFF2-40B4-BE49-F238E27FC236}">
                <a16:creationId xmlns:a16="http://schemas.microsoft.com/office/drawing/2014/main" id="{FBF8B224-0677-A60A-32C0-3A06474E82B2}"/>
              </a:ext>
            </a:extLst>
          </p:cNvPr>
          <p:cNvSpPr/>
          <p:nvPr/>
        </p:nvSpPr>
        <p:spPr>
          <a:xfrm>
            <a:off x="10134600" y="3429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63" name="Rectangle 2662">
            <a:extLst>
              <a:ext uri="{FF2B5EF4-FFF2-40B4-BE49-F238E27FC236}">
                <a16:creationId xmlns:a16="http://schemas.microsoft.com/office/drawing/2014/main" id="{FC7404D3-3FE7-66CF-6735-8E65ABED49D0}"/>
              </a:ext>
            </a:extLst>
          </p:cNvPr>
          <p:cNvSpPr/>
          <p:nvPr/>
        </p:nvSpPr>
        <p:spPr>
          <a:xfrm>
            <a:off x="9067800" y="3429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64" name="Rectangle 2663">
            <a:extLst>
              <a:ext uri="{FF2B5EF4-FFF2-40B4-BE49-F238E27FC236}">
                <a16:creationId xmlns:a16="http://schemas.microsoft.com/office/drawing/2014/main" id="{F24F5319-4DFE-33E6-D0AC-1081A4689897}"/>
              </a:ext>
            </a:extLst>
          </p:cNvPr>
          <p:cNvSpPr/>
          <p:nvPr/>
        </p:nvSpPr>
        <p:spPr>
          <a:xfrm>
            <a:off x="9220200" y="4953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65" name="Rectangle 2664">
            <a:extLst>
              <a:ext uri="{FF2B5EF4-FFF2-40B4-BE49-F238E27FC236}">
                <a16:creationId xmlns:a16="http://schemas.microsoft.com/office/drawing/2014/main" id="{ED3C0FB0-FCD8-275C-478E-1942C72CF05B}"/>
              </a:ext>
            </a:extLst>
          </p:cNvPr>
          <p:cNvSpPr/>
          <p:nvPr/>
        </p:nvSpPr>
        <p:spPr>
          <a:xfrm>
            <a:off x="9372600" y="4953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66" name="Rectangle 2665">
            <a:extLst>
              <a:ext uri="{FF2B5EF4-FFF2-40B4-BE49-F238E27FC236}">
                <a16:creationId xmlns:a16="http://schemas.microsoft.com/office/drawing/2014/main" id="{D622B5E1-DF2C-D58C-23F9-1AA6C66AAACC}"/>
              </a:ext>
            </a:extLst>
          </p:cNvPr>
          <p:cNvSpPr/>
          <p:nvPr/>
        </p:nvSpPr>
        <p:spPr>
          <a:xfrm>
            <a:off x="9525000" y="4953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67" name="Rectangle 2666">
            <a:extLst>
              <a:ext uri="{FF2B5EF4-FFF2-40B4-BE49-F238E27FC236}">
                <a16:creationId xmlns:a16="http://schemas.microsoft.com/office/drawing/2014/main" id="{C1835C15-A8F3-C8FE-0CF5-51B5FF13A939}"/>
              </a:ext>
            </a:extLst>
          </p:cNvPr>
          <p:cNvSpPr/>
          <p:nvPr/>
        </p:nvSpPr>
        <p:spPr>
          <a:xfrm>
            <a:off x="9677400" y="4953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68" name="Rectangle 2667">
            <a:extLst>
              <a:ext uri="{FF2B5EF4-FFF2-40B4-BE49-F238E27FC236}">
                <a16:creationId xmlns:a16="http://schemas.microsoft.com/office/drawing/2014/main" id="{4EE14D2A-3357-0CC9-1FF6-3D3DD4FF0BA7}"/>
              </a:ext>
            </a:extLst>
          </p:cNvPr>
          <p:cNvSpPr/>
          <p:nvPr/>
        </p:nvSpPr>
        <p:spPr>
          <a:xfrm>
            <a:off x="9829800" y="4953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69" name="Rectangle 2668">
            <a:extLst>
              <a:ext uri="{FF2B5EF4-FFF2-40B4-BE49-F238E27FC236}">
                <a16:creationId xmlns:a16="http://schemas.microsoft.com/office/drawing/2014/main" id="{48B9EBEF-E22D-E97A-9DF3-2B2C3F127757}"/>
              </a:ext>
            </a:extLst>
          </p:cNvPr>
          <p:cNvSpPr/>
          <p:nvPr/>
        </p:nvSpPr>
        <p:spPr>
          <a:xfrm>
            <a:off x="9982200" y="4953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70" name="Rectangle 2669">
            <a:extLst>
              <a:ext uri="{FF2B5EF4-FFF2-40B4-BE49-F238E27FC236}">
                <a16:creationId xmlns:a16="http://schemas.microsoft.com/office/drawing/2014/main" id="{65ED02DD-8EB8-2334-E9B3-8A4B1A3276DC}"/>
              </a:ext>
            </a:extLst>
          </p:cNvPr>
          <p:cNvSpPr/>
          <p:nvPr/>
        </p:nvSpPr>
        <p:spPr>
          <a:xfrm>
            <a:off x="10134600" y="4953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71" name="Rectangle 2670">
            <a:extLst>
              <a:ext uri="{FF2B5EF4-FFF2-40B4-BE49-F238E27FC236}">
                <a16:creationId xmlns:a16="http://schemas.microsoft.com/office/drawing/2014/main" id="{74578E03-823B-B9D4-D2A2-C1D8A57A362A}"/>
              </a:ext>
            </a:extLst>
          </p:cNvPr>
          <p:cNvSpPr/>
          <p:nvPr/>
        </p:nvSpPr>
        <p:spPr>
          <a:xfrm>
            <a:off x="9067800" y="4953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72" name="Rectangle 2671">
            <a:extLst>
              <a:ext uri="{FF2B5EF4-FFF2-40B4-BE49-F238E27FC236}">
                <a16:creationId xmlns:a16="http://schemas.microsoft.com/office/drawing/2014/main" id="{E070F188-198F-017A-8A94-1AAAD2DADAE0}"/>
              </a:ext>
            </a:extLst>
          </p:cNvPr>
          <p:cNvSpPr/>
          <p:nvPr/>
        </p:nvSpPr>
        <p:spPr>
          <a:xfrm>
            <a:off x="9220200" y="6477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73" name="Rectangle 2672">
            <a:extLst>
              <a:ext uri="{FF2B5EF4-FFF2-40B4-BE49-F238E27FC236}">
                <a16:creationId xmlns:a16="http://schemas.microsoft.com/office/drawing/2014/main" id="{18FA3977-4353-F71B-0CE3-B6E14EE43942}"/>
              </a:ext>
            </a:extLst>
          </p:cNvPr>
          <p:cNvSpPr/>
          <p:nvPr/>
        </p:nvSpPr>
        <p:spPr>
          <a:xfrm>
            <a:off x="9372600" y="6477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74" name="Rectangle 2673">
            <a:extLst>
              <a:ext uri="{FF2B5EF4-FFF2-40B4-BE49-F238E27FC236}">
                <a16:creationId xmlns:a16="http://schemas.microsoft.com/office/drawing/2014/main" id="{B4BA6215-A8AC-7936-6323-2A215E8EAD0E}"/>
              </a:ext>
            </a:extLst>
          </p:cNvPr>
          <p:cNvSpPr/>
          <p:nvPr/>
        </p:nvSpPr>
        <p:spPr>
          <a:xfrm>
            <a:off x="9525000" y="6477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75" name="Rectangle 2674">
            <a:extLst>
              <a:ext uri="{FF2B5EF4-FFF2-40B4-BE49-F238E27FC236}">
                <a16:creationId xmlns:a16="http://schemas.microsoft.com/office/drawing/2014/main" id="{9C26DD42-43A5-3F45-59F5-4985F20C352F}"/>
              </a:ext>
            </a:extLst>
          </p:cNvPr>
          <p:cNvSpPr/>
          <p:nvPr/>
        </p:nvSpPr>
        <p:spPr>
          <a:xfrm>
            <a:off x="9677400" y="6477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76" name="Rectangle 2675">
            <a:extLst>
              <a:ext uri="{FF2B5EF4-FFF2-40B4-BE49-F238E27FC236}">
                <a16:creationId xmlns:a16="http://schemas.microsoft.com/office/drawing/2014/main" id="{6E67141E-4E39-688C-B8AD-EFEFAA9F1862}"/>
              </a:ext>
            </a:extLst>
          </p:cNvPr>
          <p:cNvSpPr/>
          <p:nvPr/>
        </p:nvSpPr>
        <p:spPr>
          <a:xfrm>
            <a:off x="9829800" y="6477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77" name="Rectangle 2676">
            <a:extLst>
              <a:ext uri="{FF2B5EF4-FFF2-40B4-BE49-F238E27FC236}">
                <a16:creationId xmlns:a16="http://schemas.microsoft.com/office/drawing/2014/main" id="{06993E44-DDD2-C38C-6D54-8703DC2F79C2}"/>
              </a:ext>
            </a:extLst>
          </p:cNvPr>
          <p:cNvSpPr/>
          <p:nvPr/>
        </p:nvSpPr>
        <p:spPr>
          <a:xfrm>
            <a:off x="9982200" y="6477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78" name="Rectangle 2677">
            <a:extLst>
              <a:ext uri="{FF2B5EF4-FFF2-40B4-BE49-F238E27FC236}">
                <a16:creationId xmlns:a16="http://schemas.microsoft.com/office/drawing/2014/main" id="{C9455ACF-7660-80EE-8D4F-3024DCF825B2}"/>
              </a:ext>
            </a:extLst>
          </p:cNvPr>
          <p:cNvSpPr/>
          <p:nvPr/>
        </p:nvSpPr>
        <p:spPr>
          <a:xfrm>
            <a:off x="10134600" y="6477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79" name="Rectangle 2678">
            <a:extLst>
              <a:ext uri="{FF2B5EF4-FFF2-40B4-BE49-F238E27FC236}">
                <a16:creationId xmlns:a16="http://schemas.microsoft.com/office/drawing/2014/main" id="{43D445D6-232B-5276-0F4D-7648DBD15A92}"/>
              </a:ext>
            </a:extLst>
          </p:cNvPr>
          <p:cNvSpPr/>
          <p:nvPr/>
        </p:nvSpPr>
        <p:spPr>
          <a:xfrm>
            <a:off x="9067800" y="6477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80" name="Rectangle 2679">
            <a:extLst>
              <a:ext uri="{FF2B5EF4-FFF2-40B4-BE49-F238E27FC236}">
                <a16:creationId xmlns:a16="http://schemas.microsoft.com/office/drawing/2014/main" id="{49C6F0BA-0490-9274-4A95-CF754C6CB431}"/>
              </a:ext>
            </a:extLst>
          </p:cNvPr>
          <p:cNvSpPr/>
          <p:nvPr/>
        </p:nvSpPr>
        <p:spPr>
          <a:xfrm>
            <a:off x="9220200" y="8001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81" name="Rectangle 2680">
            <a:extLst>
              <a:ext uri="{FF2B5EF4-FFF2-40B4-BE49-F238E27FC236}">
                <a16:creationId xmlns:a16="http://schemas.microsoft.com/office/drawing/2014/main" id="{911F0E06-6E50-79BF-7E4E-428A0F803045}"/>
              </a:ext>
            </a:extLst>
          </p:cNvPr>
          <p:cNvSpPr/>
          <p:nvPr/>
        </p:nvSpPr>
        <p:spPr>
          <a:xfrm>
            <a:off x="9372600" y="8001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82" name="Rectangle 2681">
            <a:extLst>
              <a:ext uri="{FF2B5EF4-FFF2-40B4-BE49-F238E27FC236}">
                <a16:creationId xmlns:a16="http://schemas.microsoft.com/office/drawing/2014/main" id="{F17FDA7A-126E-9663-9041-3309A23FE604}"/>
              </a:ext>
            </a:extLst>
          </p:cNvPr>
          <p:cNvSpPr/>
          <p:nvPr/>
        </p:nvSpPr>
        <p:spPr>
          <a:xfrm>
            <a:off x="9525000" y="8001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83" name="Rectangle 2682">
            <a:extLst>
              <a:ext uri="{FF2B5EF4-FFF2-40B4-BE49-F238E27FC236}">
                <a16:creationId xmlns:a16="http://schemas.microsoft.com/office/drawing/2014/main" id="{D0806471-29E5-7CA4-8EBB-D21497D6C441}"/>
              </a:ext>
            </a:extLst>
          </p:cNvPr>
          <p:cNvSpPr/>
          <p:nvPr/>
        </p:nvSpPr>
        <p:spPr>
          <a:xfrm>
            <a:off x="9677400" y="8001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84" name="Rectangle 2683">
            <a:extLst>
              <a:ext uri="{FF2B5EF4-FFF2-40B4-BE49-F238E27FC236}">
                <a16:creationId xmlns:a16="http://schemas.microsoft.com/office/drawing/2014/main" id="{66295624-A223-BF18-8175-2DEF955A5AED}"/>
              </a:ext>
            </a:extLst>
          </p:cNvPr>
          <p:cNvSpPr/>
          <p:nvPr/>
        </p:nvSpPr>
        <p:spPr>
          <a:xfrm>
            <a:off x="9829800" y="8001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85" name="Rectangle 2684">
            <a:extLst>
              <a:ext uri="{FF2B5EF4-FFF2-40B4-BE49-F238E27FC236}">
                <a16:creationId xmlns:a16="http://schemas.microsoft.com/office/drawing/2014/main" id="{F97366A6-459A-1748-9140-540B7AA9BFBA}"/>
              </a:ext>
            </a:extLst>
          </p:cNvPr>
          <p:cNvSpPr/>
          <p:nvPr/>
        </p:nvSpPr>
        <p:spPr>
          <a:xfrm>
            <a:off x="9982200" y="8001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86" name="Rectangle 2685">
            <a:extLst>
              <a:ext uri="{FF2B5EF4-FFF2-40B4-BE49-F238E27FC236}">
                <a16:creationId xmlns:a16="http://schemas.microsoft.com/office/drawing/2014/main" id="{A094B516-5D07-9349-8E0C-8CD9CEC6F724}"/>
              </a:ext>
            </a:extLst>
          </p:cNvPr>
          <p:cNvSpPr/>
          <p:nvPr/>
        </p:nvSpPr>
        <p:spPr>
          <a:xfrm>
            <a:off x="10134600" y="8001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87" name="Rectangle 2686">
            <a:extLst>
              <a:ext uri="{FF2B5EF4-FFF2-40B4-BE49-F238E27FC236}">
                <a16:creationId xmlns:a16="http://schemas.microsoft.com/office/drawing/2014/main" id="{DF475D93-F662-205D-CA51-0C77EA7712B8}"/>
              </a:ext>
            </a:extLst>
          </p:cNvPr>
          <p:cNvSpPr/>
          <p:nvPr/>
        </p:nvSpPr>
        <p:spPr>
          <a:xfrm>
            <a:off x="9067800" y="8001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88" name="Rectangle 2687">
            <a:extLst>
              <a:ext uri="{FF2B5EF4-FFF2-40B4-BE49-F238E27FC236}">
                <a16:creationId xmlns:a16="http://schemas.microsoft.com/office/drawing/2014/main" id="{55813D14-0C46-9549-647A-023318A34B3E}"/>
              </a:ext>
            </a:extLst>
          </p:cNvPr>
          <p:cNvSpPr/>
          <p:nvPr/>
        </p:nvSpPr>
        <p:spPr>
          <a:xfrm>
            <a:off x="9220200" y="9525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89" name="Rectangle 2688">
            <a:extLst>
              <a:ext uri="{FF2B5EF4-FFF2-40B4-BE49-F238E27FC236}">
                <a16:creationId xmlns:a16="http://schemas.microsoft.com/office/drawing/2014/main" id="{89204BFE-FF57-178F-2DE3-04F971CFB846}"/>
              </a:ext>
            </a:extLst>
          </p:cNvPr>
          <p:cNvSpPr/>
          <p:nvPr/>
        </p:nvSpPr>
        <p:spPr>
          <a:xfrm>
            <a:off x="9372600" y="9525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90" name="Rectangle 2689">
            <a:extLst>
              <a:ext uri="{FF2B5EF4-FFF2-40B4-BE49-F238E27FC236}">
                <a16:creationId xmlns:a16="http://schemas.microsoft.com/office/drawing/2014/main" id="{DC59FB24-BD4B-B76F-2A9D-2114CA585C02}"/>
              </a:ext>
            </a:extLst>
          </p:cNvPr>
          <p:cNvSpPr/>
          <p:nvPr/>
        </p:nvSpPr>
        <p:spPr>
          <a:xfrm>
            <a:off x="9525000" y="9525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91" name="Rectangle 2690">
            <a:extLst>
              <a:ext uri="{FF2B5EF4-FFF2-40B4-BE49-F238E27FC236}">
                <a16:creationId xmlns:a16="http://schemas.microsoft.com/office/drawing/2014/main" id="{9181599F-FBA9-FBBF-B00C-601EF7C8BA86}"/>
              </a:ext>
            </a:extLst>
          </p:cNvPr>
          <p:cNvSpPr/>
          <p:nvPr/>
        </p:nvSpPr>
        <p:spPr>
          <a:xfrm>
            <a:off x="9677400" y="9525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92" name="Rectangle 2691">
            <a:extLst>
              <a:ext uri="{FF2B5EF4-FFF2-40B4-BE49-F238E27FC236}">
                <a16:creationId xmlns:a16="http://schemas.microsoft.com/office/drawing/2014/main" id="{06B525FB-4CD5-D86F-5AE0-313FB47BD79B}"/>
              </a:ext>
            </a:extLst>
          </p:cNvPr>
          <p:cNvSpPr/>
          <p:nvPr/>
        </p:nvSpPr>
        <p:spPr>
          <a:xfrm>
            <a:off x="9829800" y="9525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93" name="Rectangle 2692">
            <a:extLst>
              <a:ext uri="{FF2B5EF4-FFF2-40B4-BE49-F238E27FC236}">
                <a16:creationId xmlns:a16="http://schemas.microsoft.com/office/drawing/2014/main" id="{E1CFA8BA-F0B8-F447-6006-376BE8D0D09A}"/>
              </a:ext>
            </a:extLst>
          </p:cNvPr>
          <p:cNvSpPr/>
          <p:nvPr/>
        </p:nvSpPr>
        <p:spPr>
          <a:xfrm>
            <a:off x="9982200" y="9525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94" name="Rectangle 2693">
            <a:extLst>
              <a:ext uri="{FF2B5EF4-FFF2-40B4-BE49-F238E27FC236}">
                <a16:creationId xmlns:a16="http://schemas.microsoft.com/office/drawing/2014/main" id="{C0712D3B-E3E7-DEAB-8473-D3D30DCB4C85}"/>
              </a:ext>
            </a:extLst>
          </p:cNvPr>
          <p:cNvSpPr/>
          <p:nvPr/>
        </p:nvSpPr>
        <p:spPr>
          <a:xfrm>
            <a:off x="10134600" y="9525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95" name="Rectangle 2694">
            <a:extLst>
              <a:ext uri="{FF2B5EF4-FFF2-40B4-BE49-F238E27FC236}">
                <a16:creationId xmlns:a16="http://schemas.microsoft.com/office/drawing/2014/main" id="{8E0CC1E9-6936-0883-8BF4-CCD5F43B5A11}"/>
              </a:ext>
            </a:extLst>
          </p:cNvPr>
          <p:cNvSpPr/>
          <p:nvPr/>
        </p:nvSpPr>
        <p:spPr>
          <a:xfrm>
            <a:off x="9067800" y="9525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96" name="Rectangle 2695">
            <a:extLst>
              <a:ext uri="{FF2B5EF4-FFF2-40B4-BE49-F238E27FC236}">
                <a16:creationId xmlns:a16="http://schemas.microsoft.com/office/drawing/2014/main" id="{0483C46A-5EF6-ECEA-A2E9-1A732084B880}"/>
              </a:ext>
            </a:extLst>
          </p:cNvPr>
          <p:cNvSpPr/>
          <p:nvPr/>
        </p:nvSpPr>
        <p:spPr>
          <a:xfrm>
            <a:off x="9220200" y="1104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97" name="Rectangle 2696">
            <a:extLst>
              <a:ext uri="{FF2B5EF4-FFF2-40B4-BE49-F238E27FC236}">
                <a16:creationId xmlns:a16="http://schemas.microsoft.com/office/drawing/2014/main" id="{136CF699-AB6B-3B1F-3328-419981FC554F}"/>
              </a:ext>
            </a:extLst>
          </p:cNvPr>
          <p:cNvSpPr/>
          <p:nvPr/>
        </p:nvSpPr>
        <p:spPr>
          <a:xfrm>
            <a:off x="9372600" y="11049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98" name="Rectangle 2697">
            <a:extLst>
              <a:ext uri="{FF2B5EF4-FFF2-40B4-BE49-F238E27FC236}">
                <a16:creationId xmlns:a16="http://schemas.microsoft.com/office/drawing/2014/main" id="{643FFCC5-CE36-49CC-717F-D7059F5D0988}"/>
              </a:ext>
            </a:extLst>
          </p:cNvPr>
          <p:cNvSpPr/>
          <p:nvPr/>
        </p:nvSpPr>
        <p:spPr>
          <a:xfrm>
            <a:off x="9525000" y="11049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699" name="Rectangle 2698">
            <a:extLst>
              <a:ext uri="{FF2B5EF4-FFF2-40B4-BE49-F238E27FC236}">
                <a16:creationId xmlns:a16="http://schemas.microsoft.com/office/drawing/2014/main" id="{AFC52D2A-C2B1-0D6B-4CF2-BC21058CC3BB}"/>
              </a:ext>
            </a:extLst>
          </p:cNvPr>
          <p:cNvSpPr/>
          <p:nvPr/>
        </p:nvSpPr>
        <p:spPr>
          <a:xfrm>
            <a:off x="9677400" y="11049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00" name="Rectangle 2699">
            <a:extLst>
              <a:ext uri="{FF2B5EF4-FFF2-40B4-BE49-F238E27FC236}">
                <a16:creationId xmlns:a16="http://schemas.microsoft.com/office/drawing/2014/main" id="{4A3B835E-502D-94A2-0D44-BDAE2D1FD079}"/>
              </a:ext>
            </a:extLst>
          </p:cNvPr>
          <p:cNvSpPr/>
          <p:nvPr/>
        </p:nvSpPr>
        <p:spPr>
          <a:xfrm>
            <a:off x="9829800" y="11049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01" name="Rectangle 2700">
            <a:extLst>
              <a:ext uri="{FF2B5EF4-FFF2-40B4-BE49-F238E27FC236}">
                <a16:creationId xmlns:a16="http://schemas.microsoft.com/office/drawing/2014/main" id="{AC620A2C-0BD6-E52B-5480-3F8288B1A9F4}"/>
              </a:ext>
            </a:extLst>
          </p:cNvPr>
          <p:cNvSpPr/>
          <p:nvPr/>
        </p:nvSpPr>
        <p:spPr>
          <a:xfrm>
            <a:off x="9982200" y="1104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02" name="Rectangle 2701">
            <a:extLst>
              <a:ext uri="{FF2B5EF4-FFF2-40B4-BE49-F238E27FC236}">
                <a16:creationId xmlns:a16="http://schemas.microsoft.com/office/drawing/2014/main" id="{1F78B19E-D632-6E9B-E192-FBE0CDC2B425}"/>
              </a:ext>
            </a:extLst>
          </p:cNvPr>
          <p:cNvSpPr/>
          <p:nvPr/>
        </p:nvSpPr>
        <p:spPr>
          <a:xfrm>
            <a:off x="10134600" y="11049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03" name="Rectangle 2702">
            <a:extLst>
              <a:ext uri="{FF2B5EF4-FFF2-40B4-BE49-F238E27FC236}">
                <a16:creationId xmlns:a16="http://schemas.microsoft.com/office/drawing/2014/main" id="{3B1A3BBE-9918-B144-8F6F-30BB1A4B3CFE}"/>
              </a:ext>
            </a:extLst>
          </p:cNvPr>
          <p:cNvSpPr/>
          <p:nvPr/>
        </p:nvSpPr>
        <p:spPr>
          <a:xfrm>
            <a:off x="9067800" y="11049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04" name="Rectangle 2703">
            <a:extLst>
              <a:ext uri="{FF2B5EF4-FFF2-40B4-BE49-F238E27FC236}">
                <a16:creationId xmlns:a16="http://schemas.microsoft.com/office/drawing/2014/main" id="{F6FE241B-1A55-8BA5-C7C3-335D79D797C0}"/>
              </a:ext>
            </a:extLst>
          </p:cNvPr>
          <p:cNvSpPr/>
          <p:nvPr/>
        </p:nvSpPr>
        <p:spPr>
          <a:xfrm>
            <a:off x="9220200" y="12573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05" name="Rectangle 2704">
            <a:extLst>
              <a:ext uri="{FF2B5EF4-FFF2-40B4-BE49-F238E27FC236}">
                <a16:creationId xmlns:a16="http://schemas.microsoft.com/office/drawing/2014/main" id="{64DDFA93-8973-1D00-B692-38FAB9A6A619}"/>
              </a:ext>
            </a:extLst>
          </p:cNvPr>
          <p:cNvSpPr/>
          <p:nvPr/>
        </p:nvSpPr>
        <p:spPr>
          <a:xfrm>
            <a:off x="9372600" y="12573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06" name="Rectangle 2705">
            <a:extLst>
              <a:ext uri="{FF2B5EF4-FFF2-40B4-BE49-F238E27FC236}">
                <a16:creationId xmlns:a16="http://schemas.microsoft.com/office/drawing/2014/main" id="{8EA560F7-5FF8-CEE2-0BBA-632DACFF659C}"/>
              </a:ext>
            </a:extLst>
          </p:cNvPr>
          <p:cNvSpPr/>
          <p:nvPr/>
        </p:nvSpPr>
        <p:spPr>
          <a:xfrm>
            <a:off x="9525000" y="12573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07" name="Rectangle 2706">
            <a:extLst>
              <a:ext uri="{FF2B5EF4-FFF2-40B4-BE49-F238E27FC236}">
                <a16:creationId xmlns:a16="http://schemas.microsoft.com/office/drawing/2014/main" id="{2D755B59-BE59-F183-D990-E79403F6C96E}"/>
              </a:ext>
            </a:extLst>
          </p:cNvPr>
          <p:cNvSpPr/>
          <p:nvPr/>
        </p:nvSpPr>
        <p:spPr>
          <a:xfrm>
            <a:off x="9677400" y="12573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08" name="Rectangle 2707">
            <a:extLst>
              <a:ext uri="{FF2B5EF4-FFF2-40B4-BE49-F238E27FC236}">
                <a16:creationId xmlns:a16="http://schemas.microsoft.com/office/drawing/2014/main" id="{9629156C-9F0C-1D8B-05EB-E1735CDE67DC}"/>
              </a:ext>
            </a:extLst>
          </p:cNvPr>
          <p:cNvSpPr/>
          <p:nvPr/>
        </p:nvSpPr>
        <p:spPr>
          <a:xfrm>
            <a:off x="9829800" y="12573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09" name="Rectangle 2708">
            <a:extLst>
              <a:ext uri="{FF2B5EF4-FFF2-40B4-BE49-F238E27FC236}">
                <a16:creationId xmlns:a16="http://schemas.microsoft.com/office/drawing/2014/main" id="{5311B82F-95A3-C4DA-D345-02DBC6FCB5E8}"/>
              </a:ext>
            </a:extLst>
          </p:cNvPr>
          <p:cNvSpPr/>
          <p:nvPr/>
        </p:nvSpPr>
        <p:spPr>
          <a:xfrm>
            <a:off x="9982200" y="12573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10" name="Rectangle 2709">
            <a:extLst>
              <a:ext uri="{FF2B5EF4-FFF2-40B4-BE49-F238E27FC236}">
                <a16:creationId xmlns:a16="http://schemas.microsoft.com/office/drawing/2014/main" id="{8368E267-AA25-F125-1E4E-B1D431B58BC7}"/>
              </a:ext>
            </a:extLst>
          </p:cNvPr>
          <p:cNvSpPr/>
          <p:nvPr/>
        </p:nvSpPr>
        <p:spPr>
          <a:xfrm>
            <a:off x="10134600" y="12573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11" name="Rectangle 2710">
            <a:extLst>
              <a:ext uri="{FF2B5EF4-FFF2-40B4-BE49-F238E27FC236}">
                <a16:creationId xmlns:a16="http://schemas.microsoft.com/office/drawing/2014/main" id="{7DE35362-6572-5934-0A60-B6C993082724}"/>
              </a:ext>
            </a:extLst>
          </p:cNvPr>
          <p:cNvSpPr/>
          <p:nvPr/>
        </p:nvSpPr>
        <p:spPr>
          <a:xfrm>
            <a:off x="9067800" y="12573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12" name="Rectangle 2711">
            <a:extLst>
              <a:ext uri="{FF2B5EF4-FFF2-40B4-BE49-F238E27FC236}">
                <a16:creationId xmlns:a16="http://schemas.microsoft.com/office/drawing/2014/main" id="{8F378A8F-52A0-5AAD-D170-3D176400F9AD}"/>
              </a:ext>
            </a:extLst>
          </p:cNvPr>
          <p:cNvSpPr/>
          <p:nvPr/>
        </p:nvSpPr>
        <p:spPr>
          <a:xfrm>
            <a:off x="9220200" y="14097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13" name="Rectangle 2712">
            <a:extLst>
              <a:ext uri="{FF2B5EF4-FFF2-40B4-BE49-F238E27FC236}">
                <a16:creationId xmlns:a16="http://schemas.microsoft.com/office/drawing/2014/main" id="{28F74197-B446-0A6D-C4C4-21F4691F1DFC}"/>
              </a:ext>
            </a:extLst>
          </p:cNvPr>
          <p:cNvSpPr/>
          <p:nvPr/>
        </p:nvSpPr>
        <p:spPr>
          <a:xfrm>
            <a:off x="9372600" y="14097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14" name="Rectangle 2713">
            <a:extLst>
              <a:ext uri="{FF2B5EF4-FFF2-40B4-BE49-F238E27FC236}">
                <a16:creationId xmlns:a16="http://schemas.microsoft.com/office/drawing/2014/main" id="{14A37114-4BB1-48B1-8964-61B74A33DA53}"/>
              </a:ext>
            </a:extLst>
          </p:cNvPr>
          <p:cNvSpPr/>
          <p:nvPr/>
        </p:nvSpPr>
        <p:spPr>
          <a:xfrm>
            <a:off x="9525000" y="14097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15" name="Rectangle 2714">
            <a:extLst>
              <a:ext uri="{FF2B5EF4-FFF2-40B4-BE49-F238E27FC236}">
                <a16:creationId xmlns:a16="http://schemas.microsoft.com/office/drawing/2014/main" id="{3578596A-5565-A48C-D777-737A0E58D93B}"/>
              </a:ext>
            </a:extLst>
          </p:cNvPr>
          <p:cNvSpPr/>
          <p:nvPr/>
        </p:nvSpPr>
        <p:spPr>
          <a:xfrm>
            <a:off x="9677400" y="14097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16" name="Rectangle 2715">
            <a:extLst>
              <a:ext uri="{FF2B5EF4-FFF2-40B4-BE49-F238E27FC236}">
                <a16:creationId xmlns:a16="http://schemas.microsoft.com/office/drawing/2014/main" id="{80362602-0FF4-E68D-BF59-A0A6D1081500}"/>
              </a:ext>
            </a:extLst>
          </p:cNvPr>
          <p:cNvSpPr/>
          <p:nvPr/>
        </p:nvSpPr>
        <p:spPr>
          <a:xfrm>
            <a:off x="9829800" y="14097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17" name="Rectangle 2716">
            <a:extLst>
              <a:ext uri="{FF2B5EF4-FFF2-40B4-BE49-F238E27FC236}">
                <a16:creationId xmlns:a16="http://schemas.microsoft.com/office/drawing/2014/main" id="{D9A82016-3251-3599-3470-86A33DB79D66}"/>
              </a:ext>
            </a:extLst>
          </p:cNvPr>
          <p:cNvSpPr/>
          <p:nvPr/>
        </p:nvSpPr>
        <p:spPr>
          <a:xfrm>
            <a:off x="9982200" y="14097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18" name="Rectangle 2717">
            <a:extLst>
              <a:ext uri="{FF2B5EF4-FFF2-40B4-BE49-F238E27FC236}">
                <a16:creationId xmlns:a16="http://schemas.microsoft.com/office/drawing/2014/main" id="{31131BB9-2EC7-7BD5-A9EE-3470B69D025F}"/>
              </a:ext>
            </a:extLst>
          </p:cNvPr>
          <p:cNvSpPr/>
          <p:nvPr/>
        </p:nvSpPr>
        <p:spPr>
          <a:xfrm>
            <a:off x="10134600" y="14097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19" name="Rectangle 2718">
            <a:extLst>
              <a:ext uri="{FF2B5EF4-FFF2-40B4-BE49-F238E27FC236}">
                <a16:creationId xmlns:a16="http://schemas.microsoft.com/office/drawing/2014/main" id="{33235FEB-9323-B833-68F5-04FF2C1F675A}"/>
              </a:ext>
            </a:extLst>
          </p:cNvPr>
          <p:cNvSpPr/>
          <p:nvPr/>
        </p:nvSpPr>
        <p:spPr>
          <a:xfrm>
            <a:off x="9067800" y="14097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20" name="Rectangle 2719">
            <a:extLst>
              <a:ext uri="{FF2B5EF4-FFF2-40B4-BE49-F238E27FC236}">
                <a16:creationId xmlns:a16="http://schemas.microsoft.com/office/drawing/2014/main" id="{6F809D8A-6D2C-C7FD-00DC-F7D7299DFB91}"/>
              </a:ext>
            </a:extLst>
          </p:cNvPr>
          <p:cNvSpPr/>
          <p:nvPr/>
        </p:nvSpPr>
        <p:spPr>
          <a:xfrm>
            <a:off x="10439400" y="3429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21" name="Rectangle 2720">
            <a:extLst>
              <a:ext uri="{FF2B5EF4-FFF2-40B4-BE49-F238E27FC236}">
                <a16:creationId xmlns:a16="http://schemas.microsoft.com/office/drawing/2014/main" id="{8053E7B6-1999-2A33-67D9-B0490A730206}"/>
              </a:ext>
            </a:extLst>
          </p:cNvPr>
          <p:cNvSpPr/>
          <p:nvPr/>
        </p:nvSpPr>
        <p:spPr>
          <a:xfrm>
            <a:off x="10591800" y="3429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22" name="Rectangle 2721">
            <a:extLst>
              <a:ext uri="{FF2B5EF4-FFF2-40B4-BE49-F238E27FC236}">
                <a16:creationId xmlns:a16="http://schemas.microsoft.com/office/drawing/2014/main" id="{63B5AC49-7B56-A6A0-4D48-53ECAF10E66B}"/>
              </a:ext>
            </a:extLst>
          </p:cNvPr>
          <p:cNvSpPr/>
          <p:nvPr/>
        </p:nvSpPr>
        <p:spPr>
          <a:xfrm>
            <a:off x="10744200" y="3429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23" name="Rectangle 2722">
            <a:extLst>
              <a:ext uri="{FF2B5EF4-FFF2-40B4-BE49-F238E27FC236}">
                <a16:creationId xmlns:a16="http://schemas.microsoft.com/office/drawing/2014/main" id="{41D5DB9F-0564-15A4-48BB-3C6CF22FC087}"/>
              </a:ext>
            </a:extLst>
          </p:cNvPr>
          <p:cNvSpPr/>
          <p:nvPr/>
        </p:nvSpPr>
        <p:spPr>
          <a:xfrm>
            <a:off x="10896600" y="3429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24" name="Rectangle 2723">
            <a:extLst>
              <a:ext uri="{FF2B5EF4-FFF2-40B4-BE49-F238E27FC236}">
                <a16:creationId xmlns:a16="http://schemas.microsoft.com/office/drawing/2014/main" id="{D24A9DA4-5B70-2B21-ADE5-AE6030F1D597}"/>
              </a:ext>
            </a:extLst>
          </p:cNvPr>
          <p:cNvSpPr/>
          <p:nvPr/>
        </p:nvSpPr>
        <p:spPr>
          <a:xfrm>
            <a:off x="11049000" y="3429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25" name="Rectangle 2724">
            <a:extLst>
              <a:ext uri="{FF2B5EF4-FFF2-40B4-BE49-F238E27FC236}">
                <a16:creationId xmlns:a16="http://schemas.microsoft.com/office/drawing/2014/main" id="{DB06786D-3706-ACCF-A567-EE4B71DE3C06}"/>
              </a:ext>
            </a:extLst>
          </p:cNvPr>
          <p:cNvSpPr/>
          <p:nvPr/>
        </p:nvSpPr>
        <p:spPr>
          <a:xfrm>
            <a:off x="11201400" y="3429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26" name="Rectangle 2725">
            <a:extLst>
              <a:ext uri="{FF2B5EF4-FFF2-40B4-BE49-F238E27FC236}">
                <a16:creationId xmlns:a16="http://schemas.microsoft.com/office/drawing/2014/main" id="{E6F9666F-81B8-E491-1C19-9A9EE3599E42}"/>
              </a:ext>
            </a:extLst>
          </p:cNvPr>
          <p:cNvSpPr/>
          <p:nvPr/>
        </p:nvSpPr>
        <p:spPr>
          <a:xfrm>
            <a:off x="11353800" y="3429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27" name="Rectangle 2726">
            <a:extLst>
              <a:ext uri="{FF2B5EF4-FFF2-40B4-BE49-F238E27FC236}">
                <a16:creationId xmlns:a16="http://schemas.microsoft.com/office/drawing/2014/main" id="{7292194E-F1F2-AF42-4292-C9016BCE4B7E}"/>
              </a:ext>
            </a:extLst>
          </p:cNvPr>
          <p:cNvSpPr/>
          <p:nvPr/>
        </p:nvSpPr>
        <p:spPr>
          <a:xfrm>
            <a:off x="10287000" y="3429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28" name="Rectangle 2727">
            <a:extLst>
              <a:ext uri="{FF2B5EF4-FFF2-40B4-BE49-F238E27FC236}">
                <a16:creationId xmlns:a16="http://schemas.microsoft.com/office/drawing/2014/main" id="{A831FB99-91F0-142D-2A80-11EBE450BB70}"/>
              </a:ext>
            </a:extLst>
          </p:cNvPr>
          <p:cNvSpPr/>
          <p:nvPr/>
        </p:nvSpPr>
        <p:spPr>
          <a:xfrm>
            <a:off x="10439400" y="4953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29" name="Rectangle 2728">
            <a:extLst>
              <a:ext uri="{FF2B5EF4-FFF2-40B4-BE49-F238E27FC236}">
                <a16:creationId xmlns:a16="http://schemas.microsoft.com/office/drawing/2014/main" id="{917274D0-099A-28AF-FCFC-D0374B105FB2}"/>
              </a:ext>
            </a:extLst>
          </p:cNvPr>
          <p:cNvSpPr/>
          <p:nvPr/>
        </p:nvSpPr>
        <p:spPr>
          <a:xfrm>
            <a:off x="10591800" y="4953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30" name="Rectangle 2729">
            <a:extLst>
              <a:ext uri="{FF2B5EF4-FFF2-40B4-BE49-F238E27FC236}">
                <a16:creationId xmlns:a16="http://schemas.microsoft.com/office/drawing/2014/main" id="{AA0DEACF-2AAE-F26C-220F-1539C29BC160}"/>
              </a:ext>
            </a:extLst>
          </p:cNvPr>
          <p:cNvSpPr/>
          <p:nvPr/>
        </p:nvSpPr>
        <p:spPr>
          <a:xfrm>
            <a:off x="10744200" y="4953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31" name="Rectangle 2730">
            <a:extLst>
              <a:ext uri="{FF2B5EF4-FFF2-40B4-BE49-F238E27FC236}">
                <a16:creationId xmlns:a16="http://schemas.microsoft.com/office/drawing/2014/main" id="{F9F8AB7A-50A8-0902-E347-DEE7CA09FD09}"/>
              </a:ext>
            </a:extLst>
          </p:cNvPr>
          <p:cNvSpPr/>
          <p:nvPr/>
        </p:nvSpPr>
        <p:spPr>
          <a:xfrm>
            <a:off x="10896600" y="4953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32" name="Rectangle 2731">
            <a:extLst>
              <a:ext uri="{FF2B5EF4-FFF2-40B4-BE49-F238E27FC236}">
                <a16:creationId xmlns:a16="http://schemas.microsoft.com/office/drawing/2014/main" id="{290C9957-7CBD-240B-A127-FE9C7286BBAB}"/>
              </a:ext>
            </a:extLst>
          </p:cNvPr>
          <p:cNvSpPr/>
          <p:nvPr/>
        </p:nvSpPr>
        <p:spPr>
          <a:xfrm>
            <a:off x="11049000" y="4953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33" name="Rectangle 2732">
            <a:extLst>
              <a:ext uri="{FF2B5EF4-FFF2-40B4-BE49-F238E27FC236}">
                <a16:creationId xmlns:a16="http://schemas.microsoft.com/office/drawing/2014/main" id="{5028BB21-CDC0-23A6-9E3F-02CE45CFD83B}"/>
              </a:ext>
            </a:extLst>
          </p:cNvPr>
          <p:cNvSpPr/>
          <p:nvPr/>
        </p:nvSpPr>
        <p:spPr>
          <a:xfrm>
            <a:off x="11201400" y="4953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34" name="Rectangle 2733">
            <a:extLst>
              <a:ext uri="{FF2B5EF4-FFF2-40B4-BE49-F238E27FC236}">
                <a16:creationId xmlns:a16="http://schemas.microsoft.com/office/drawing/2014/main" id="{8CBDF50E-0AC3-A70E-099E-93A7DD4C59B3}"/>
              </a:ext>
            </a:extLst>
          </p:cNvPr>
          <p:cNvSpPr/>
          <p:nvPr/>
        </p:nvSpPr>
        <p:spPr>
          <a:xfrm>
            <a:off x="11353800" y="4953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35" name="Rectangle 2734">
            <a:extLst>
              <a:ext uri="{FF2B5EF4-FFF2-40B4-BE49-F238E27FC236}">
                <a16:creationId xmlns:a16="http://schemas.microsoft.com/office/drawing/2014/main" id="{3255E735-FD99-8E2F-309E-AA4D215B0440}"/>
              </a:ext>
            </a:extLst>
          </p:cNvPr>
          <p:cNvSpPr/>
          <p:nvPr/>
        </p:nvSpPr>
        <p:spPr>
          <a:xfrm>
            <a:off x="10287000" y="4953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36" name="Rectangle 2735">
            <a:extLst>
              <a:ext uri="{FF2B5EF4-FFF2-40B4-BE49-F238E27FC236}">
                <a16:creationId xmlns:a16="http://schemas.microsoft.com/office/drawing/2014/main" id="{4C2BD538-19BF-C374-7A5E-D92A57023BAE}"/>
              </a:ext>
            </a:extLst>
          </p:cNvPr>
          <p:cNvSpPr/>
          <p:nvPr/>
        </p:nvSpPr>
        <p:spPr>
          <a:xfrm>
            <a:off x="10439400" y="6477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37" name="Rectangle 2736">
            <a:extLst>
              <a:ext uri="{FF2B5EF4-FFF2-40B4-BE49-F238E27FC236}">
                <a16:creationId xmlns:a16="http://schemas.microsoft.com/office/drawing/2014/main" id="{8856502B-3EC2-34D9-D396-694533A0CF77}"/>
              </a:ext>
            </a:extLst>
          </p:cNvPr>
          <p:cNvSpPr/>
          <p:nvPr/>
        </p:nvSpPr>
        <p:spPr>
          <a:xfrm>
            <a:off x="10591800" y="6477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38" name="Rectangle 2737">
            <a:extLst>
              <a:ext uri="{FF2B5EF4-FFF2-40B4-BE49-F238E27FC236}">
                <a16:creationId xmlns:a16="http://schemas.microsoft.com/office/drawing/2014/main" id="{9B9EE254-B282-4F72-EAB3-C50728D8C491}"/>
              </a:ext>
            </a:extLst>
          </p:cNvPr>
          <p:cNvSpPr/>
          <p:nvPr/>
        </p:nvSpPr>
        <p:spPr>
          <a:xfrm>
            <a:off x="10744200" y="6477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39" name="Rectangle 2738">
            <a:extLst>
              <a:ext uri="{FF2B5EF4-FFF2-40B4-BE49-F238E27FC236}">
                <a16:creationId xmlns:a16="http://schemas.microsoft.com/office/drawing/2014/main" id="{2BB12E08-28C6-B3BE-452F-DB7B70939C49}"/>
              </a:ext>
            </a:extLst>
          </p:cNvPr>
          <p:cNvSpPr/>
          <p:nvPr/>
        </p:nvSpPr>
        <p:spPr>
          <a:xfrm>
            <a:off x="10896600" y="6477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40" name="Rectangle 2739">
            <a:extLst>
              <a:ext uri="{FF2B5EF4-FFF2-40B4-BE49-F238E27FC236}">
                <a16:creationId xmlns:a16="http://schemas.microsoft.com/office/drawing/2014/main" id="{AB237B5D-3C63-D1F6-0560-1CCA2AB14A13}"/>
              </a:ext>
            </a:extLst>
          </p:cNvPr>
          <p:cNvSpPr/>
          <p:nvPr/>
        </p:nvSpPr>
        <p:spPr>
          <a:xfrm>
            <a:off x="11049000" y="6477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41" name="Rectangle 2740">
            <a:extLst>
              <a:ext uri="{FF2B5EF4-FFF2-40B4-BE49-F238E27FC236}">
                <a16:creationId xmlns:a16="http://schemas.microsoft.com/office/drawing/2014/main" id="{DC91FD4A-6DDB-8F8F-DA8D-2EDC4E6CED94}"/>
              </a:ext>
            </a:extLst>
          </p:cNvPr>
          <p:cNvSpPr/>
          <p:nvPr/>
        </p:nvSpPr>
        <p:spPr>
          <a:xfrm>
            <a:off x="11201400" y="6477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42" name="Rectangle 2741">
            <a:extLst>
              <a:ext uri="{FF2B5EF4-FFF2-40B4-BE49-F238E27FC236}">
                <a16:creationId xmlns:a16="http://schemas.microsoft.com/office/drawing/2014/main" id="{F31CCAE7-3AA6-D596-FAE6-F8E3F59D496A}"/>
              </a:ext>
            </a:extLst>
          </p:cNvPr>
          <p:cNvSpPr/>
          <p:nvPr/>
        </p:nvSpPr>
        <p:spPr>
          <a:xfrm>
            <a:off x="11353800" y="6477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43" name="Rectangle 2742">
            <a:extLst>
              <a:ext uri="{FF2B5EF4-FFF2-40B4-BE49-F238E27FC236}">
                <a16:creationId xmlns:a16="http://schemas.microsoft.com/office/drawing/2014/main" id="{6B6ADC6F-984D-F8C2-52C5-0E6675E6D6F7}"/>
              </a:ext>
            </a:extLst>
          </p:cNvPr>
          <p:cNvSpPr/>
          <p:nvPr/>
        </p:nvSpPr>
        <p:spPr>
          <a:xfrm>
            <a:off x="10287000" y="6477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44" name="Rectangle 2743">
            <a:extLst>
              <a:ext uri="{FF2B5EF4-FFF2-40B4-BE49-F238E27FC236}">
                <a16:creationId xmlns:a16="http://schemas.microsoft.com/office/drawing/2014/main" id="{82EA1DC4-431A-23D3-824A-15392F8D772A}"/>
              </a:ext>
            </a:extLst>
          </p:cNvPr>
          <p:cNvSpPr/>
          <p:nvPr/>
        </p:nvSpPr>
        <p:spPr>
          <a:xfrm>
            <a:off x="10439400" y="8001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45" name="Rectangle 2744">
            <a:extLst>
              <a:ext uri="{FF2B5EF4-FFF2-40B4-BE49-F238E27FC236}">
                <a16:creationId xmlns:a16="http://schemas.microsoft.com/office/drawing/2014/main" id="{910CA562-93C0-84E2-7F35-B6FFE58F3E1B}"/>
              </a:ext>
            </a:extLst>
          </p:cNvPr>
          <p:cNvSpPr/>
          <p:nvPr/>
        </p:nvSpPr>
        <p:spPr>
          <a:xfrm>
            <a:off x="10591800" y="8001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46" name="Rectangle 2745">
            <a:extLst>
              <a:ext uri="{FF2B5EF4-FFF2-40B4-BE49-F238E27FC236}">
                <a16:creationId xmlns:a16="http://schemas.microsoft.com/office/drawing/2014/main" id="{9E6174C5-43D5-5450-AC13-130ADA7CF658}"/>
              </a:ext>
            </a:extLst>
          </p:cNvPr>
          <p:cNvSpPr/>
          <p:nvPr/>
        </p:nvSpPr>
        <p:spPr>
          <a:xfrm>
            <a:off x="10744200" y="800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47" name="Rectangle 2746">
            <a:extLst>
              <a:ext uri="{FF2B5EF4-FFF2-40B4-BE49-F238E27FC236}">
                <a16:creationId xmlns:a16="http://schemas.microsoft.com/office/drawing/2014/main" id="{78897822-E1B8-8847-FFAF-A054FAD8CA05}"/>
              </a:ext>
            </a:extLst>
          </p:cNvPr>
          <p:cNvSpPr/>
          <p:nvPr/>
        </p:nvSpPr>
        <p:spPr>
          <a:xfrm>
            <a:off x="10896600" y="800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48" name="Rectangle 2747">
            <a:extLst>
              <a:ext uri="{FF2B5EF4-FFF2-40B4-BE49-F238E27FC236}">
                <a16:creationId xmlns:a16="http://schemas.microsoft.com/office/drawing/2014/main" id="{F20A6A6B-6F41-C4B5-3562-8BD7BB6DBE51}"/>
              </a:ext>
            </a:extLst>
          </p:cNvPr>
          <p:cNvSpPr/>
          <p:nvPr/>
        </p:nvSpPr>
        <p:spPr>
          <a:xfrm>
            <a:off x="11049000" y="8001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49" name="Rectangle 2748">
            <a:extLst>
              <a:ext uri="{FF2B5EF4-FFF2-40B4-BE49-F238E27FC236}">
                <a16:creationId xmlns:a16="http://schemas.microsoft.com/office/drawing/2014/main" id="{D588AFAF-4938-4B4C-2361-A27B21A2B062}"/>
              </a:ext>
            </a:extLst>
          </p:cNvPr>
          <p:cNvSpPr/>
          <p:nvPr/>
        </p:nvSpPr>
        <p:spPr>
          <a:xfrm>
            <a:off x="11201400" y="8001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50" name="Rectangle 2749">
            <a:extLst>
              <a:ext uri="{FF2B5EF4-FFF2-40B4-BE49-F238E27FC236}">
                <a16:creationId xmlns:a16="http://schemas.microsoft.com/office/drawing/2014/main" id="{A0E513E7-E293-3DB4-28E4-5993CA2923B2}"/>
              </a:ext>
            </a:extLst>
          </p:cNvPr>
          <p:cNvSpPr/>
          <p:nvPr/>
        </p:nvSpPr>
        <p:spPr>
          <a:xfrm>
            <a:off x="11353800" y="8001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51" name="Rectangle 2750">
            <a:extLst>
              <a:ext uri="{FF2B5EF4-FFF2-40B4-BE49-F238E27FC236}">
                <a16:creationId xmlns:a16="http://schemas.microsoft.com/office/drawing/2014/main" id="{928EF371-ABBE-71B8-0334-61633DE37FCB}"/>
              </a:ext>
            </a:extLst>
          </p:cNvPr>
          <p:cNvSpPr/>
          <p:nvPr/>
        </p:nvSpPr>
        <p:spPr>
          <a:xfrm>
            <a:off x="10287000" y="8001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52" name="Rectangle 2751">
            <a:extLst>
              <a:ext uri="{FF2B5EF4-FFF2-40B4-BE49-F238E27FC236}">
                <a16:creationId xmlns:a16="http://schemas.microsoft.com/office/drawing/2014/main" id="{CC265022-D2B8-1FEB-1F51-46370989EA8F}"/>
              </a:ext>
            </a:extLst>
          </p:cNvPr>
          <p:cNvSpPr/>
          <p:nvPr/>
        </p:nvSpPr>
        <p:spPr>
          <a:xfrm>
            <a:off x="10439400" y="9525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53" name="Rectangle 2752">
            <a:extLst>
              <a:ext uri="{FF2B5EF4-FFF2-40B4-BE49-F238E27FC236}">
                <a16:creationId xmlns:a16="http://schemas.microsoft.com/office/drawing/2014/main" id="{9EC59A0F-F52C-45EF-90A9-039643EA06A4}"/>
              </a:ext>
            </a:extLst>
          </p:cNvPr>
          <p:cNvSpPr/>
          <p:nvPr/>
        </p:nvSpPr>
        <p:spPr>
          <a:xfrm>
            <a:off x="10591800" y="9525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54" name="Rectangle 2753">
            <a:extLst>
              <a:ext uri="{FF2B5EF4-FFF2-40B4-BE49-F238E27FC236}">
                <a16:creationId xmlns:a16="http://schemas.microsoft.com/office/drawing/2014/main" id="{713BA5FE-555A-DBFE-35FD-CE5E5F7D0C55}"/>
              </a:ext>
            </a:extLst>
          </p:cNvPr>
          <p:cNvSpPr/>
          <p:nvPr/>
        </p:nvSpPr>
        <p:spPr>
          <a:xfrm>
            <a:off x="10744200" y="952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55" name="Rectangle 2754">
            <a:extLst>
              <a:ext uri="{FF2B5EF4-FFF2-40B4-BE49-F238E27FC236}">
                <a16:creationId xmlns:a16="http://schemas.microsoft.com/office/drawing/2014/main" id="{EE86958E-DCAC-00F0-FB3D-87AF3DF75494}"/>
              </a:ext>
            </a:extLst>
          </p:cNvPr>
          <p:cNvSpPr/>
          <p:nvPr/>
        </p:nvSpPr>
        <p:spPr>
          <a:xfrm>
            <a:off x="10896600" y="952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56" name="Rectangle 2755">
            <a:extLst>
              <a:ext uri="{FF2B5EF4-FFF2-40B4-BE49-F238E27FC236}">
                <a16:creationId xmlns:a16="http://schemas.microsoft.com/office/drawing/2014/main" id="{70A9F25C-6B7C-3ABE-A2A0-6BA0ED54B860}"/>
              </a:ext>
            </a:extLst>
          </p:cNvPr>
          <p:cNvSpPr/>
          <p:nvPr/>
        </p:nvSpPr>
        <p:spPr>
          <a:xfrm>
            <a:off x="11049000" y="9525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57" name="Rectangle 2756">
            <a:extLst>
              <a:ext uri="{FF2B5EF4-FFF2-40B4-BE49-F238E27FC236}">
                <a16:creationId xmlns:a16="http://schemas.microsoft.com/office/drawing/2014/main" id="{C7692788-9FB3-2832-1CF8-9186697807D9}"/>
              </a:ext>
            </a:extLst>
          </p:cNvPr>
          <p:cNvSpPr/>
          <p:nvPr/>
        </p:nvSpPr>
        <p:spPr>
          <a:xfrm>
            <a:off x="11201400" y="9525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58" name="Rectangle 2757">
            <a:extLst>
              <a:ext uri="{FF2B5EF4-FFF2-40B4-BE49-F238E27FC236}">
                <a16:creationId xmlns:a16="http://schemas.microsoft.com/office/drawing/2014/main" id="{64DF56AB-0C4B-256A-E8A4-2D76BD7FA46D}"/>
              </a:ext>
            </a:extLst>
          </p:cNvPr>
          <p:cNvSpPr/>
          <p:nvPr/>
        </p:nvSpPr>
        <p:spPr>
          <a:xfrm>
            <a:off x="11353800" y="9525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59" name="Rectangle 2758">
            <a:extLst>
              <a:ext uri="{FF2B5EF4-FFF2-40B4-BE49-F238E27FC236}">
                <a16:creationId xmlns:a16="http://schemas.microsoft.com/office/drawing/2014/main" id="{A5709C10-7CC5-F34D-F212-BBC79C78E0C6}"/>
              </a:ext>
            </a:extLst>
          </p:cNvPr>
          <p:cNvSpPr/>
          <p:nvPr/>
        </p:nvSpPr>
        <p:spPr>
          <a:xfrm>
            <a:off x="10287000" y="9525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60" name="Rectangle 2759">
            <a:extLst>
              <a:ext uri="{FF2B5EF4-FFF2-40B4-BE49-F238E27FC236}">
                <a16:creationId xmlns:a16="http://schemas.microsoft.com/office/drawing/2014/main" id="{4CB125EB-C730-6E51-0C58-17D33616CF62}"/>
              </a:ext>
            </a:extLst>
          </p:cNvPr>
          <p:cNvSpPr/>
          <p:nvPr/>
        </p:nvSpPr>
        <p:spPr>
          <a:xfrm>
            <a:off x="10439400" y="11049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61" name="Rectangle 2760">
            <a:extLst>
              <a:ext uri="{FF2B5EF4-FFF2-40B4-BE49-F238E27FC236}">
                <a16:creationId xmlns:a16="http://schemas.microsoft.com/office/drawing/2014/main" id="{922CFEAE-C949-D15F-D9CF-AED84FA24546}"/>
              </a:ext>
            </a:extLst>
          </p:cNvPr>
          <p:cNvSpPr/>
          <p:nvPr/>
        </p:nvSpPr>
        <p:spPr>
          <a:xfrm>
            <a:off x="10591800" y="11049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62" name="Rectangle 2761">
            <a:extLst>
              <a:ext uri="{FF2B5EF4-FFF2-40B4-BE49-F238E27FC236}">
                <a16:creationId xmlns:a16="http://schemas.microsoft.com/office/drawing/2014/main" id="{01AB5560-5882-48A0-A4EC-D174C48F7CAE}"/>
              </a:ext>
            </a:extLst>
          </p:cNvPr>
          <p:cNvSpPr/>
          <p:nvPr/>
        </p:nvSpPr>
        <p:spPr>
          <a:xfrm>
            <a:off x="10744200" y="11049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63" name="Rectangle 2762">
            <a:extLst>
              <a:ext uri="{FF2B5EF4-FFF2-40B4-BE49-F238E27FC236}">
                <a16:creationId xmlns:a16="http://schemas.microsoft.com/office/drawing/2014/main" id="{7516F60C-99D4-28A7-EB2F-381CD72AAABE}"/>
              </a:ext>
            </a:extLst>
          </p:cNvPr>
          <p:cNvSpPr/>
          <p:nvPr/>
        </p:nvSpPr>
        <p:spPr>
          <a:xfrm>
            <a:off x="10896600" y="11049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64" name="Rectangle 2763">
            <a:extLst>
              <a:ext uri="{FF2B5EF4-FFF2-40B4-BE49-F238E27FC236}">
                <a16:creationId xmlns:a16="http://schemas.microsoft.com/office/drawing/2014/main" id="{D75911EE-9471-7DB9-EF4E-8622EC388671}"/>
              </a:ext>
            </a:extLst>
          </p:cNvPr>
          <p:cNvSpPr/>
          <p:nvPr/>
        </p:nvSpPr>
        <p:spPr>
          <a:xfrm>
            <a:off x="11049000" y="11049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65" name="Rectangle 2764">
            <a:extLst>
              <a:ext uri="{FF2B5EF4-FFF2-40B4-BE49-F238E27FC236}">
                <a16:creationId xmlns:a16="http://schemas.microsoft.com/office/drawing/2014/main" id="{E41F553C-9BE5-996A-312C-ED532C155AB9}"/>
              </a:ext>
            </a:extLst>
          </p:cNvPr>
          <p:cNvSpPr/>
          <p:nvPr/>
        </p:nvSpPr>
        <p:spPr>
          <a:xfrm>
            <a:off x="11201400" y="11049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66" name="Rectangle 2765">
            <a:extLst>
              <a:ext uri="{FF2B5EF4-FFF2-40B4-BE49-F238E27FC236}">
                <a16:creationId xmlns:a16="http://schemas.microsoft.com/office/drawing/2014/main" id="{28D81686-4742-39D8-7153-3C38F3E11A2C}"/>
              </a:ext>
            </a:extLst>
          </p:cNvPr>
          <p:cNvSpPr/>
          <p:nvPr/>
        </p:nvSpPr>
        <p:spPr>
          <a:xfrm>
            <a:off x="11353800" y="11049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67" name="Rectangle 2766">
            <a:extLst>
              <a:ext uri="{FF2B5EF4-FFF2-40B4-BE49-F238E27FC236}">
                <a16:creationId xmlns:a16="http://schemas.microsoft.com/office/drawing/2014/main" id="{E5740540-7FC3-8A9F-9EEF-7351A65B26C5}"/>
              </a:ext>
            </a:extLst>
          </p:cNvPr>
          <p:cNvSpPr/>
          <p:nvPr/>
        </p:nvSpPr>
        <p:spPr>
          <a:xfrm>
            <a:off x="10287000" y="11049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68" name="Rectangle 2767">
            <a:extLst>
              <a:ext uri="{FF2B5EF4-FFF2-40B4-BE49-F238E27FC236}">
                <a16:creationId xmlns:a16="http://schemas.microsoft.com/office/drawing/2014/main" id="{E355420C-45C6-A7F7-E88E-A9F48A559BFD}"/>
              </a:ext>
            </a:extLst>
          </p:cNvPr>
          <p:cNvSpPr/>
          <p:nvPr/>
        </p:nvSpPr>
        <p:spPr>
          <a:xfrm>
            <a:off x="10439400" y="12573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69" name="Rectangle 2768">
            <a:extLst>
              <a:ext uri="{FF2B5EF4-FFF2-40B4-BE49-F238E27FC236}">
                <a16:creationId xmlns:a16="http://schemas.microsoft.com/office/drawing/2014/main" id="{13C04EF1-229A-D406-6365-31E5057B6E6D}"/>
              </a:ext>
            </a:extLst>
          </p:cNvPr>
          <p:cNvSpPr/>
          <p:nvPr/>
        </p:nvSpPr>
        <p:spPr>
          <a:xfrm>
            <a:off x="10591800" y="12573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70" name="Rectangle 2769">
            <a:extLst>
              <a:ext uri="{FF2B5EF4-FFF2-40B4-BE49-F238E27FC236}">
                <a16:creationId xmlns:a16="http://schemas.microsoft.com/office/drawing/2014/main" id="{A3F42F38-10E8-4DC0-AFF3-B8508A1E0A2F}"/>
              </a:ext>
            </a:extLst>
          </p:cNvPr>
          <p:cNvSpPr/>
          <p:nvPr/>
        </p:nvSpPr>
        <p:spPr>
          <a:xfrm>
            <a:off x="10744200" y="12573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71" name="Rectangle 2770">
            <a:extLst>
              <a:ext uri="{FF2B5EF4-FFF2-40B4-BE49-F238E27FC236}">
                <a16:creationId xmlns:a16="http://schemas.microsoft.com/office/drawing/2014/main" id="{C2324BA2-A128-FC38-75C6-4E56163F2D08}"/>
              </a:ext>
            </a:extLst>
          </p:cNvPr>
          <p:cNvSpPr/>
          <p:nvPr/>
        </p:nvSpPr>
        <p:spPr>
          <a:xfrm>
            <a:off x="10896600" y="12573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72" name="Rectangle 2771">
            <a:extLst>
              <a:ext uri="{FF2B5EF4-FFF2-40B4-BE49-F238E27FC236}">
                <a16:creationId xmlns:a16="http://schemas.microsoft.com/office/drawing/2014/main" id="{33223BB6-A711-D08A-674C-3AB2E777EF40}"/>
              </a:ext>
            </a:extLst>
          </p:cNvPr>
          <p:cNvSpPr/>
          <p:nvPr/>
        </p:nvSpPr>
        <p:spPr>
          <a:xfrm>
            <a:off x="11049000" y="12573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73" name="Rectangle 2772">
            <a:extLst>
              <a:ext uri="{FF2B5EF4-FFF2-40B4-BE49-F238E27FC236}">
                <a16:creationId xmlns:a16="http://schemas.microsoft.com/office/drawing/2014/main" id="{9CA20B20-6B04-E0A3-69D1-AD7916B72AF5}"/>
              </a:ext>
            </a:extLst>
          </p:cNvPr>
          <p:cNvSpPr/>
          <p:nvPr/>
        </p:nvSpPr>
        <p:spPr>
          <a:xfrm>
            <a:off x="11201400" y="12573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74" name="Rectangle 2773">
            <a:extLst>
              <a:ext uri="{FF2B5EF4-FFF2-40B4-BE49-F238E27FC236}">
                <a16:creationId xmlns:a16="http://schemas.microsoft.com/office/drawing/2014/main" id="{4BE3F8C4-FA77-8399-2131-EB0A152B52C8}"/>
              </a:ext>
            </a:extLst>
          </p:cNvPr>
          <p:cNvSpPr/>
          <p:nvPr/>
        </p:nvSpPr>
        <p:spPr>
          <a:xfrm>
            <a:off x="11353800" y="12573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75" name="Rectangle 2774">
            <a:extLst>
              <a:ext uri="{FF2B5EF4-FFF2-40B4-BE49-F238E27FC236}">
                <a16:creationId xmlns:a16="http://schemas.microsoft.com/office/drawing/2014/main" id="{916CA435-236B-9BB2-B587-5827CEB3BE7A}"/>
              </a:ext>
            </a:extLst>
          </p:cNvPr>
          <p:cNvSpPr/>
          <p:nvPr/>
        </p:nvSpPr>
        <p:spPr>
          <a:xfrm>
            <a:off x="10287000" y="12573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76" name="Rectangle 2775">
            <a:extLst>
              <a:ext uri="{FF2B5EF4-FFF2-40B4-BE49-F238E27FC236}">
                <a16:creationId xmlns:a16="http://schemas.microsoft.com/office/drawing/2014/main" id="{CC0A23B4-8DF4-34AA-22A6-B92E1B97D8AA}"/>
              </a:ext>
            </a:extLst>
          </p:cNvPr>
          <p:cNvSpPr/>
          <p:nvPr/>
        </p:nvSpPr>
        <p:spPr>
          <a:xfrm>
            <a:off x="10439400" y="14097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77" name="Rectangle 2776">
            <a:extLst>
              <a:ext uri="{FF2B5EF4-FFF2-40B4-BE49-F238E27FC236}">
                <a16:creationId xmlns:a16="http://schemas.microsoft.com/office/drawing/2014/main" id="{1634F68B-EB45-619D-2DDD-E9D1E3C85424}"/>
              </a:ext>
            </a:extLst>
          </p:cNvPr>
          <p:cNvSpPr/>
          <p:nvPr/>
        </p:nvSpPr>
        <p:spPr>
          <a:xfrm>
            <a:off x="10591800" y="14097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78" name="Rectangle 2777">
            <a:extLst>
              <a:ext uri="{FF2B5EF4-FFF2-40B4-BE49-F238E27FC236}">
                <a16:creationId xmlns:a16="http://schemas.microsoft.com/office/drawing/2014/main" id="{D127C1DA-5056-9B30-B7A5-A2061B7B6964}"/>
              </a:ext>
            </a:extLst>
          </p:cNvPr>
          <p:cNvSpPr/>
          <p:nvPr/>
        </p:nvSpPr>
        <p:spPr>
          <a:xfrm>
            <a:off x="10744200" y="14097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79" name="Rectangle 2778">
            <a:extLst>
              <a:ext uri="{FF2B5EF4-FFF2-40B4-BE49-F238E27FC236}">
                <a16:creationId xmlns:a16="http://schemas.microsoft.com/office/drawing/2014/main" id="{F11B41A3-6BA2-4A6A-9E5D-7A23CFE82621}"/>
              </a:ext>
            </a:extLst>
          </p:cNvPr>
          <p:cNvSpPr/>
          <p:nvPr/>
        </p:nvSpPr>
        <p:spPr>
          <a:xfrm>
            <a:off x="10896600" y="14097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80" name="Rectangle 2779">
            <a:extLst>
              <a:ext uri="{FF2B5EF4-FFF2-40B4-BE49-F238E27FC236}">
                <a16:creationId xmlns:a16="http://schemas.microsoft.com/office/drawing/2014/main" id="{F2837CB0-FADB-0B6C-914E-A30EC85707ED}"/>
              </a:ext>
            </a:extLst>
          </p:cNvPr>
          <p:cNvSpPr/>
          <p:nvPr/>
        </p:nvSpPr>
        <p:spPr>
          <a:xfrm>
            <a:off x="11049000" y="14097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81" name="Rectangle 2780">
            <a:extLst>
              <a:ext uri="{FF2B5EF4-FFF2-40B4-BE49-F238E27FC236}">
                <a16:creationId xmlns:a16="http://schemas.microsoft.com/office/drawing/2014/main" id="{ACD70881-A21A-287D-30FA-341FB0F16540}"/>
              </a:ext>
            </a:extLst>
          </p:cNvPr>
          <p:cNvSpPr/>
          <p:nvPr/>
        </p:nvSpPr>
        <p:spPr>
          <a:xfrm>
            <a:off x="11201400" y="14097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82" name="Rectangle 2781">
            <a:extLst>
              <a:ext uri="{FF2B5EF4-FFF2-40B4-BE49-F238E27FC236}">
                <a16:creationId xmlns:a16="http://schemas.microsoft.com/office/drawing/2014/main" id="{3A0E9FE6-38C1-7577-7321-E495B37D47BE}"/>
              </a:ext>
            </a:extLst>
          </p:cNvPr>
          <p:cNvSpPr/>
          <p:nvPr/>
        </p:nvSpPr>
        <p:spPr>
          <a:xfrm>
            <a:off x="11353800" y="14097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83" name="Rectangle 2782">
            <a:extLst>
              <a:ext uri="{FF2B5EF4-FFF2-40B4-BE49-F238E27FC236}">
                <a16:creationId xmlns:a16="http://schemas.microsoft.com/office/drawing/2014/main" id="{9CD3B591-307C-153E-5E34-97EF052BA742}"/>
              </a:ext>
            </a:extLst>
          </p:cNvPr>
          <p:cNvSpPr/>
          <p:nvPr/>
        </p:nvSpPr>
        <p:spPr>
          <a:xfrm>
            <a:off x="10287000" y="1409700"/>
            <a:ext cx="76200" cy="76200"/>
          </a:xfrm>
          <a:prstGeom prst="rect">
            <a:avLst/>
          </a:prstGeom>
          <a:solidFill>
            <a:srgbClr val="0091BD">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84" name="Rectangle 2783">
            <a:extLst>
              <a:ext uri="{FF2B5EF4-FFF2-40B4-BE49-F238E27FC236}">
                <a16:creationId xmlns:a16="http://schemas.microsoft.com/office/drawing/2014/main" id="{E67429B8-0032-DAAD-5EE4-D09811419D6C}"/>
              </a:ext>
            </a:extLst>
          </p:cNvPr>
          <p:cNvSpPr/>
          <p:nvPr/>
        </p:nvSpPr>
        <p:spPr>
          <a:xfrm>
            <a:off x="9220200" y="1562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85" name="Rectangle 2784">
            <a:extLst>
              <a:ext uri="{FF2B5EF4-FFF2-40B4-BE49-F238E27FC236}">
                <a16:creationId xmlns:a16="http://schemas.microsoft.com/office/drawing/2014/main" id="{9C5EF46C-854F-ED66-E65F-E6CB417576D6}"/>
              </a:ext>
            </a:extLst>
          </p:cNvPr>
          <p:cNvSpPr/>
          <p:nvPr/>
        </p:nvSpPr>
        <p:spPr>
          <a:xfrm>
            <a:off x="9372600" y="1562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86" name="Rectangle 2785">
            <a:extLst>
              <a:ext uri="{FF2B5EF4-FFF2-40B4-BE49-F238E27FC236}">
                <a16:creationId xmlns:a16="http://schemas.microsoft.com/office/drawing/2014/main" id="{4B9ABED3-F8F6-2F8B-D286-9CFE802FB971}"/>
              </a:ext>
            </a:extLst>
          </p:cNvPr>
          <p:cNvSpPr/>
          <p:nvPr/>
        </p:nvSpPr>
        <p:spPr>
          <a:xfrm>
            <a:off x="9525000" y="1562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87" name="Rectangle 2786">
            <a:extLst>
              <a:ext uri="{FF2B5EF4-FFF2-40B4-BE49-F238E27FC236}">
                <a16:creationId xmlns:a16="http://schemas.microsoft.com/office/drawing/2014/main" id="{C08C0D1A-8F4A-8FE3-D820-515E093FE1F0}"/>
              </a:ext>
            </a:extLst>
          </p:cNvPr>
          <p:cNvSpPr/>
          <p:nvPr/>
        </p:nvSpPr>
        <p:spPr>
          <a:xfrm>
            <a:off x="9677400" y="1562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88" name="Rectangle 2787">
            <a:extLst>
              <a:ext uri="{FF2B5EF4-FFF2-40B4-BE49-F238E27FC236}">
                <a16:creationId xmlns:a16="http://schemas.microsoft.com/office/drawing/2014/main" id="{6D25A1EB-38CA-B1E2-4824-F7C9655F045B}"/>
              </a:ext>
            </a:extLst>
          </p:cNvPr>
          <p:cNvSpPr/>
          <p:nvPr/>
        </p:nvSpPr>
        <p:spPr>
          <a:xfrm>
            <a:off x="9829800" y="1562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89" name="Rectangle 2788">
            <a:extLst>
              <a:ext uri="{FF2B5EF4-FFF2-40B4-BE49-F238E27FC236}">
                <a16:creationId xmlns:a16="http://schemas.microsoft.com/office/drawing/2014/main" id="{49D7E0DB-2495-446C-627C-7D5417A0B351}"/>
              </a:ext>
            </a:extLst>
          </p:cNvPr>
          <p:cNvSpPr/>
          <p:nvPr/>
        </p:nvSpPr>
        <p:spPr>
          <a:xfrm>
            <a:off x="9982200" y="1562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90" name="Rectangle 2789">
            <a:extLst>
              <a:ext uri="{FF2B5EF4-FFF2-40B4-BE49-F238E27FC236}">
                <a16:creationId xmlns:a16="http://schemas.microsoft.com/office/drawing/2014/main" id="{73FCACCC-55A9-2200-B6C3-1A9C7EE6A069}"/>
              </a:ext>
            </a:extLst>
          </p:cNvPr>
          <p:cNvSpPr/>
          <p:nvPr/>
        </p:nvSpPr>
        <p:spPr>
          <a:xfrm>
            <a:off x="10134600" y="1562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91" name="Rectangle 2790">
            <a:extLst>
              <a:ext uri="{FF2B5EF4-FFF2-40B4-BE49-F238E27FC236}">
                <a16:creationId xmlns:a16="http://schemas.microsoft.com/office/drawing/2014/main" id="{815B3CD4-0D68-081B-662A-228B9BAD0AA5}"/>
              </a:ext>
            </a:extLst>
          </p:cNvPr>
          <p:cNvSpPr/>
          <p:nvPr/>
        </p:nvSpPr>
        <p:spPr>
          <a:xfrm>
            <a:off x="9067800" y="1562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92" name="Rectangle 2791">
            <a:extLst>
              <a:ext uri="{FF2B5EF4-FFF2-40B4-BE49-F238E27FC236}">
                <a16:creationId xmlns:a16="http://schemas.microsoft.com/office/drawing/2014/main" id="{10C17D7B-B457-2C13-B360-49ED8EFE8042}"/>
              </a:ext>
            </a:extLst>
          </p:cNvPr>
          <p:cNvSpPr/>
          <p:nvPr/>
        </p:nvSpPr>
        <p:spPr>
          <a:xfrm>
            <a:off x="9220200" y="17145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93" name="Rectangle 2792">
            <a:extLst>
              <a:ext uri="{FF2B5EF4-FFF2-40B4-BE49-F238E27FC236}">
                <a16:creationId xmlns:a16="http://schemas.microsoft.com/office/drawing/2014/main" id="{197D92F6-3C09-575D-90E0-AC5F7C38DD63}"/>
              </a:ext>
            </a:extLst>
          </p:cNvPr>
          <p:cNvSpPr/>
          <p:nvPr/>
        </p:nvSpPr>
        <p:spPr>
          <a:xfrm>
            <a:off x="9372600" y="1714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94" name="Rectangle 2793">
            <a:extLst>
              <a:ext uri="{FF2B5EF4-FFF2-40B4-BE49-F238E27FC236}">
                <a16:creationId xmlns:a16="http://schemas.microsoft.com/office/drawing/2014/main" id="{278DC702-DBD9-0BA2-507A-49C1C04E3E06}"/>
              </a:ext>
            </a:extLst>
          </p:cNvPr>
          <p:cNvSpPr/>
          <p:nvPr/>
        </p:nvSpPr>
        <p:spPr>
          <a:xfrm>
            <a:off x="9525000" y="1714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95" name="Rectangle 2794">
            <a:extLst>
              <a:ext uri="{FF2B5EF4-FFF2-40B4-BE49-F238E27FC236}">
                <a16:creationId xmlns:a16="http://schemas.microsoft.com/office/drawing/2014/main" id="{8109B0AF-957E-FA19-A13B-47068C01DE6D}"/>
              </a:ext>
            </a:extLst>
          </p:cNvPr>
          <p:cNvSpPr/>
          <p:nvPr/>
        </p:nvSpPr>
        <p:spPr>
          <a:xfrm>
            <a:off x="9677400" y="1714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96" name="Rectangle 2795">
            <a:extLst>
              <a:ext uri="{FF2B5EF4-FFF2-40B4-BE49-F238E27FC236}">
                <a16:creationId xmlns:a16="http://schemas.microsoft.com/office/drawing/2014/main" id="{BEEBC3AC-A316-8B7F-1E6F-F02B7D85D422}"/>
              </a:ext>
            </a:extLst>
          </p:cNvPr>
          <p:cNvSpPr/>
          <p:nvPr/>
        </p:nvSpPr>
        <p:spPr>
          <a:xfrm>
            <a:off x="9829800" y="1714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97" name="Rectangle 2796">
            <a:extLst>
              <a:ext uri="{FF2B5EF4-FFF2-40B4-BE49-F238E27FC236}">
                <a16:creationId xmlns:a16="http://schemas.microsoft.com/office/drawing/2014/main" id="{26855ABC-532F-762F-A3C5-F07907AD7A62}"/>
              </a:ext>
            </a:extLst>
          </p:cNvPr>
          <p:cNvSpPr/>
          <p:nvPr/>
        </p:nvSpPr>
        <p:spPr>
          <a:xfrm>
            <a:off x="9982200" y="17145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98" name="Rectangle 2797">
            <a:extLst>
              <a:ext uri="{FF2B5EF4-FFF2-40B4-BE49-F238E27FC236}">
                <a16:creationId xmlns:a16="http://schemas.microsoft.com/office/drawing/2014/main" id="{647D303A-D5E2-BD36-9174-37652B8557D7}"/>
              </a:ext>
            </a:extLst>
          </p:cNvPr>
          <p:cNvSpPr/>
          <p:nvPr/>
        </p:nvSpPr>
        <p:spPr>
          <a:xfrm>
            <a:off x="10134600" y="1714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799" name="Rectangle 2798">
            <a:extLst>
              <a:ext uri="{FF2B5EF4-FFF2-40B4-BE49-F238E27FC236}">
                <a16:creationId xmlns:a16="http://schemas.microsoft.com/office/drawing/2014/main" id="{D17E0526-6DC0-5B4C-DEC3-974BD5460508}"/>
              </a:ext>
            </a:extLst>
          </p:cNvPr>
          <p:cNvSpPr/>
          <p:nvPr/>
        </p:nvSpPr>
        <p:spPr>
          <a:xfrm>
            <a:off x="9067800" y="1714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00" name="Rectangle 2799">
            <a:extLst>
              <a:ext uri="{FF2B5EF4-FFF2-40B4-BE49-F238E27FC236}">
                <a16:creationId xmlns:a16="http://schemas.microsoft.com/office/drawing/2014/main" id="{10C6583E-258C-BFEE-78E9-0A5D5A4B99A7}"/>
              </a:ext>
            </a:extLst>
          </p:cNvPr>
          <p:cNvSpPr/>
          <p:nvPr/>
        </p:nvSpPr>
        <p:spPr>
          <a:xfrm>
            <a:off x="9220200" y="18669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01" name="Rectangle 2800">
            <a:extLst>
              <a:ext uri="{FF2B5EF4-FFF2-40B4-BE49-F238E27FC236}">
                <a16:creationId xmlns:a16="http://schemas.microsoft.com/office/drawing/2014/main" id="{26718CC7-7DA0-2EA6-1D39-F3181AADD132}"/>
              </a:ext>
            </a:extLst>
          </p:cNvPr>
          <p:cNvSpPr/>
          <p:nvPr/>
        </p:nvSpPr>
        <p:spPr>
          <a:xfrm>
            <a:off x="9372600" y="18669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02" name="Rectangle 2801">
            <a:extLst>
              <a:ext uri="{FF2B5EF4-FFF2-40B4-BE49-F238E27FC236}">
                <a16:creationId xmlns:a16="http://schemas.microsoft.com/office/drawing/2014/main" id="{BBB6BFD4-7BAB-0AE2-F2B1-DB23EBB31A6C}"/>
              </a:ext>
            </a:extLst>
          </p:cNvPr>
          <p:cNvSpPr/>
          <p:nvPr/>
        </p:nvSpPr>
        <p:spPr>
          <a:xfrm>
            <a:off x="9525000" y="18669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03" name="Rectangle 2802">
            <a:extLst>
              <a:ext uri="{FF2B5EF4-FFF2-40B4-BE49-F238E27FC236}">
                <a16:creationId xmlns:a16="http://schemas.microsoft.com/office/drawing/2014/main" id="{EACF5BD9-5AE2-6F4A-0402-39D88F6366E3}"/>
              </a:ext>
            </a:extLst>
          </p:cNvPr>
          <p:cNvSpPr/>
          <p:nvPr/>
        </p:nvSpPr>
        <p:spPr>
          <a:xfrm>
            <a:off x="9677400" y="18669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04" name="Rectangle 2803">
            <a:extLst>
              <a:ext uri="{FF2B5EF4-FFF2-40B4-BE49-F238E27FC236}">
                <a16:creationId xmlns:a16="http://schemas.microsoft.com/office/drawing/2014/main" id="{427C74C6-FAD8-F0CC-696A-FE1E548309FB}"/>
              </a:ext>
            </a:extLst>
          </p:cNvPr>
          <p:cNvSpPr/>
          <p:nvPr/>
        </p:nvSpPr>
        <p:spPr>
          <a:xfrm>
            <a:off x="9829800" y="18669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05" name="Rectangle 2804">
            <a:extLst>
              <a:ext uri="{FF2B5EF4-FFF2-40B4-BE49-F238E27FC236}">
                <a16:creationId xmlns:a16="http://schemas.microsoft.com/office/drawing/2014/main" id="{97D9D0D5-F313-EED8-ECC4-4029475A4C1D}"/>
              </a:ext>
            </a:extLst>
          </p:cNvPr>
          <p:cNvSpPr/>
          <p:nvPr/>
        </p:nvSpPr>
        <p:spPr>
          <a:xfrm>
            <a:off x="9982200" y="18669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06" name="Rectangle 2805">
            <a:extLst>
              <a:ext uri="{FF2B5EF4-FFF2-40B4-BE49-F238E27FC236}">
                <a16:creationId xmlns:a16="http://schemas.microsoft.com/office/drawing/2014/main" id="{DBB35EB9-9008-4FF5-9455-29F6FD5594FD}"/>
              </a:ext>
            </a:extLst>
          </p:cNvPr>
          <p:cNvSpPr/>
          <p:nvPr/>
        </p:nvSpPr>
        <p:spPr>
          <a:xfrm>
            <a:off x="10134600" y="18669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07" name="Rectangle 2806">
            <a:extLst>
              <a:ext uri="{FF2B5EF4-FFF2-40B4-BE49-F238E27FC236}">
                <a16:creationId xmlns:a16="http://schemas.microsoft.com/office/drawing/2014/main" id="{278E9034-B8C3-7A18-6A57-5FBC38E57605}"/>
              </a:ext>
            </a:extLst>
          </p:cNvPr>
          <p:cNvSpPr/>
          <p:nvPr/>
        </p:nvSpPr>
        <p:spPr>
          <a:xfrm>
            <a:off x="9067800" y="18669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08" name="Rectangle 2807">
            <a:extLst>
              <a:ext uri="{FF2B5EF4-FFF2-40B4-BE49-F238E27FC236}">
                <a16:creationId xmlns:a16="http://schemas.microsoft.com/office/drawing/2014/main" id="{71BBCC10-7F65-472F-5846-6EFE5BAB11F9}"/>
              </a:ext>
            </a:extLst>
          </p:cNvPr>
          <p:cNvSpPr/>
          <p:nvPr/>
        </p:nvSpPr>
        <p:spPr>
          <a:xfrm>
            <a:off x="9220200" y="20193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09" name="Rectangle 2808">
            <a:extLst>
              <a:ext uri="{FF2B5EF4-FFF2-40B4-BE49-F238E27FC236}">
                <a16:creationId xmlns:a16="http://schemas.microsoft.com/office/drawing/2014/main" id="{50DDAD41-DA81-87D0-886A-98FB684F7B4F}"/>
              </a:ext>
            </a:extLst>
          </p:cNvPr>
          <p:cNvSpPr/>
          <p:nvPr/>
        </p:nvSpPr>
        <p:spPr>
          <a:xfrm>
            <a:off x="9372600" y="20193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10" name="Rectangle 2809">
            <a:extLst>
              <a:ext uri="{FF2B5EF4-FFF2-40B4-BE49-F238E27FC236}">
                <a16:creationId xmlns:a16="http://schemas.microsoft.com/office/drawing/2014/main" id="{16955B11-6E00-B3B4-5108-4EA5E87E05C8}"/>
              </a:ext>
            </a:extLst>
          </p:cNvPr>
          <p:cNvSpPr/>
          <p:nvPr/>
        </p:nvSpPr>
        <p:spPr>
          <a:xfrm>
            <a:off x="9525000" y="20193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11" name="Rectangle 2810">
            <a:extLst>
              <a:ext uri="{FF2B5EF4-FFF2-40B4-BE49-F238E27FC236}">
                <a16:creationId xmlns:a16="http://schemas.microsoft.com/office/drawing/2014/main" id="{6D9FE2B6-6379-4AF4-8586-F8B2C72A7858}"/>
              </a:ext>
            </a:extLst>
          </p:cNvPr>
          <p:cNvSpPr/>
          <p:nvPr/>
        </p:nvSpPr>
        <p:spPr>
          <a:xfrm>
            <a:off x="9677400" y="20193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12" name="Rectangle 2811">
            <a:extLst>
              <a:ext uri="{FF2B5EF4-FFF2-40B4-BE49-F238E27FC236}">
                <a16:creationId xmlns:a16="http://schemas.microsoft.com/office/drawing/2014/main" id="{38EE78B6-B7D1-2321-3239-F0F2AF47E61B}"/>
              </a:ext>
            </a:extLst>
          </p:cNvPr>
          <p:cNvSpPr/>
          <p:nvPr/>
        </p:nvSpPr>
        <p:spPr>
          <a:xfrm>
            <a:off x="9829800" y="20193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13" name="Rectangle 2812">
            <a:extLst>
              <a:ext uri="{FF2B5EF4-FFF2-40B4-BE49-F238E27FC236}">
                <a16:creationId xmlns:a16="http://schemas.microsoft.com/office/drawing/2014/main" id="{629C00EC-8C24-D3DA-9583-72BE2BFA92A9}"/>
              </a:ext>
            </a:extLst>
          </p:cNvPr>
          <p:cNvSpPr/>
          <p:nvPr/>
        </p:nvSpPr>
        <p:spPr>
          <a:xfrm>
            <a:off x="9982200" y="20193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14" name="Rectangle 2813">
            <a:extLst>
              <a:ext uri="{FF2B5EF4-FFF2-40B4-BE49-F238E27FC236}">
                <a16:creationId xmlns:a16="http://schemas.microsoft.com/office/drawing/2014/main" id="{EFAA17F0-DC25-8FEE-73E3-E852A96F0B81}"/>
              </a:ext>
            </a:extLst>
          </p:cNvPr>
          <p:cNvSpPr/>
          <p:nvPr/>
        </p:nvSpPr>
        <p:spPr>
          <a:xfrm>
            <a:off x="10134600" y="20193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15" name="Rectangle 2814">
            <a:extLst>
              <a:ext uri="{FF2B5EF4-FFF2-40B4-BE49-F238E27FC236}">
                <a16:creationId xmlns:a16="http://schemas.microsoft.com/office/drawing/2014/main" id="{CC60BAF1-65F1-A19C-9FCB-8DBA8364E832}"/>
              </a:ext>
            </a:extLst>
          </p:cNvPr>
          <p:cNvSpPr/>
          <p:nvPr/>
        </p:nvSpPr>
        <p:spPr>
          <a:xfrm>
            <a:off x="9067800" y="20193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16" name="Rectangle 2815">
            <a:extLst>
              <a:ext uri="{FF2B5EF4-FFF2-40B4-BE49-F238E27FC236}">
                <a16:creationId xmlns:a16="http://schemas.microsoft.com/office/drawing/2014/main" id="{2825D503-2EEF-26CA-A373-54794053CAE7}"/>
              </a:ext>
            </a:extLst>
          </p:cNvPr>
          <p:cNvSpPr/>
          <p:nvPr/>
        </p:nvSpPr>
        <p:spPr>
          <a:xfrm>
            <a:off x="9220200" y="21717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17" name="Rectangle 2816">
            <a:extLst>
              <a:ext uri="{FF2B5EF4-FFF2-40B4-BE49-F238E27FC236}">
                <a16:creationId xmlns:a16="http://schemas.microsoft.com/office/drawing/2014/main" id="{4E5D145F-AA27-A5FF-F885-809EFCD5FFC2}"/>
              </a:ext>
            </a:extLst>
          </p:cNvPr>
          <p:cNvSpPr/>
          <p:nvPr/>
        </p:nvSpPr>
        <p:spPr>
          <a:xfrm>
            <a:off x="9372600" y="21717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18" name="Rectangle 2817">
            <a:extLst>
              <a:ext uri="{FF2B5EF4-FFF2-40B4-BE49-F238E27FC236}">
                <a16:creationId xmlns:a16="http://schemas.microsoft.com/office/drawing/2014/main" id="{0880E899-B3AB-1B23-AC47-AF0013FE584E}"/>
              </a:ext>
            </a:extLst>
          </p:cNvPr>
          <p:cNvSpPr/>
          <p:nvPr/>
        </p:nvSpPr>
        <p:spPr>
          <a:xfrm>
            <a:off x="9525000" y="21717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19" name="Rectangle 2818">
            <a:extLst>
              <a:ext uri="{FF2B5EF4-FFF2-40B4-BE49-F238E27FC236}">
                <a16:creationId xmlns:a16="http://schemas.microsoft.com/office/drawing/2014/main" id="{17F4EA26-1EE4-FCF3-7D7C-28D2C670801F}"/>
              </a:ext>
            </a:extLst>
          </p:cNvPr>
          <p:cNvSpPr/>
          <p:nvPr/>
        </p:nvSpPr>
        <p:spPr>
          <a:xfrm>
            <a:off x="9677400" y="21717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20" name="Rectangle 2819">
            <a:extLst>
              <a:ext uri="{FF2B5EF4-FFF2-40B4-BE49-F238E27FC236}">
                <a16:creationId xmlns:a16="http://schemas.microsoft.com/office/drawing/2014/main" id="{D4436C37-8EC1-A217-8560-2CB04AC5047F}"/>
              </a:ext>
            </a:extLst>
          </p:cNvPr>
          <p:cNvSpPr/>
          <p:nvPr/>
        </p:nvSpPr>
        <p:spPr>
          <a:xfrm>
            <a:off x="9829800" y="21717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21" name="Rectangle 2820">
            <a:extLst>
              <a:ext uri="{FF2B5EF4-FFF2-40B4-BE49-F238E27FC236}">
                <a16:creationId xmlns:a16="http://schemas.microsoft.com/office/drawing/2014/main" id="{8F1D9407-8A39-F900-23E3-E6E8D21A10EE}"/>
              </a:ext>
            </a:extLst>
          </p:cNvPr>
          <p:cNvSpPr/>
          <p:nvPr/>
        </p:nvSpPr>
        <p:spPr>
          <a:xfrm>
            <a:off x="9982200" y="21717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22" name="Rectangle 2821">
            <a:extLst>
              <a:ext uri="{FF2B5EF4-FFF2-40B4-BE49-F238E27FC236}">
                <a16:creationId xmlns:a16="http://schemas.microsoft.com/office/drawing/2014/main" id="{7E2403EB-73AD-5403-296A-2D3D13B6287F}"/>
              </a:ext>
            </a:extLst>
          </p:cNvPr>
          <p:cNvSpPr/>
          <p:nvPr/>
        </p:nvSpPr>
        <p:spPr>
          <a:xfrm>
            <a:off x="10134600" y="21717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23" name="Rectangle 2822">
            <a:extLst>
              <a:ext uri="{FF2B5EF4-FFF2-40B4-BE49-F238E27FC236}">
                <a16:creationId xmlns:a16="http://schemas.microsoft.com/office/drawing/2014/main" id="{1982E913-A9C0-168C-6B04-652397242CF8}"/>
              </a:ext>
            </a:extLst>
          </p:cNvPr>
          <p:cNvSpPr/>
          <p:nvPr/>
        </p:nvSpPr>
        <p:spPr>
          <a:xfrm>
            <a:off x="9067800" y="21717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24" name="Rectangle 2823">
            <a:extLst>
              <a:ext uri="{FF2B5EF4-FFF2-40B4-BE49-F238E27FC236}">
                <a16:creationId xmlns:a16="http://schemas.microsoft.com/office/drawing/2014/main" id="{375D474F-6ADA-EF6F-B13A-660942A2B809}"/>
              </a:ext>
            </a:extLst>
          </p:cNvPr>
          <p:cNvSpPr/>
          <p:nvPr/>
        </p:nvSpPr>
        <p:spPr>
          <a:xfrm>
            <a:off x="9220200" y="2324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25" name="Rectangle 2824">
            <a:extLst>
              <a:ext uri="{FF2B5EF4-FFF2-40B4-BE49-F238E27FC236}">
                <a16:creationId xmlns:a16="http://schemas.microsoft.com/office/drawing/2014/main" id="{29024295-3F9B-95A5-68C4-B154119B0873}"/>
              </a:ext>
            </a:extLst>
          </p:cNvPr>
          <p:cNvSpPr/>
          <p:nvPr/>
        </p:nvSpPr>
        <p:spPr>
          <a:xfrm>
            <a:off x="9372600" y="23241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26" name="Rectangle 2825">
            <a:extLst>
              <a:ext uri="{FF2B5EF4-FFF2-40B4-BE49-F238E27FC236}">
                <a16:creationId xmlns:a16="http://schemas.microsoft.com/office/drawing/2014/main" id="{F40ECE2B-D3CA-D55C-B788-C910FB9DD325}"/>
              </a:ext>
            </a:extLst>
          </p:cNvPr>
          <p:cNvSpPr/>
          <p:nvPr/>
        </p:nvSpPr>
        <p:spPr>
          <a:xfrm>
            <a:off x="9525000" y="2324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27" name="Rectangle 2826">
            <a:extLst>
              <a:ext uri="{FF2B5EF4-FFF2-40B4-BE49-F238E27FC236}">
                <a16:creationId xmlns:a16="http://schemas.microsoft.com/office/drawing/2014/main" id="{AF5608E2-3665-4132-5A3F-D246B6468617}"/>
              </a:ext>
            </a:extLst>
          </p:cNvPr>
          <p:cNvSpPr/>
          <p:nvPr/>
        </p:nvSpPr>
        <p:spPr>
          <a:xfrm>
            <a:off x="9677400" y="2324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28" name="Rectangle 2827">
            <a:extLst>
              <a:ext uri="{FF2B5EF4-FFF2-40B4-BE49-F238E27FC236}">
                <a16:creationId xmlns:a16="http://schemas.microsoft.com/office/drawing/2014/main" id="{E4213A7F-4DCE-8109-C419-1667C8D6887E}"/>
              </a:ext>
            </a:extLst>
          </p:cNvPr>
          <p:cNvSpPr/>
          <p:nvPr/>
        </p:nvSpPr>
        <p:spPr>
          <a:xfrm>
            <a:off x="9829800" y="23241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29" name="Rectangle 2828">
            <a:extLst>
              <a:ext uri="{FF2B5EF4-FFF2-40B4-BE49-F238E27FC236}">
                <a16:creationId xmlns:a16="http://schemas.microsoft.com/office/drawing/2014/main" id="{7D2F1072-4DD2-F31F-5426-31E35A8BD069}"/>
              </a:ext>
            </a:extLst>
          </p:cNvPr>
          <p:cNvSpPr/>
          <p:nvPr/>
        </p:nvSpPr>
        <p:spPr>
          <a:xfrm>
            <a:off x="9982200" y="2324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30" name="Rectangle 2829">
            <a:extLst>
              <a:ext uri="{FF2B5EF4-FFF2-40B4-BE49-F238E27FC236}">
                <a16:creationId xmlns:a16="http://schemas.microsoft.com/office/drawing/2014/main" id="{C5CA1113-4ED2-891C-22F7-589686ECFCFE}"/>
              </a:ext>
            </a:extLst>
          </p:cNvPr>
          <p:cNvSpPr/>
          <p:nvPr/>
        </p:nvSpPr>
        <p:spPr>
          <a:xfrm>
            <a:off x="10134600" y="2324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31" name="Rectangle 2830">
            <a:extLst>
              <a:ext uri="{FF2B5EF4-FFF2-40B4-BE49-F238E27FC236}">
                <a16:creationId xmlns:a16="http://schemas.microsoft.com/office/drawing/2014/main" id="{0C518D30-98CF-C38B-92F5-589149C9978B}"/>
              </a:ext>
            </a:extLst>
          </p:cNvPr>
          <p:cNvSpPr/>
          <p:nvPr/>
        </p:nvSpPr>
        <p:spPr>
          <a:xfrm>
            <a:off x="9067800" y="2324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32" name="Rectangle 2831">
            <a:extLst>
              <a:ext uri="{FF2B5EF4-FFF2-40B4-BE49-F238E27FC236}">
                <a16:creationId xmlns:a16="http://schemas.microsoft.com/office/drawing/2014/main" id="{8DB51262-2D18-0C8D-1DF1-14E66ECDBB68}"/>
              </a:ext>
            </a:extLst>
          </p:cNvPr>
          <p:cNvSpPr/>
          <p:nvPr/>
        </p:nvSpPr>
        <p:spPr>
          <a:xfrm>
            <a:off x="9220200" y="24765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33" name="Rectangle 2832">
            <a:extLst>
              <a:ext uri="{FF2B5EF4-FFF2-40B4-BE49-F238E27FC236}">
                <a16:creationId xmlns:a16="http://schemas.microsoft.com/office/drawing/2014/main" id="{6DFBD14D-4E3F-8F67-F9BA-3DD3B24BC057}"/>
              </a:ext>
            </a:extLst>
          </p:cNvPr>
          <p:cNvSpPr/>
          <p:nvPr/>
        </p:nvSpPr>
        <p:spPr>
          <a:xfrm>
            <a:off x="9372600" y="2476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34" name="Rectangle 2833">
            <a:extLst>
              <a:ext uri="{FF2B5EF4-FFF2-40B4-BE49-F238E27FC236}">
                <a16:creationId xmlns:a16="http://schemas.microsoft.com/office/drawing/2014/main" id="{2554FB33-704E-D22C-258D-C63570FBAB0A}"/>
              </a:ext>
            </a:extLst>
          </p:cNvPr>
          <p:cNvSpPr/>
          <p:nvPr/>
        </p:nvSpPr>
        <p:spPr>
          <a:xfrm>
            <a:off x="9525000" y="2476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35" name="Rectangle 2834">
            <a:extLst>
              <a:ext uri="{FF2B5EF4-FFF2-40B4-BE49-F238E27FC236}">
                <a16:creationId xmlns:a16="http://schemas.microsoft.com/office/drawing/2014/main" id="{5E93462D-6D7E-F4B9-AFAA-AB27128058E2}"/>
              </a:ext>
            </a:extLst>
          </p:cNvPr>
          <p:cNvSpPr/>
          <p:nvPr/>
        </p:nvSpPr>
        <p:spPr>
          <a:xfrm>
            <a:off x="9677400" y="2476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36" name="Rectangle 2835">
            <a:extLst>
              <a:ext uri="{FF2B5EF4-FFF2-40B4-BE49-F238E27FC236}">
                <a16:creationId xmlns:a16="http://schemas.microsoft.com/office/drawing/2014/main" id="{57B57322-0F59-D2A8-AB35-6D927D515855}"/>
              </a:ext>
            </a:extLst>
          </p:cNvPr>
          <p:cNvSpPr/>
          <p:nvPr/>
        </p:nvSpPr>
        <p:spPr>
          <a:xfrm>
            <a:off x="9829800" y="2476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37" name="Rectangle 2836">
            <a:extLst>
              <a:ext uri="{FF2B5EF4-FFF2-40B4-BE49-F238E27FC236}">
                <a16:creationId xmlns:a16="http://schemas.microsoft.com/office/drawing/2014/main" id="{5ECC6AB6-97C8-46E4-0A67-8696C5959047}"/>
              </a:ext>
            </a:extLst>
          </p:cNvPr>
          <p:cNvSpPr/>
          <p:nvPr/>
        </p:nvSpPr>
        <p:spPr>
          <a:xfrm>
            <a:off x="9982200" y="24765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38" name="Rectangle 2837">
            <a:extLst>
              <a:ext uri="{FF2B5EF4-FFF2-40B4-BE49-F238E27FC236}">
                <a16:creationId xmlns:a16="http://schemas.microsoft.com/office/drawing/2014/main" id="{116E8D22-B048-DA0B-0958-19976CD40FA6}"/>
              </a:ext>
            </a:extLst>
          </p:cNvPr>
          <p:cNvSpPr/>
          <p:nvPr/>
        </p:nvSpPr>
        <p:spPr>
          <a:xfrm>
            <a:off x="10134600" y="2476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39" name="Rectangle 2838">
            <a:extLst>
              <a:ext uri="{FF2B5EF4-FFF2-40B4-BE49-F238E27FC236}">
                <a16:creationId xmlns:a16="http://schemas.microsoft.com/office/drawing/2014/main" id="{101A4A57-B8DB-13BD-23B1-DBCCF0456B4B}"/>
              </a:ext>
            </a:extLst>
          </p:cNvPr>
          <p:cNvSpPr/>
          <p:nvPr/>
        </p:nvSpPr>
        <p:spPr>
          <a:xfrm>
            <a:off x="9067800" y="2476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40" name="Rectangle 2839">
            <a:extLst>
              <a:ext uri="{FF2B5EF4-FFF2-40B4-BE49-F238E27FC236}">
                <a16:creationId xmlns:a16="http://schemas.microsoft.com/office/drawing/2014/main" id="{0C9EDAF5-7FA7-5EA6-0084-41B485C3C247}"/>
              </a:ext>
            </a:extLst>
          </p:cNvPr>
          <p:cNvSpPr/>
          <p:nvPr/>
        </p:nvSpPr>
        <p:spPr>
          <a:xfrm>
            <a:off x="9220200" y="26289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41" name="Rectangle 2840">
            <a:extLst>
              <a:ext uri="{FF2B5EF4-FFF2-40B4-BE49-F238E27FC236}">
                <a16:creationId xmlns:a16="http://schemas.microsoft.com/office/drawing/2014/main" id="{AC3DBD1C-0AF2-434B-4E65-5F0D30BFE080}"/>
              </a:ext>
            </a:extLst>
          </p:cNvPr>
          <p:cNvSpPr/>
          <p:nvPr/>
        </p:nvSpPr>
        <p:spPr>
          <a:xfrm>
            <a:off x="9372600" y="26289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42" name="Rectangle 2841">
            <a:extLst>
              <a:ext uri="{FF2B5EF4-FFF2-40B4-BE49-F238E27FC236}">
                <a16:creationId xmlns:a16="http://schemas.microsoft.com/office/drawing/2014/main" id="{321C2552-8F0D-1287-C327-6DD8625C2DAC}"/>
              </a:ext>
            </a:extLst>
          </p:cNvPr>
          <p:cNvSpPr/>
          <p:nvPr/>
        </p:nvSpPr>
        <p:spPr>
          <a:xfrm>
            <a:off x="9525000" y="26289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43" name="Rectangle 2842">
            <a:extLst>
              <a:ext uri="{FF2B5EF4-FFF2-40B4-BE49-F238E27FC236}">
                <a16:creationId xmlns:a16="http://schemas.microsoft.com/office/drawing/2014/main" id="{D5597F64-43A5-38A4-E0E0-D094A15A29EF}"/>
              </a:ext>
            </a:extLst>
          </p:cNvPr>
          <p:cNvSpPr/>
          <p:nvPr/>
        </p:nvSpPr>
        <p:spPr>
          <a:xfrm>
            <a:off x="9677400" y="26289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44" name="Rectangle 2843">
            <a:extLst>
              <a:ext uri="{FF2B5EF4-FFF2-40B4-BE49-F238E27FC236}">
                <a16:creationId xmlns:a16="http://schemas.microsoft.com/office/drawing/2014/main" id="{A266C729-2F8F-3004-DD68-6DE1AD0BE28E}"/>
              </a:ext>
            </a:extLst>
          </p:cNvPr>
          <p:cNvSpPr/>
          <p:nvPr/>
        </p:nvSpPr>
        <p:spPr>
          <a:xfrm>
            <a:off x="9829800" y="26289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45" name="Rectangle 2844">
            <a:extLst>
              <a:ext uri="{FF2B5EF4-FFF2-40B4-BE49-F238E27FC236}">
                <a16:creationId xmlns:a16="http://schemas.microsoft.com/office/drawing/2014/main" id="{FCE0FD27-52F2-99F6-D44F-198155D8E6D2}"/>
              </a:ext>
            </a:extLst>
          </p:cNvPr>
          <p:cNvSpPr/>
          <p:nvPr/>
        </p:nvSpPr>
        <p:spPr>
          <a:xfrm>
            <a:off x="9982200" y="26289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46" name="Rectangle 2845">
            <a:extLst>
              <a:ext uri="{FF2B5EF4-FFF2-40B4-BE49-F238E27FC236}">
                <a16:creationId xmlns:a16="http://schemas.microsoft.com/office/drawing/2014/main" id="{EAA0DF34-6671-73B4-D4B2-DF4A0798E33A}"/>
              </a:ext>
            </a:extLst>
          </p:cNvPr>
          <p:cNvSpPr/>
          <p:nvPr/>
        </p:nvSpPr>
        <p:spPr>
          <a:xfrm>
            <a:off x="10134600" y="26289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47" name="Rectangle 2846">
            <a:extLst>
              <a:ext uri="{FF2B5EF4-FFF2-40B4-BE49-F238E27FC236}">
                <a16:creationId xmlns:a16="http://schemas.microsoft.com/office/drawing/2014/main" id="{2E5F16FC-765F-7C8C-7385-EEFA45FFAF8A}"/>
              </a:ext>
            </a:extLst>
          </p:cNvPr>
          <p:cNvSpPr/>
          <p:nvPr/>
        </p:nvSpPr>
        <p:spPr>
          <a:xfrm>
            <a:off x="9067800" y="26289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48" name="Rectangle 2847">
            <a:extLst>
              <a:ext uri="{FF2B5EF4-FFF2-40B4-BE49-F238E27FC236}">
                <a16:creationId xmlns:a16="http://schemas.microsoft.com/office/drawing/2014/main" id="{A7B161E0-B001-463F-741F-F46E4D456F50}"/>
              </a:ext>
            </a:extLst>
          </p:cNvPr>
          <p:cNvSpPr/>
          <p:nvPr/>
        </p:nvSpPr>
        <p:spPr>
          <a:xfrm>
            <a:off x="10439400" y="15621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49" name="Rectangle 2848">
            <a:extLst>
              <a:ext uri="{FF2B5EF4-FFF2-40B4-BE49-F238E27FC236}">
                <a16:creationId xmlns:a16="http://schemas.microsoft.com/office/drawing/2014/main" id="{B96133A7-DDE3-6A32-BE06-DD77CC456EC3}"/>
              </a:ext>
            </a:extLst>
          </p:cNvPr>
          <p:cNvSpPr/>
          <p:nvPr/>
        </p:nvSpPr>
        <p:spPr>
          <a:xfrm>
            <a:off x="10591800" y="15621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50" name="Rectangle 2849">
            <a:extLst>
              <a:ext uri="{FF2B5EF4-FFF2-40B4-BE49-F238E27FC236}">
                <a16:creationId xmlns:a16="http://schemas.microsoft.com/office/drawing/2014/main" id="{52E8937D-DD7D-5681-6C6E-EDC14553E03C}"/>
              </a:ext>
            </a:extLst>
          </p:cNvPr>
          <p:cNvSpPr/>
          <p:nvPr/>
        </p:nvSpPr>
        <p:spPr>
          <a:xfrm>
            <a:off x="10744200" y="15621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51" name="Rectangle 2850">
            <a:extLst>
              <a:ext uri="{FF2B5EF4-FFF2-40B4-BE49-F238E27FC236}">
                <a16:creationId xmlns:a16="http://schemas.microsoft.com/office/drawing/2014/main" id="{BA57A56E-A006-FBC2-B6B6-18BFDDB219FD}"/>
              </a:ext>
            </a:extLst>
          </p:cNvPr>
          <p:cNvSpPr/>
          <p:nvPr/>
        </p:nvSpPr>
        <p:spPr>
          <a:xfrm>
            <a:off x="10896600" y="15621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52" name="Rectangle 2851">
            <a:extLst>
              <a:ext uri="{FF2B5EF4-FFF2-40B4-BE49-F238E27FC236}">
                <a16:creationId xmlns:a16="http://schemas.microsoft.com/office/drawing/2014/main" id="{F56267BE-8253-0D3F-DF87-64EA6B6C58CB}"/>
              </a:ext>
            </a:extLst>
          </p:cNvPr>
          <p:cNvSpPr/>
          <p:nvPr/>
        </p:nvSpPr>
        <p:spPr>
          <a:xfrm>
            <a:off x="11049000" y="15621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53" name="Rectangle 2852">
            <a:extLst>
              <a:ext uri="{FF2B5EF4-FFF2-40B4-BE49-F238E27FC236}">
                <a16:creationId xmlns:a16="http://schemas.microsoft.com/office/drawing/2014/main" id="{4A5F27D3-9762-CE1D-4DD9-91AC71081F6E}"/>
              </a:ext>
            </a:extLst>
          </p:cNvPr>
          <p:cNvSpPr/>
          <p:nvPr/>
        </p:nvSpPr>
        <p:spPr>
          <a:xfrm>
            <a:off x="11201400" y="15621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54" name="Rectangle 2853">
            <a:extLst>
              <a:ext uri="{FF2B5EF4-FFF2-40B4-BE49-F238E27FC236}">
                <a16:creationId xmlns:a16="http://schemas.microsoft.com/office/drawing/2014/main" id="{AFF47C3C-6C13-B816-8503-8CCFED884AEF}"/>
              </a:ext>
            </a:extLst>
          </p:cNvPr>
          <p:cNvSpPr/>
          <p:nvPr/>
        </p:nvSpPr>
        <p:spPr>
          <a:xfrm>
            <a:off x="11353800" y="15621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55" name="Rectangle 2854">
            <a:extLst>
              <a:ext uri="{FF2B5EF4-FFF2-40B4-BE49-F238E27FC236}">
                <a16:creationId xmlns:a16="http://schemas.microsoft.com/office/drawing/2014/main" id="{E52DD592-057F-BB19-69DD-3F70F986AFCA}"/>
              </a:ext>
            </a:extLst>
          </p:cNvPr>
          <p:cNvSpPr/>
          <p:nvPr/>
        </p:nvSpPr>
        <p:spPr>
          <a:xfrm>
            <a:off x="10287000" y="15621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56" name="Rectangle 2855">
            <a:extLst>
              <a:ext uri="{FF2B5EF4-FFF2-40B4-BE49-F238E27FC236}">
                <a16:creationId xmlns:a16="http://schemas.microsoft.com/office/drawing/2014/main" id="{35B9DEFD-A662-C9E8-01ED-D72538EA8953}"/>
              </a:ext>
            </a:extLst>
          </p:cNvPr>
          <p:cNvSpPr/>
          <p:nvPr/>
        </p:nvSpPr>
        <p:spPr>
          <a:xfrm>
            <a:off x="10439400" y="17145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57" name="Rectangle 2856">
            <a:extLst>
              <a:ext uri="{FF2B5EF4-FFF2-40B4-BE49-F238E27FC236}">
                <a16:creationId xmlns:a16="http://schemas.microsoft.com/office/drawing/2014/main" id="{B544469F-BD3B-E814-5DE3-A66B7C95DBD7}"/>
              </a:ext>
            </a:extLst>
          </p:cNvPr>
          <p:cNvSpPr/>
          <p:nvPr/>
        </p:nvSpPr>
        <p:spPr>
          <a:xfrm>
            <a:off x="10591800" y="17145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58" name="Rectangle 2857">
            <a:extLst>
              <a:ext uri="{FF2B5EF4-FFF2-40B4-BE49-F238E27FC236}">
                <a16:creationId xmlns:a16="http://schemas.microsoft.com/office/drawing/2014/main" id="{0C4EDCEB-456D-28FE-586F-3CD1525D41B1}"/>
              </a:ext>
            </a:extLst>
          </p:cNvPr>
          <p:cNvSpPr/>
          <p:nvPr/>
        </p:nvSpPr>
        <p:spPr>
          <a:xfrm>
            <a:off x="10744200" y="17145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59" name="Rectangle 2858">
            <a:extLst>
              <a:ext uri="{FF2B5EF4-FFF2-40B4-BE49-F238E27FC236}">
                <a16:creationId xmlns:a16="http://schemas.microsoft.com/office/drawing/2014/main" id="{FA9B3530-AA46-A442-F445-9394EE4DD739}"/>
              </a:ext>
            </a:extLst>
          </p:cNvPr>
          <p:cNvSpPr/>
          <p:nvPr/>
        </p:nvSpPr>
        <p:spPr>
          <a:xfrm>
            <a:off x="10896600" y="17145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60" name="Rectangle 2859">
            <a:extLst>
              <a:ext uri="{FF2B5EF4-FFF2-40B4-BE49-F238E27FC236}">
                <a16:creationId xmlns:a16="http://schemas.microsoft.com/office/drawing/2014/main" id="{6D8DF41C-1CC0-7DF6-9D63-F04A00BF834C}"/>
              </a:ext>
            </a:extLst>
          </p:cNvPr>
          <p:cNvSpPr/>
          <p:nvPr/>
        </p:nvSpPr>
        <p:spPr>
          <a:xfrm>
            <a:off x="11049000" y="17145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61" name="Rectangle 2860">
            <a:extLst>
              <a:ext uri="{FF2B5EF4-FFF2-40B4-BE49-F238E27FC236}">
                <a16:creationId xmlns:a16="http://schemas.microsoft.com/office/drawing/2014/main" id="{649CCE5C-00A5-CA4C-2EA1-0F3DF074868D}"/>
              </a:ext>
            </a:extLst>
          </p:cNvPr>
          <p:cNvSpPr/>
          <p:nvPr/>
        </p:nvSpPr>
        <p:spPr>
          <a:xfrm>
            <a:off x="11201400" y="17145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62" name="Rectangle 2861">
            <a:extLst>
              <a:ext uri="{FF2B5EF4-FFF2-40B4-BE49-F238E27FC236}">
                <a16:creationId xmlns:a16="http://schemas.microsoft.com/office/drawing/2014/main" id="{34300DCD-D8E3-A59C-B54F-A6E4F3631C04}"/>
              </a:ext>
            </a:extLst>
          </p:cNvPr>
          <p:cNvSpPr/>
          <p:nvPr/>
        </p:nvSpPr>
        <p:spPr>
          <a:xfrm>
            <a:off x="11353800" y="17145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63" name="Rectangle 2862">
            <a:extLst>
              <a:ext uri="{FF2B5EF4-FFF2-40B4-BE49-F238E27FC236}">
                <a16:creationId xmlns:a16="http://schemas.microsoft.com/office/drawing/2014/main" id="{7919FE16-3A42-CF4C-A578-35D1811CFCA2}"/>
              </a:ext>
            </a:extLst>
          </p:cNvPr>
          <p:cNvSpPr/>
          <p:nvPr/>
        </p:nvSpPr>
        <p:spPr>
          <a:xfrm>
            <a:off x="10287000" y="17145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64" name="Rectangle 2863">
            <a:extLst>
              <a:ext uri="{FF2B5EF4-FFF2-40B4-BE49-F238E27FC236}">
                <a16:creationId xmlns:a16="http://schemas.microsoft.com/office/drawing/2014/main" id="{41DABC8E-52FC-181E-07E1-6AF33D442B80}"/>
              </a:ext>
            </a:extLst>
          </p:cNvPr>
          <p:cNvSpPr/>
          <p:nvPr/>
        </p:nvSpPr>
        <p:spPr>
          <a:xfrm>
            <a:off x="10439400" y="18669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65" name="Rectangle 2864">
            <a:extLst>
              <a:ext uri="{FF2B5EF4-FFF2-40B4-BE49-F238E27FC236}">
                <a16:creationId xmlns:a16="http://schemas.microsoft.com/office/drawing/2014/main" id="{FA578F5F-4F53-3642-27AE-0E1298384228}"/>
              </a:ext>
            </a:extLst>
          </p:cNvPr>
          <p:cNvSpPr/>
          <p:nvPr/>
        </p:nvSpPr>
        <p:spPr>
          <a:xfrm>
            <a:off x="10591800" y="1866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66" name="Rectangle 2865">
            <a:extLst>
              <a:ext uri="{FF2B5EF4-FFF2-40B4-BE49-F238E27FC236}">
                <a16:creationId xmlns:a16="http://schemas.microsoft.com/office/drawing/2014/main" id="{9E1BE4CC-41F3-BF6C-126F-074A5C21D608}"/>
              </a:ext>
            </a:extLst>
          </p:cNvPr>
          <p:cNvSpPr/>
          <p:nvPr/>
        </p:nvSpPr>
        <p:spPr>
          <a:xfrm>
            <a:off x="10744200" y="1866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67" name="Rectangle 2866">
            <a:extLst>
              <a:ext uri="{FF2B5EF4-FFF2-40B4-BE49-F238E27FC236}">
                <a16:creationId xmlns:a16="http://schemas.microsoft.com/office/drawing/2014/main" id="{B5EE3F41-2F0C-D089-4C0C-B9E533643784}"/>
              </a:ext>
            </a:extLst>
          </p:cNvPr>
          <p:cNvSpPr/>
          <p:nvPr/>
        </p:nvSpPr>
        <p:spPr>
          <a:xfrm>
            <a:off x="10896600" y="1866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68" name="Rectangle 2867">
            <a:extLst>
              <a:ext uri="{FF2B5EF4-FFF2-40B4-BE49-F238E27FC236}">
                <a16:creationId xmlns:a16="http://schemas.microsoft.com/office/drawing/2014/main" id="{BE6EC79A-A440-8145-A191-C378FAD31A1F}"/>
              </a:ext>
            </a:extLst>
          </p:cNvPr>
          <p:cNvSpPr/>
          <p:nvPr/>
        </p:nvSpPr>
        <p:spPr>
          <a:xfrm>
            <a:off x="11049000" y="1866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69" name="Rectangle 2868">
            <a:extLst>
              <a:ext uri="{FF2B5EF4-FFF2-40B4-BE49-F238E27FC236}">
                <a16:creationId xmlns:a16="http://schemas.microsoft.com/office/drawing/2014/main" id="{52FFAF47-B2EA-233A-9C16-557DEB9B42BA}"/>
              </a:ext>
            </a:extLst>
          </p:cNvPr>
          <p:cNvSpPr/>
          <p:nvPr/>
        </p:nvSpPr>
        <p:spPr>
          <a:xfrm>
            <a:off x="11201400" y="18669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70" name="Rectangle 2869">
            <a:extLst>
              <a:ext uri="{FF2B5EF4-FFF2-40B4-BE49-F238E27FC236}">
                <a16:creationId xmlns:a16="http://schemas.microsoft.com/office/drawing/2014/main" id="{FB414E75-4122-1B6B-B495-6B99D07777E4}"/>
              </a:ext>
            </a:extLst>
          </p:cNvPr>
          <p:cNvSpPr/>
          <p:nvPr/>
        </p:nvSpPr>
        <p:spPr>
          <a:xfrm>
            <a:off x="11353800" y="1866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71" name="Rectangle 2870">
            <a:extLst>
              <a:ext uri="{FF2B5EF4-FFF2-40B4-BE49-F238E27FC236}">
                <a16:creationId xmlns:a16="http://schemas.microsoft.com/office/drawing/2014/main" id="{3BD99905-4D13-515D-7C6C-3AC5A49C9261}"/>
              </a:ext>
            </a:extLst>
          </p:cNvPr>
          <p:cNvSpPr/>
          <p:nvPr/>
        </p:nvSpPr>
        <p:spPr>
          <a:xfrm>
            <a:off x="10287000" y="1866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72" name="Rectangle 2871">
            <a:extLst>
              <a:ext uri="{FF2B5EF4-FFF2-40B4-BE49-F238E27FC236}">
                <a16:creationId xmlns:a16="http://schemas.microsoft.com/office/drawing/2014/main" id="{D33BBD2B-B61C-BD80-89E4-3FA0BCF7C494}"/>
              </a:ext>
            </a:extLst>
          </p:cNvPr>
          <p:cNvSpPr/>
          <p:nvPr/>
        </p:nvSpPr>
        <p:spPr>
          <a:xfrm>
            <a:off x="10439400" y="20193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73" name="Rectangle 2872">
            <a:extLst>
              <a:ext uri="{FF2B5EF4-FFF2-40B4-BE49-F238E27FC236}">
                <a16:creationId xmlns:a16="http://schemas.microsoft.com/office/drawing/2014/main" id="{C8B750B0-D5B1-056E-EC24-0D6B044ACF31}"/>
              </a:ext>
            </a:extLst>
          </p:cNvPr>
          <p:cNvSpPr/>
          <p:nvPr/>
        </p:nvSpPr>
        <p:spPr>
          <a:xfrm>
            <a:off x="10591800" y="20193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74" name="Rectangle 2873">
            <a:extLst>
              <a:ext uri="{FF2B5EF4-FFF2-40B4-BE49-F238E27FC236}">
                <a16:creationId xmlns:a16="http://schemas.microsoft.com/office/drawing/2014/main" id="{5606A336-951F-5B34-0F3D-D6FBF150AFF7}"/>
              </a:ext>
            </a:extLst>
          </p:cNvPr>
          <p:cNvSpPr/>
          <p:nvPr/>
        </p:nvSpPr>
        <p:spPr>
          <a:xfrm>
            <a:off x="10744200" y="20193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75" name="Rectangle 2874">
            <a:extLst>
              <a:ext uri="{FF2B5EF4-FFF2-40B4-BE49-F238E27FC236}">
                <a16:creationId xmlns:a16="http://schemas.microsoft.com/office/drawing/2014/main" id="{184534AB-55B1-5344-D907-5A0D491CE322}"/>
              </a:ext>
            </a:extLst>
          </p:cNvPr>
          <p:cNvSpPr/>
          <p:nvPr/>
        </p:nvSpPr>
        <p:spPr>
          <a:xfrm>
            <a:off x="10896600" y="20193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76" name="Rectangle 2875">
            <a:extLst>
              <a:ext uri="{FF2B5EF4-FFF2-40B4-BE49-F238E27FC236}">
                <a16:creationId xmlns:a16="http://schemas.microsoft.com/office/drawing/2014/main" id="{FD0BF0E4-52CB-3EC8-6246-7C0D15E00F1A}"/>
              </a:ext>
            </a:extLst>
          </p:cNvPr>
          <p:cNvSpPr/>
          <p:nvPr/>
        </p:nvSpPr>
        <p:spPr>
          <a:xfrm>
            <a:off x="11049000" y="20193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77" name="Rectangle 2876">
            <a:extLst>
              <a:ext uri="{FF2B5EF4-FFF2-40B4-BE49-F238E27FC236}">
                <a16:creationId xmlns:a16="http://schemas.microsoft.com/office/drawing/2014/main" id="{55C8D22F-5E6C-FFDD-4178-2DD14108CC69}"/>
              </a:ext>
            </a:extLst>
          </p:cNvPr>
          <p:cNvSpPr/>
          <p:nvPr/>
        </p:nvSpPr>
        <p:spPr>
          <a:xfrm>
            <a:off x="11201400" y="20193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78" name="Rectangle 2877">
            <a:extLst>
              <a:ext uri="{FF2B5EF4-FFF2-40B4-BE49-F238E27FC236}">
                <a16:creationId xmlns:a16="http://schemas.microsoft.com/office/drawing/2014/main" id="{F1EF45CD-E3D6-7303-94C8-51D96C88358C}"/>
              </a:ext>
            </a:extLst>
          </p:cNvPr>
          <p:cNvSpPr/>
          <p:nvPr/>
        </p:nvSpPr>
        <p:spPr>
          <a:xfrm>
            <a:off x="11353800" y="20193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79" name="Rectangle 2878">
            <a:extLst>
              <a:ext uri="{FF2B5EF4-FFF2-40B4-BE49-F238E27FC236}">
                <a16:creationId xmlns:a16="http://schemas.microsoft.com/office/drawing/2014/main" id="{041F05F1-1506-1D99-8B3C-E72F804906A9}"/>
              </a:ext>
            </a:extLst>
          </p:cNvPr>
          <p:cNvSpPr/>
          <p:nvPr/>
        </p:nvSpPr>
        <p:spPr>
          <a:xfrm>
            <a:off x="10287000" y="20193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80" name="Rectangle 2879">
            <a:extLst>
              <a:ext uri="{FF2B5EF4-FFF2-40B4-BE49-F238E27FC236}">
                <a16:creationId xmlns:a16="http://schemas.microsoft.com/office/drawing/2014/main" id="{A2C3C0F9-D18D-CEF4-5F0E-257CE0252C4F}"/>
              </a:ext>
            </a:extLst>
          </p:cNvPr>
          <p:cNvSpPr/>
          <p:nvPr/>
        </p:nvSpPr>
        <p:spPr>
          <a:xfrm>
            <a:off x="10439400" y="21717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81" name="Rectangle 2880">
            <a:extLst>
              <a:ext uri="{FF2B5EF4-FFF2-40B4-BE49-F238E27FC236}">
                <a16:creationId xmlns:a16="http://schemas.microsoft.com/office/drawing/2014/main" id="{A85AA92B-381B-241A-1D8C-531E07BF00F8}"/>
              </a:ext>
            </a:extLst>
          </p:cNvPr>
          <p:cNvSpPr/>
          <p:nvPr/>
        </p:nvSpPr>
        <p:spPr>
          <a:xfrm>
            <a:off x="10591800" y="21717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82" name="Rectangle 2881">
            <a:extLst>
              <a:ext uri="{FF2B5EF4-FFF2-40B4-BE49-F238E27FC236}">
                <a16:creationId xmlns:a16="http://schemas.microsoft.com/office/drawing/2014/main" id="{C55B615A-EC06-328C-A05E-65F1EA7C5CBC}"/>
              </a:ext>
            </a:extLst>
          </p:cNvPr>
          <p:cNvSpPr/>
          <p:nvPr/>
        </p:nvSpPr>
        <p:spPr>
          <a:xfrm>
            <a:off x="10744200" y="21717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83" name="Rectangle 2882">
            <a:extLst>
              <a:ext uri="{FF2B5EF4-FFF2-40B4-BE49-F238E27FC236}">
                <a16:creationId xmlns:a16="http://schemas.microsoft.com/office/drawing/2014/main" id="{0758BEE6-F14B-20B5-2AB3-AC695E5B5B43}"/>
              </a:ext>
            </a:extLst>
          </p:cNvPr>
          <p:cNvSpPr/>
          <p:nvPr/>
        </p:nvSpPr>
        <p:spPr>
          <a:xfrm>
            <a:off x="10896600" y="21717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84" name="Rectangle 2883">
            <a:extLst>
              <a:ext uri="{FF2B5EF4-FFF2-40B4-BE49-F238E27FC236}">
                <a16:creationId xmlns:a16="http://schemas.microsoft.com/office/drawing/2014/main" id="{67F7E912-C9A2-6A3D-851D-E4C2BF8F99F2}"/>
              </a:ext>
            </a:extLst>
          </p:cNvPr>
          <p:cNvSpPr/>
          <p:nvPr/>
        </p:nvSpPr>
        <p:spPr>
          <a:xfrm>
            <a:off x="11049000" y="21717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85" name="Rectangle 2884">
            <a:extLst>
              <a:ext uri="{FF2B5EF4-FFF2-40B4-BE49-F238E27FC236}">
                <a16:creationId xmlns:a16="http://schemas.microsoft.com/office/drawing/2014/main" id="{451C5483-A133-B57D-E948-53CD51706E73}"/>
              </a:ext>
            </a:extLst>
          </p:cNvPr>
          <p:cNvSpPr/>
          <p:nvPr/>
        </p:nvSpPr>
        <p:spPr>
          <a:xfrm>
            <a:off x="11201400" y="21717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86" name="Rectangle 2885">
            <a:extLst>
              <a:ext uri="{FF2B5EF4-FFF2-40B4-BE49-F238E27FC236}">
                <a16:creationId xmlns:a16="http://schemas.microsoft.com/office/drawing/2014/main" id="{2FFA26CD-B4ED-FC1D-8552-E890BA53EC74}"/>
              </a:ext>
            </a:extLst>
          </p:cNvPr>
          <p:cNvSpPr/>
          <p:nvPr/>
        </p:nvSpPr>
        <p:spPr>
          <a:xfrm>
            <a:off x="11353800" y="21717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87" name="Rectangle 2886">
            <a:extLst>
              <a:ext uri="{FF2B5EF4-FFF2-40B4-BE49-F238E27FC236}">
                <a16:creationId xmlns:a16="http://schemas.microsoft.com/office/drawing/2014/main" id="{D22E098E-0849-A446-93D4-B2A1881DC801}"/>
              </a:ext>
            </a:extLst>
          </p:cNvPr>
          <p:cNvSpPr/>
          <p:nvPr/>
        </p:nvSpPr>
        <p:spPr>
          <a:xfrm>
            <a:off x="10287000" y="21717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88" name="Rectangle 2887">
            <a:extLst>
              <a:ext uri="{FF2B5EF4-FFF2-40B4-BE49-F238E27FC236}">
                <a16:creationId xmlns:a16="http://schemas.microsoft.com/office/drawing/2014/main" id="{8A972429-46C0-2257-83A0-ADF71A75B3C8}"/>
              </a:ext>
            </a:extLst>
          </p:cNvPr>
          <p:cNvSpPr/>
          <p:nvPr/>
        </p:nvSpPr>
        <p:spPr>
          <a:xfrm>
            <a:off x="10439400" y="23241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89" name="Rectangle 2888">
            <a:extLst>
              <a:ext uri="{FF2B5EF4-FFF2-40B4-BE49-F238E27FC236}">
                <a16:creationId xmlns:a16="http://schemas.microsoft.com/office/drawing/2014/main" id="{3B99BF55-7190-9268-958D-57B296B3CF1F}"/>
              </a:ext>
            </a:extLst>
          </p:cNvPr>
          <p:cNvSpPr/>
          <p:nvPr/>
        </p:nvSpPr>
        <p:spPr>
          <a:xfrm>
            <a:off x="10591800" y="23241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90" name="Rectangle 2889">
            <a:extLst>
              <a:ext uri="{FF2B5EF4-FFF2-40B4-BE49-F238E27FC236}">
                <a16:creationId xmlns:a16="http://schemas.microsoft.com/office/drawing/2014/main" id="{B8A6E0BF-DC51-B4F1-90DF-92CB52438A08}"/>
              </a:ext>
            </a:extLst>
          </p:cNvPr>
          <p:cNvSpPr/>
          <p:nvPr/>
        </p:nvSpPr>
        <p:spPr>
          <a:xfrm>
            <a:off x="10744200" y="23241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91" name="Rectangle 2890">
            <a:extLst>
              <a:ext uri="{FF2B5EF4-FFF2-40B4-BE49-F238E27FC236}">
                <a16:creationId xmlns:a16="http://schemas.microsoft.com/office/drawing/2014/main" id="{6F97AEF1-85FD-E6DA-6755-EA83C4E19581}"/>
              </a:ext>
            </a:extLst>
          </p:cNvPr>
          <p:cNvSpPr/>
          <p:nvPr/>
        </p:nvSpPr>
        <p:spPr>
          <a:xfrm>
            <a:off x="10896600" y="23241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92" name="Rectangle 2891">
            <a:extLst>
              <a:ext uri="{FF2B5EF4-FFF2-40B4-BE49-F238E27FC236}">
                <a16:creationId xmlns:a16="http://schemas.microsoft.com/office/drawing/2014/main" id="{8BBC2627-A947-8798-06CE-0F2DA34F2D93}"/>
              </a:ext>
            </a:extLst>
          </p:cNvPr>
          <p:cNvSpPr/>
          <p:nvPr/>
        </p:nvSpPr>
        <p:spPr>
          <a:xfrm>
            <a:off x="11049000" y="23241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93" name="Rectangle 2892">
            <a:extLst>
              <a:ext uri="{FF2B5EF4-FFF2-40B4-BE49-F238E27FC236}">
                <a16:creationId xmlns:a16="http://schemas.microsoft.com/office/drawing/2014/main" id="{85038B3A-0D9B-33EA-505D-F014AC9FA1B7}"/>
              </a:ext>
            </a:extLst>
          </p:cNvPr>
          <p:cNvSpPr/>
          <p:nvPr/>
        </p:nvSpPr>
        <p:spPr>
          <a:xfrm>
            <a:off x="11201400" y="23241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94" name="Rectangle 2893">
            <a:extLst>
              <a:ext uri="{FF2B5EF4-FFF2-40B4-BE49-F238E27FC236}">
                <a16:creationId xmlns:a16="http://schemas.microsoft.com/office/drawing/2014/main" id="{7EB0DFED-F652-1F79-12A5-AA6ED6BBCF32}"/>
              </a:ext>
            </a:extLst>
          </p:cNvPr>
          <p:cNvSpPr/>
          <p:nvPr/>
        </p:nvSpPr>
        <p:spPr>
          <a:xfrm>
            <a:off x="11353800" y="23241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95" name="Rectangle 2894">
            <a:extLst>
              <a:ext uri="{FF2B5EF4-FFF2-40B4-BE49-F238E27FC236}">
                <a16:creationId xmlns:a16="http://schemas.microsoft.com/office/drawing/2014/main" id="{F1417BFB-DBFC-9411-5E86-F59B41216480}"/>
              </a:ext>
            </a:extLst>
          </p:cNvPr>
          <p:cNvSpPr/>
          <p:nvPr/>
        </p:nvSpPr>
        <p:spPr>
          <a:xfrm>
            <a:off x="10287000" y="23241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96" name="Rectangle 2895">
            <a:extLst>
              <a:ext uri="{FF2B5EF4-FFF2-40B4-BE49-F238E27FC236}">
                <a16:creationId xmlns:a16="http://schemas.microsoft.com/office/drawing/2014/main" id="{0F343FB4-405E-ED20-23C6-8A32A9CFB0E9}"/>
              </a:ext>
            </a:extLst>
          </p:cNvPr>
          <p:cNvSpPr/>
          <p:nvPr/>
        </p:nvSpPr>
        <p:spPr>
          <a:xfrm>
            <a:off x="10439400" y="24765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97" name="Rectangle 2896">
            <a:extLst>
              <a:ext uri="{FF2B5EF4-FFF2-40B4-BE49-F238E27FC236}">
                <a16:creationId xmlns:a16="http://schemas.microsoft.com/office/drawing/2014/main" id="{9DD13508-2ADF-D9F4-CAFC-F0196BC1E5F2}"/>
              </a:ext>
            </a:extLst>
          </p:cNvPr>
          <p:cNvSpPr/>
          <p:nvPr/>
        </p:nvSpPr>
        <p:spPr>
          <a:xfrm>
            <a:off x="10591800" y="24765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98" name="Rectangle 2897">
            <a:extLst>
              <a:ext uri="{FF2B5EF4-FFF2-40B4-BE49-F238E27FC236}">
                <a16:creationId xmlns:a16="http://schemas.microsoft.com/office/drawing/2014/main" id="{281D6606-2843-6369-D9FA-C5B710728D04}"/>
              </a:ext>
            </a:extLst>
          </p:cNvPr>
          <p:cNvSpPr/>
          <p:nvPr/>
        </p:nvSpPr>
        <p:spPr>
          <a:xfrm>
            <a:off x="10744200" y="24765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899" name="Rectangle 2898">
            <a:extLst>
              <a:ext uri="{FF2B5EF4-FFF2-40B4-BE49-F238E27FC236}">
                <a16:creationId xmlns:a16="http://schemas.microsoft.com/office/drawing/2014/main" id="{A794A337-7877-D6B4-D7D1-CEF5048DB465}"/>
              </a:ext>
            </a:extLst>
          </p:cNvPr>
          <p:cNvSpPr/>
          <p:nvPr/>
        </p:nvSpPr>
        <p:spPr>
          <a:xfrm>
            <a:off x="10896600" y="24765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00" name="Rectangle 2899">
            <a:extLst>
              <a:ext uri="{FF2B5EF4-FFF2-40B4-BE49-F238E27FC236}">
                <a16:creationId xmlns:a16="http://schemas.microsoft.com/office/drawing/2014/main" id="{E5CE2583-825B-AAF8-4D37-AB52DBD4557E}"/>
              </a:ext>
            </a:extLst>
          </p:cNvPr>
          <p:cNvSpPr/>
          <p:nvPr/>
        </p:nvSpPr>
        <p:spPr>
          <a:xfrm>
            <a:off x="11049000" y="24765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01" name="Rectangle 2900">
            <a:extLst>
              <a:ext uri="{FF2B5EF4-FFF2-40B4-BE49-F238E27FC236}">
                <a16:creationId xmlns:a16="http://schemas.microsoft.com/office/drawing/2014/main" id="{79BEB419-B0B6-5054-EDE2-7EA9EAF29A8F}"/>
              </a:ext>
            </a:extLst>
          </p:cNvPr>
          <p:cNvSpPr/>
          <p:nvPr/>
        </p:nvSpPr>
        <p:spPr>
          <a:xfrm>
            <a:off x="11201400" y="24765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02" name="Rectangle 2901">
            <a:extLst>
              <a:ext uri="{FF2B5EF4-FFF2-40B4-BE49-F238E27FC236}">
                <a16:creationId xmlns:a16="http://schemas.microsoft.com/office/drawing/2014/main" id="{A95FB401-8DC4-CE57-161F-24454C9FBF64}"/>
              </a:ext>
            </a:extLst>
          </p:cNvPr>
          <p:cNvSpPr/>
          <p:nvPr/>
        </p:nvSpPr>
        <p:spPr>
          <a:xfrm>
            <a:off x="11353800" y="24765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03" name="Rectangle 2902">
            <a:extLst>
              <a:ext uri="{FF2B5EF4-FFF2-40B4-BE49-F238E27FC236}">
                <a16:creationId xmlns:a16="http://schemas.microsoft.com/office/drawing/2014/main" id="{540B75E6-25CF-1AAD-574C-6259B3C14EF4}"/>
              </a:ext>
            </a:extLst>
          </p:cNvPr>
          <p:cNvSpPr/>
          <p:nvPr/>
        </p:nvSpPr>
        <p:spPr>
          <a:xfrm>
            <a:off x="10287000" y="24765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04" name="Rectangle 2903">
            <a:extLst>
              <a:ext uri="{FF2B5EF4-FFF2-40B4-BE49-F238E27FC236}">
                <a16:creationId xmlns:a16="http://schemas.microsoft.com/office/drawing/2014/main" id="{7F406C58-23B6-D6FE-C47A-E08E6D80D0FC}"/>
              </a:ext>
            </a:extLst>
          </p:cNvPr>
          <p:cNvSpPr/>
          <p:nvPr/>
        </p:nvSpPr>
        <p:spPr>
          <a:xfrm>
            <a:off x="10439400" y="2628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05" name="Rectangle 2904">
            <a:extLst>
              <a:ext uri="{FF2B5EF4-FFF2-40B4-BE49-F238E27FC236}">
                <a16:creationId xmlns:a16="http://schemas.microsoft.com/office/drawing/2014/main" id="{09FACB8C-6A7D-22A1-8339-336F876E55D6}"/>
              </a:ext>
            </a:extLst>
          </p:cNvPr>
          <p:cNvSpPr/>
          <p:nvPr/>
        </p:nvSpPr>
        <p:spPr>
          <a:xfrm>
            <a:off x="10591800" y="2628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06" name="Rectangle 2905">
            <a:extLst>
              <a:ext uri="{FF2B5EF4-FFF2-40B4-BE49-F238E27FC236}">
                <a16:creationId xmlns:a16="http://schemas.microsoft.com/office/drawing/2014/main" id="{6C807CC7-8B7E-14FB-8157-3E16CC30AF91}"/>
              </a:ext>
            </a:extLst>
          </p:cNvPr>
          <p:cNvSpPr/>
          <p:nvPr/>
        </p:nvSpPr>
        <p:spPr>
          <a:xfrm>
            <a:off x="10744200" y="2628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07" name="Rectangle 2906">
            <a:extLst>
              <a:ext uri="{FF2B5EF4-FFF2-40B4-BE49-F238E27FC236}">
                <a16:creationId xmlns:a16="http://schemas.microsoft.com/office/drawing/2014/main" id="{AC311024-F5B0-7C76-70A0-06548CB79014}"/>
              </a:ext>
            </a:extLst>
          </p:cNvPr>
          <p:cNvSpPr/>
          <p:nvPr/>
        </p:nvSpPr>
        <p:spPr>
          <a:xfrm>
            <a:off x="10896600" y="2628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08" name="Rectangle 2907">
            <a:extLst>
              <a:ext uri="{FF2B5EF4-FFF2-40B4-BE49-F238E27FC236}">
                <a16:creationId xmlns:a16="http://schemas.microsoft.com/office/drawing/2014/main" id="{DB98F629-2030-7816-93EE-9A13DBA1A823}"/>
              </a:ext>
            </a:extLst>
          </p:cNvPr>
          <p:cNvSpPr/>
          <p:nvPr/>
        </p:nvSpPr>
        <p:spPr>
          <a:xfrm>
            <a:off x="11049000" y="2628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09" name="Rectangle 2908">
            <a:extLst>
              <a:ext uri="{FF2B5EF4-FFF2-40B4-BE49-F238E27FC236}">
                <a16:creationId xmlns:a16="http://schemas.microsoft.com/office/drawing/2014/main" id="{C7F513BA-5C3D-C2F6-EEA6-9BCB9E75F328}"/>
              </a:ext>
            </a:extLst>
          </p:cNvPr>
          <p:cNvSpPr/>
          <p:nvPr/>
        </p:nvSpPr>
        <p:spPr>
          <a:xfrm>
            <a:off x="11201400" y="2628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10" name="Rectangle 2909">
            <a:extLst>
              <a:ext uri="{FF2B5EF4-FFF2-40B4-BE49-F238E27FC236}">
                <a16:creationId xmlns:a16="http://schemas.microsoft.com/office/drawing/2014/main" id="{EAF125FA-C3E2-C73C-9961-9E5CA204C2AB}"/>
              </a:ext>
            </a:extLst>
          </p:cNvPr>
          <p:cNvSpPr/>
          <p:nvPr/>
        </p:nvSpPr>
        <p:spPr>
          <a:xfrm>
            <a:off x="11353800" y="2628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11" name="Rectangle 2910">
            <a:extLst>
              <a:ext uri="{FF2B5EF4-FFF2-40B4-BE49-F238E27FC236}">
                <a16:creationId xmlns:a16="http://schemas.microsoft.com/office/drawing/2014/main" id="{4ABA550A-C035-41BE-5039-A5900805E0B0}"/>
              </a:ext>
            </a:extLst>
          </p:cNvPr>
          <p:cNvSpPr/>
          <p:nvPr/>
        </p:nvSpPr>
        <p:spPr>
          <a:xfrm>
            <a:off x="10287000" y="2628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cxnSp>
        <p:nvCxnSpPr>
          <p:cNvPr id="2912" name="Straight Connector 2911">
            <a:extLst>
              <a:ext uri="{FF2B5EF4-FFF2-40B4-BE49-F238E27FC236}">
                <a16:creationId xmlns:a16="http://schemas.microsoft.com/office/drawing/2014/main" id="{4BB27FAE-B9BB-A36D-6C7E-F1158F849417}"/>
              </a:ext>
            </a:extLst>
          </p:cNvPr>
          <p:cNvCxnSpPr/>
          <p:nvPr/>
        </p:nvCxnSpPr>
        <p:spPr>
          <a:xfrm flipH="1">
            <a:off x="8915400" y="1524000"/>
            <a:ext cx="2667000" cy="0"/>
          </a:xfrm>
          <a:prstGeom prst="line">
            <a:avLst/>
          </a:prstGeom>
          <a:noFill/>
          <a:ln w="19050" cap="flat" cmpd="sng" algn="ctr">
            <a:solidFill>
              <a:srgbClr val="0091BD"/>
            </a:solidFill>
            <a:prstDash val="solid"/>
            <a:miter lim="800000"/>
          </a:ln>
          <a:effectLst/>
        </p:spPr>
      </p:cxnSp>
      <p:cxnSp>
        <p:nvCxnSpPr>
          <p:cNvPr id="2913" name="Straight Connector 2912">
            <a:extLst>
              <a:ext uri="{FF2B5EF4-FFF2-40B4-BE49-F238E27FC236}">
                <a16:creationId xmlns:a16="http://schemas.microsoft.com/office/drawing/2014/main" id="{247B26EB-B416-20BD-275D-CB6D2A841923}"/>
              </a:ext>
            </a:extLst>
          </p:cNvPr>
          <p:cNvCxnSpPr/>
          <p:nvPr/>
        </p:nvCxnSpPr>
        <p:spPr>
          <a:xfrm>
            <a:off x="10248900" y="152400"/>
            <a:ext cx="0" cy="2705100"/>
          </a:xfrm>
          <a:prstGeom prst="line">
            <a:avLst/>
          </a:prstGeom>
          <a:noFill/>
          <a:ln w="19050" cap="flat" cmpd="sng" algn="ctr">
            <a:solidFill>
              <a:srgbClr val="0091BD"/>
            </a:solidFill>
            <a:prstDash val="solid"/>
            <a:miter lim="800000"/>
          </a:ln>
          <a:effectLst/>
        </p:spPr>
      </p:cxnSp>
      <p:cxnSp>
        <p:nvCxnSpPr>
          <p:cNvPr id="2914" name="Straight Connector 2913">
            <a:extLst>
              <a:ext uri="{FF2B5EF4-FFF2-40B4-BE49-F238E27FC236}">
                <a16:creationId xmlns:a16="http://schemas.microsoft.com/office/drawing/2014/main" id="{D8ABC993-BDD5-C0F1-829E-DFA32E7A3B03}"/>
              </a:ext>
            </a:extLst>
          </p:cNvPr>
          <p:cNvCxnSpPr/>
          <p:nvPr/>
        </p:nvCxnSpPr>
        <p:spPr>
          <a:xfrm>
            <a:off x="8915400" y="1524000"/>
            <a:ext cx="0" cy="1257300"/>
          </a:xfrm>
          <a:prstGeom prst="line">
            <a:avLst/>
          </a:prstGeom>
          <a:noFill/>
          <a:ln w="25400" cap="flat" cmpd="sng" algn="ctr">
            <a:solidFill>
              <a:srgbClr val="FF0000"/>
            </a:solidFill>
            <a:prstDash val="solid"/>
            <a:miter lim="800000"/>
          </a:ln>
          <a:effectLst/>
        </p:spPr>
      </p:cxnSp>
      <p:cxnSp>
        <p:nvCxnSpPr>
          <p:cNvPr id="2915" name="Straight Connector 2914">
            <a:extLst>
              <a:ext uri="{FF2B5EF4-FFF2-40B4-BE49-F238E27FC236}">
                <a16:creationId xmlns:a16="http://schemas.microsoft.com/office/drawing/2014/main" id="{5B51DE07-B322-6D86-0AFF-C52936C871AA}"/>
              </a:ext>
            </a:extLst>
          </p:cNvPr>
          <p:cNvCxnSpPr/>
          <p:nvPr/>
        </p:nvCxnSpPr>
        <p:spPr>
          <a:xfrm>
            <a:off x="8915400" y="2781300"/>
            <a:ext cx="1257300" cy="0"/>
          </a:xfrm>
          <a:prstGeom prst="line">
            <a:avLst/>
          </a:prstGeom>
          <a:noFill/>
          <a:ln w="25400" cap="flat" cmpd="sng" algn="ctr">
            <a:solidFill>
              <a:srgbClr val="FF0000"/>
            </a:solidFill>
            <a:prstDash val="solid"/>
            <a:miter lim="800000"/>
          </a:ln>
          <a:effectLst/>
        </p:spPr>
      </p:cxnSp>
      <p:sp>
        <p:nvSpPr>
          <p:cNvPr id="2916" name="Rectangle 2915">
            <a:extLst>
              <a:ext uri="{FF2B5EF4-FFF2-40B4-BE49-F238E27FC236}">
                <a16:creationId xmlns:a16="http://schemas.microsoft.com/office/drawing/2014/main" id="{82D64086-8D51-7FFC-0CC8-5447AE45E5AF}"/>
              </a:ext>
            </a:extLst>
          </p:cNvPr>
          <p:cNvSpPr/>
          <p:nvPr/>
        </p:nvSpPr>
        <p:spPr>
          <a:xfrm>
            <a:off x="9220200" y="32385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17" name="Rectangle 2916">
            <a:extLst>
              <a:ext uri="{FF2B5EF4-FFF2-40B4-BE49-F238E27FC236}">
                <a16:creationId xmlns:a16="http://schemas.microsoft.com/office/drawing/2014/main" id="{B5BEABE7-274A-8DDC-4F19-4D6A6D1782CE}"/>
              </a:ext>
            </a:extLst>
          </p:cNvPr>
          <p:cNvSpPr/>
          <p:nvPr/>
        </p:nvSpPr>
        <p:spPr>
          <a:xfrm>
            <a:off x="9372600" y="32385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18" name="Rectangle 2917">
            <a:extLst>
              <a:ext uri="{FF2B5EF4-FFF2-40B4-BE49-F238E27FC236}">
                <a16:creationId xmlns:a16="http://schemas.microsoft.com/office/drawing/2014/main" id="{4E481FDB-B953-5F68-E956-04A33591ADB5}"/>
              </a:ext>
            </a:extLst>
          </p:cNvPr>
          <p:cNvSpPr/>
          <p:nvPr/>
        </p:nvSpPr>
        <p:spPr>
          <a:xfrm>
            <a:off x="9525000" y="32385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19" name="Rectangle 2918">
            <a:extLst>
              <a:ext uri="{FF2B5EF4-FFF2-40B4-BE49-F238E27FC236}">
                <a16:creationId xmlns:a16="http://schemas.microsoft.com/office/drawing/2014/main" id="{406EFD5A-EE7E-55FF-F9C9-160E6D87075F}"/>
              </a:ext>
            </a:extLst>
          </p:cNvPr>
          <p:cNvSpPr/>
          <p:nvPr/>
        </p:nvSpPr>
        <p:spPr>
          <a:xfrm>
            <a:off x="9677400" y="32385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20" name="Rectangle 2919">
            <a:extLst>
              <a:ext uri="{FF2B5EF4-FFF2-40B4-BE49-F238E27FC236}">
                <a16:creationId xmlns:a16="http://schemas.microsoft.com/office/drawing/2014/main" id="{74925844-D1A7-29CA-A825-F41AE71172A0}"/>
              </a:ext>
            </a:extLst>
          </p:cNvPr>
          <p:cNvSpPr/>
          <p:nvPr/>
        </p:nvSpPr>
        <p:spPr>
          <a:xfrm>
            <a:off x="9829800" y="32385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21" name="Rectangle 2920">
            <a:extLst>
              <a:ext uri="{FF2B5EF4-FFF2-40B4-BE49-F238E27FC236}">
                <a16:creationId xmlns:a16="http://schemas.microsoft.com/office/drawing/2014/main" id="{89A94080-65D4-2280-E452-129BE3856771}"/>
              </a:ext>
            </a:extLst>
          </p:cNvPr>
          <p:cNvSpPr/>
          <p:nvPr/>
        </p:nvSpPr>
        <p:spPr>
          <a:xfrm>
            <a:off x="9982200" y="32385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22" name="Rectangle 2921">
            <a:extLst>
              <a:ext uri="{FF2B5EF4-FFF2-40B4-BE49-F238E27FC236}">
                <a16:creationId xmlns:a16="http://schemas.microsoft.com/office/drawing/2014/main" id="{4327395A-937F-1FE9-6833-D087AC8A8B4D}"/>
              </a:ext>
            </a:extLst>
          </p:cNvPr>
          <p:cNvSpPr/>
          <p:nvPr/>
        </p:nvSpPr>
        <p:spPr>
          <a:xfrm>
            <a:off x="10134600" y="32385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23" name="Rectangle 2922">
            <a:extLst>
              <a:ext uri="{FF2B5EF4-FFF2-40B4-BE49-F238E27FC236}">
                <a16:creationId xmlns:a16="http://schemas.microsoft.com/office/drawing/2014/main" id="{904AC640-ED4D-6142-17EF-CA6C1795545C}"/>
              </a:ext>
            </a:extLst>
          </p:cNvPr>
          <p:cNvSpPr/>
          <p:nvPr/>
        </p:nvSpPr>
        <p:spPr>
          <a:xfrm>
            <a:off x="9067800" y="32385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24" name="Rectangle 2923">
            <a:extLst>
              <a:ext uri="{FF2B5EF4-FFF2-40B4-BE49-F238E27FC236}">
                <a16:creationId xmlns:a16="http://schemas.microsoft.com/office/drawing/2014/main" id="{651511A0-270F-BDBE-9C1C-071BF6FD75CD}"/>
              </a:ext>
            </a:extLst>
          </p:cNvPr>
          <p:cNvSpPr/>
          <p:nvPr/>
        </p:nvSpPr>
        <p:spPr>
          <a:xfrm>
            <a:off x="9220200" y="33909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25" name="Rectangle 2924">
            <a:extLst>
              <a:ext uri="{FF2B5EF4-FFF2-40B4-BE49-F238E27FC236}">
                <a16:creationId xmlns:a16="http://schemas.microsoft.com/office/drawing/2014/main" id="{9D7AEC90-4DFA-0661-A7AD-44BE93CCBA16}"/>
              </a:ext>
            </a:extLst>
          </p:cNvPr>
          <p:cNvSpPr/>
          <p:nvPr/>
        </p:nvSpPr>
        <p:spPr>
          <a:xfrm>
            <a:off x="9372600" y="3390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26" name="Rectangle 2925">
            <a:extLst>
              <a:ext uri="{FF2B5EF4-FFF2-40B4-BE49-F238E27FC236}">
                <a16:creationId xmlns:a16="http://schemas.microsoft.com/office/drawing/2014/main" id="{4EC7105D-38A4-31DE-D55F-A8B08575974C}"/>
              </a:ext>
            </a:extLst>
          </p:cNvPr>
          <p:cNvSpPr/>
          <p:nvPr/>
        </p:nvSpPr>
        <p:spPr>
          <a:xfrm>
            <a:off x="9525000" y="3390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27" name="Rectangle 2926">
            <a:extLst>
              <a:ext uri="{FF2B5EF4-FFF2-40B4-BE49-F238E27FC236}">
                <a16:creationId xmlns:a16="http://schemas.microsoft.com/office/drawing/2014/main" id="{975D4C8B-1DC0-FF16-8A0A-9FDF9FC93D33}"/>
              </a:ext>
            </a:extLst>
          </p:cNvPr>
          <p:cNvSpPr/>
          <p:nvPr/>
        </p:nvSpPr>
        <p:spPr>
          <a:xfrm>
            <a:off x="9677400" y="3390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28" name="Rectangle 2927">
            <a:extLst>
              <a:ext uri="{FF2B5EF4-FFF2-40B4-BE49-F238E27FC236}">
                <a16:creationId xmlns:a16="http://schemas.microsoft.com/office/drawing/2014/main" id="{33AB2965-20CD-3F72-D7CF-AF2D0F645CEC}"/>
              </a:ext>
            </a:extLst>
          </p:cNvPr>
          <p:cNvSpPr/>
          <p:nvPr/>
        </p:nvSpPr>
        <p:spPr>
          <a:xfrm>
            <a:off x="9829800" y="3390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29" name="Rectangle 2928">
            <a:extLst>
              <a:ext uri="{FF2B5EF4-FFF2-40B4-BE49-F238E27FC236}">
                <a16:creationId xmlns:a16="http://schemas.microsoft.com/office/drawing/2014/main" id="{D3610277-E730-AAD5-2D78-523983B7D450}"/>
              </a:ext>
            </a:extLst>
          </p:cNvPr>
          <p:cNvSpPr/>
          <p:nvPr/>
        </p:nvSpPr>
        <p:spPr>
          <a:xfrm>
            <a:off x="9982200" y="33909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30" name="Rectangle 2929">
            <a:extLst>
              <a:ext uri="{FF2B5EF4-FFF2-40B4-BE49-F238E27FC236}">
                <a16:creationId xmlns:a16="http://schemas.microsoft.com/office/drawing/2014/main" id="{39D44B0D-9A47-B506-67E5-71A95D06F0EA}"/>
              </a:ext>
            </a:extLst>
          </p:cNvPr>
          <p:cNvSpPr/>
          <p:nvPr/>
        </p:nvSpPr>
        <p:spPr>
          <a:xfrm>
            <a:off x="10134600" y="33909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31" name="Rectangle 2930">
            <a:extLst>
              <a:ext uri="{FF2B5EF4-FFF2-40B4-BE49-F238E27FC236}">
                <a16:creationId xmlns:a16="http://schemas.microsoft.com/office/drawing/2014/main" id="{2E8B46DB-6E65-A6AC-8E29-03267E695DC3}"/>
              </a:ext>
            </a:extLst>
          </p:cNvPr>
          <p:cNvSpPr/>
          <p:nvPr/>
        </p:nvSpPr>
        <p:spPr>
          <a:xfrm>
            <a:off x="9067800" y="33909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32" name="Rectangle 2931">
            <a:extLst>
              <a:ext uri="{FF2B5EF4-FFF2-40B4-BE49-F238E27FC236}">
                <a16:creationId xmlns:a16="http://schemas.microsoft.com/office/drawing/2014/main" id="{3BAB72F7-0F1D-7C46-6EFE-4616E85B8E9B}"/>
              </a:ext>
            </a:extLst>
          </p:cNvPr>
          <p:cNvSpPr/>
          <p:nvPr/>
        </p:nvSpPr>
        <p:spPr>
          <a:xfrm>
            <a:off x="9220200" y="35433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33" name="Rectangle 2932">
            <a:extLst>
              <a:ext uri="{FF2B5EF4-FFF2-40B4-BE49-F238E27FC236}">
                <a16:creationId xmlns:a16="http://schemas.microsoft.com/office/drawing/2014/main" id="{D9DE1362-45BC-DE60-D585-265D24D5F321}"/>
              </a:ext>
            </a:extLst>
          </p:cNvPr>
          <p:cNvSpPr/>
          <p:nvPr/>
        </p:nvSpPr>
        <p:spPr>
          <a:xfrm>
            <a:off x="9372600" y="35433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34" name="Rectangle 2933">
            <a:extLst>
              <a:ext uri="{FF2B5EF4-FFF2-40B4-BE49-F238E27FC236}">
                <a16:creationId xmlns:a16="http://schemas.microsoft.com/office/drawing/2014/main" id="{D0CFBD1A-643B-94D1-3CE7-429D8B7BF3CB}"/>
              </a:ext>
            </a:extLst>
          </p:cNvPr>
          <p:cNvSpPr/>
          <p:nvPr/>
        </p:nvSpPr>
        <p:spPr>
          <a:xfrm>
            <a:off x="9525000" y="35433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35" name="Rectangle 2934">
            <a:extLst>
              <a:ext uri="{FF2B5EF4-FFF2-40B4-BE49-F238E27FC236}">
                <a16:creationId xmlns:a16="http://schemas.microsoft.com/office/drawing/2014/main" id="{3439935E-6213-7407-5CD4-1B018B39C8B5}"/>
              </a:ext>
            </a:extLst>
          </p:cNvPr>
          <p:cNvSpPr/>
          <p:nvPr/>
        </p:nvSpPr>
        <p:spPr>
          <a:xfrm>
            <a:off x="9677400" y="35433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36" name="Rectangle 2935">
            <a:extLst>
              <a:ext uri="{FF2B5EF4-FFF2-40B4-BE49-F238E27FC236}">
                <a16:creationId xmlns:a16="http://schemas.microsoft.com/office/drawing/2014/main" id="{65C8029E-F11B-BBDB-2A9A-0CD2DAED5558}"/>
              </a:ext>
            </a:extLst>
          </p:cNvPr>
          <p:cNvSpPr/>
          <p:nvPr/>
        </p:nvSpPr>
        <p:spPr>
          <a:xfrm>
            <a:off x="9829800" y="35433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37" name="Rectangle 2936">
            <a:extLst>
              <a:ext uri="{FF2B5EF4-FFF2-40B4-BE49-F238E27FC236}">
                <a16:creationId xmlns:a16="http://schemas.microsoft.com/office/drawing/2014/main" id="{5DB06286-C6CF-4D65-A5F3-BB2FB2D8D541}"/>
              </a:ext>
            </a:extLst>
          </p:cNvPr>
          <p:cNvSpPr/>
          <p:nvPr/>
        </p:nvSpPr>
        <p:spPr>
          <a:xfrm>
            <a:off x="9982200" y="35433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38" name="Rectangle 2937">
            <a:extLst>
              <a:ext uri="{FF2B5EF4-FFF2-40B4-BE49-F238E27FC236}">
                <a16:creationId xmlns:a16="http://schemas.microsoft.com/office/drawing/2014/main" id="{827CBAEB-9A61-D0ED-35B9-CDF43FFC9713}"/>
              </a:ext>
            </a:extLst>
          </p:cNvPr>
          <p:cNvSpPr/>
          <p:nvPr/>
        </p:nvSpPr>
        <p:spPr>
          <a:xfrm>
            <a:off x="10134600" y="35433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39" name="Rectangle 2938">
            <a:extLst>
              <a:ext uri="{FF2B5EF4-FFF2-40B4-BE49-F238E27FC236}">
                <a16:creationId xmlns:a16="http://schemas.microsoft.com/office/drawing/2014/main" id="{6E7FC023-99D4-8198-B33D-FE2AA253C21B}"/>
              </a:ext>
            </a:extLst>
          </p:cNvPr>
          <p:cNvSpPr/>
          <p:nvPr/>
        </p:nvSpPr>
        <p:spPr>
          <a:xfrm>
            <a:off x="9067800" y="35433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40" name="Rectangle 2939">
            <a:extLst>
              <a:ext uri="{FF2B5EF4-FFF2-40B4-BE49-F238E27FC236}">
                <a16:creationId xmlns:a16="http://schemas.microsoft.com/office/drawing/2014/main" id="{A51B057A-B6AE-B4AB-A204-F53642E422C9}"/>
              </a:ext>
            </a:extLst>
          </p:cNvPr>
          <p:cNvSpPr/>
          <p:nvPr/>
        </p:nvSpPr>
        <p:spPr>
          <a:xfrm>
            <a:off x="9220200" y="36957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41" name="Rectangle 2940">
            <a:extLst>
              <a:ext uri="{FF2B5EF4-FFF2-40B4-BE49-F238E27FC236}">
                <a16:creationId xmlns:a16="http://schemas.microsoft.com/office/drawing/2014/main" id="{2D6605A3-E3BB-DB15-5BC5-A809D7238F4D}"/>
              </a:ext>
            </a:extLst>
          </p:cNvPr>
          <p:cNvSpPr/>
          <p:nvPr/>
        </p:nvSpPr>
        <p:spPr>
          <a:xfrm>
            <a:off x="9372600" y="36957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42" name="Rectangle 2941">
            <a:extLst>
              <a:ext uri="{FF2B5EF4-FFF2-40B4-BE49-F238E27FC236}">
                <a16:creationId xmlns:a16="http://schemas.microsoft.com/office/drawing/2014/main" id="{F8494014-D9CF-31C5-36BD-7902CD01CCB1}"/>
              </a:ext>
            </a:extLst>
          </p:cNvPr>
          <p:cNvSpPr/>
          <p:nvPr/>
        </p:nvSpPr>
        <p:spPr>
          <a:xfrm>
            <a:off x="9525000" y="36957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43" name="Rectangle 2942">
            <a:extLst>
              <a:ext uri="{FF2B5EF4-FFF2-40B4-BE49-F238E27FC236}">
                <a16:creationId xmlns:a16="http://schemas.microsoft.com/office/drawing/2014/main" id="{6CFE8BD1-BB3F-A74A-7434-218DCA9A3CD0}"/>
              </a:ext>
            </a:extLst>
          </p:cNvPr>
          <p:cNvSpPr/>
          <p:nvPr/>
        </p:nvSpPr>
        <p:spPr>
          <a:xfrm>
            <a:off x="9677400" y="36957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44" name="Rectangle 2943">
            <a:extLst>
              <a:ext uri="{FF2B5EF4-FFF2-40B4-BE49-F238E27FC236}">
                <a16:creationId xmlns:a16="http://schemas.microsoft.com/office/drawing/2014/main" id="{49D059D3-C2BC-6266-6619-612EFE3EBCC1}"/>
              </a:ext>
            </a:extLst>
          </p:cNvPr>
          <p:cNvSpPr/>
          <p:nvPr/>
        </p:nvSpPr>
        <p:spPr>
          <a:xfrm>
            <a:off x="9829800" y="36957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45" name="Rectangle 2944">
            <a:extLst>
              <a:ext uri="{FF2B5EF4-FFF2-40B4-BE49-F238E27FC236}">
                <a16:creationId xmlns:a16="http://schemas.microsoft.com/office/drawing/2014/main" id="{2596EC2E-3063-DF5F-63C9-09CF57258ED8}"/>
              </a:ext>
            </a:extLst>
          </p:cNvPr>
          <p:cNvSpPr/>
          <p:nvPr/>
        </p:nvSpPr>
        <p:spPr>
          <a:xfrm>
            <a:off x="9982200" y="36957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46" name="Rectangle 2945">
            <a:extLst>
              <a:ext uri="{FF2B5EF4-FFF2-40B4-BE49-F238E27FC236}">
                <a16:creationId xmlns:a16="http://schemas.microsoft.com/office/drawing/2014/main" id="{9F4490E7-3A32-FAE3-85BC-B6C723AFE6B6}"/>
              </a:ext>
            </a:extLst>
          </p:cNvPr>
          <p:cNvSpPr/>
          <p:nvPr/>
        </p:nvSpPr>
        <p:spPr>
          <a:xfrm>
            <a:off x="10134600" y="36957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47" name="Rectangle 2946">
            <a:extLst>
              <a:ext uri="{FF2B5EF4-FFF2-40B4-BE49-F238E27FC236}">
                <a16:creationId xmlns:a16="http://schemas.microsoft.com/office/drawing/2014/main" id="{E105663E-D0CA-F448-16FB-544EE9A38685}"/>
              </a:ext>
            </a:extLst>
          </p:cNvPr>
          <p:cNvSpPr/>
          <p:nvPr/>
        </p:nvSpPr>
        <p:spPr>
          <a:xfrm>
            <a:off x="9067800" y="36957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48" name="Rectangle 2947">
            <a:extLst>
              <a:ext uri="{FF2B5EF4-FFF2-40B4-BE49-F238E27FC236}">
                <a16:creationId xmlns:a16="http://schemas.microsoft.com/office/drawing/2014/main" id="{16BA673A-6FFD-B900-FE8F-8976C7BA4FE9}"/>
              </a:ext>
            </a:extLst>
          </p:cNvPr>
          <p:cNvSpPr/>
          <p:nvPr/>
        </p:nvSpPr>
        <p:spPr>
          <a:xfrm>
            <a:off x="9220200" y="38481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49" name="Rectangle 2948">
            <a:extLst>
              <a:ext uri="{FF2B5EF4-FFF2-40B4-BE49-F238E27FC236}">
                <a16:creationId xmlns:a16="http://schemas.microsoft.com/office/drawing/2014/main" id="{0B79CF02-6B70-A31F-70F0-D0A44C432A2A}"/>
              </a:ext>
            </a:extLst>
          </p:cNvPr>
          <p:cNvSpPr/>
          <p:nvPr/>
        </p:nvSpPr>
        <p:spPr>
          <a:xfrm>
            <a:off x="9372600" y="38481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50" name="Rectangle 2949">
            <a:extLst>
              <a:ext uri="{FF2B5EF4-FFF2-40B4-BE49-F238E27FC236}">
                <a16:creationId xmlns:a16="http://schemas.microsoft.com/office/drawing/2014/main" id="{F37AB49F-3C10-905D-3B2B-B11FD7658157}"/>
              </a:ext>
            </a:extLst>
          </p:cNvPr>
          <p:cNvSpPr/>
          <p:nvPr/>
        </p:nvSpPr>
        <p:spPr>
          <a:xfrm>
            <a:off x="9525000" y="38481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51" name="Rectangle 2950">
            <a:extLst>
              <a:ext uri="{FF2B5EF4-FFF2-40B4-BE49-F238E27FC236}">
                <a16:creationId xmlns:a16="http://schemas.microsoft.com/office/drawing/2014/main" id="{CC9969E2-2B1D-094D-DDD7-E51B4A1CF763}"/>
              </a:ext>
            </a:extLst>
          </p:cNvPr>
          <p:cNvSpPr/>
          <p:nvPr/>
        </p:nvSpPr>
        <p:spPr>
          <a:xfrm>
            <a:off x="9677400" y="38481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52" name="Rectangle 2951">
            <a:extLst>
              <a:ext uri="{FF2B5EF4-FFF2-40B4-BE49-F238E27FC236}">
                <a16:creationId xmlns:a16="http://schemas.microsoft.com/office/drawing/2014/main" id="{9CBB4522-F00A-FFFA-CAAC-CF3DF18F09EB}"/>
              </a:ext>
            </a:extLst>
          </p:cNvPr>
          <p:cNvSpPr/>
          <p:nvPr/>
        </p:nvSpPr>
        <p:spPr>
          <a:xfrm>
            <a:off x="9829800" y="38481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53" name="Rectangle 2952">
            <a:extLst>
              <a:ext uri="{FF2B5EF4-FFF2-40B4-BE49-F238E27FC236}">
                <a16:creationId xmlns:a16="http://schemas.microsoft.com/office/drawing/2014/main" id="{2E3309F0-3B05-E0FE-0582-39DBA8C96A06}"/>
              </a:ext>
            </a:extLst>
          </p:cNvPr>
          <p:cNvSpPr/>
          <p:nvPr/>
        </p:nvSpPr>
        <p:spPr>
          <a:xfrm>
            <a:off x="9982200" y="38481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54" name="Rectangle 2953">
            <a:extLst>
              <a:ext uri="{FF2B5EF4-FFF2-40B4-BE49-F238E27FC236}">
                <a16:creationId xmlns:a16="http://schemas.microsoft.com/office/drawing/2014/main" id="{17C1CF24-F020-BE0E-0ADE-7B2D4FDC71B9}"/>
              </a:ext>
            </a:extLst>
          </p:cNvPr>
          <p:cNvSpPr/>
          <p:nvPr/>
        </p:nvSpPr>
        <p:spPr>
          <a:xfrm>
            <a:off x="10134600" y="38481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55" name="Rectangle 2954">
            <a:extLst>
              <a:ext uri="{FF2B5EF4-FFF2-40B4-BE49-F238E27FC236}">
                <a16:creationId xmlns:a16="http://schemas.microsoft.com/office/drawing/2014/main" id="{601C580C-70C5-3423-A345-1583CD4AE3A2}"/>
              </a:ext>
            </a:extLst>
          </p:cNvPr>
          <p:cNvSpPr/>
          <p:nvPr/>
        </p:nvSpPr>
        <p:spPr>
          <a:xfrm>
            <a:off x="9067800" y="38481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56" name="Rectangle 2955">
            <a:extLst>
              <a:ext uri="{FF2B5EF4-FFF2-40B4-BE49-F238E27FC236}">
                <a16:creationId xmlns:a16="http://schemas.microsoft.com/office/drawing/2014/main" id="{5F3836B6-BE5E-D4ED-08B5-B34F26AE4600}"/>
              </a:ext>
            </a:extLst>
          </p:cNvPr>
          <p:cNvSpPr/>
          <p:nvPr/>
        </p:nvSpPr>
        <p:spPr>
          <a:xfrm>
            <a:off x="9220200" y="40005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57" name="Rectangle 2956">
            <a:extLst>
              <a:ext uri="{FF2B5EF4-FFF2-40B4-BE49-F238E27FC236}">
                <a16:creationId xmlns:a16="http://schemas.microsoft.com/office/drawing/2014/main" id="{D53AEF85-B4E1-1413-DC63-65089311B580}"/>
              </a:ext>
            </a:extLst>
          </p:cNvPr>
          <p:cNvSpPr/>
          <p:nvPr/>
        </p:nvSpPr>
        <p:spPr>
          <a:xfrm>
            <a:off x="9372600" y="40005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58" name="Rectangle 2957">
            <a:extLst>
              <a:ext uri="{FF2B5EF4-FFF2-40B4-BE49-F238E27FC236}">
                <a16:creationId xmlns:a16="http://schemas.microsoft.com/office/drawing/2014/main" id="{CE55A65E-5BA8-DA62-FF54-B48679942B5D}"/>
              </a:ext>
            </a:extLst>
          </p:cNvPr>
          <p:cNvSpPr/>
          <p:nvPr/>
        </p:nvSpPr>
        <p:spPr>
          <a:xfrm>
            <a:off x="9525000" y="40005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59" name="Rectangle 2958">
            <a:extLst>
              <a:ext uri="{FF2B5EF4-FFF2-40B4-BE49-F238E27FC236}">
                <a16:creationId xmlns:a16="http://schemas.microsoft.com/office/drawing/2014/main" id="{F24EDB86-EC78-32D5-42F1-02F0C8363FCF}"/>
              </a:ext>
            </a:extLst>
          </p:cNvPr>
          <p:cNvSpPr/>
          <p:nvPr/>
        </p:nvSpPr>
        <p:spPr>
          <a:xfrm>
            <a:off x="9677400" y="40005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60" name="Rectangle 2959">
            <a:extLst>
              <a:ext uri="{FF2B5EF4-FFF2-40B4-BE49-F238E27FC236}">
                <a16:creationId xmlns:a16="http://schemas.microsoft.com/office/drawing/2014/main" id="{CB2725C5-578E-F93A-A4A7-51C7B1669B2D}"/>
              </a:ext>
            </a:extLst>
          </p:cNvPr>
          <p:cNvSpPr/>
          <p:nvPr/>
        </p:nvSpPr>
        <p:spPr>
          <a:xfrm>
            <a:off x="9829800" y="40005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61" name="Rectangle 2960">
            <a:extLst>
              <a:ext uri="{FF2B5EF4-FFF2-40B4-BE49-F238E27FC236}">
                <a16:creationId xmlns:a16="http://schemas.microsoft.com/office/drawing/2014/main" id="{8CCB206E-EDBE-E86D-CAC1-31E144364AD5}"/>
              </a:ext>
            </a:extLst>
          </p:cNvPr>
          <p:cNvSpPr/>
          <p:nvPr/>
        </p:nvSpPr>
        <p:spPr>
          <a:xfrm>
            <a:off x="9982200" y="40005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62" name="Rectangle 2961">
            <a:extLst>
              <a:ext uri="{FF2B5EF4-FFF2-40B4-BE49-F238E27FC236}">
                <a16:creationId xmlns:a16="http://schemas.microsoft.com/office/drawing/2014/main" id="{1D790951-E2DC-E7D3-1BD9-40BC818FAE63}"/>
              </a:ext>
            </a:extLst>
          </p:cNvPr>
          <p:cNvSpPr/>
          <p:nvPr/>
        </p:nvSpPr>
        <p:spPr>
          <a:xfrm>
            <a:off x="10134600" y="4000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63" name="Rectangle 2962">
            <a:extLst>
              <a:ext uri="{FF2B5EF4-FFF2-40B4-BE49-F238E27FC236}">
                <a16:creationId xmlns:a16="http://schemas.microsoft.com/office/drawing/2014/main" id="{DE01F715-5247-8966-42A8-F464BC931E70}"/>
              </a:ext>
            </a:extLst>
          </p:cNvPr>
          <p:cNvSpPr/>
          <p:nvPr/>
        </p:nvSpPr>
        <p:spPr>
          <a:xfrm>
            <a:off x="9067800" y="40005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64" name="Rectangle 2963">
            <a:extLst>
              <a:ext uri="{FF2B5EF4-FFF2-40B4-BE49-F238E27FC236}">
                <a16:creationId xmlns:a16="http://schemas.microsoft.com/office/drawing/2014/main" id="{8AFAC59C-E7FA-B08F-50AC-124485FF3C32}"/>
              </a:ext>
            </a:extLst>
          </p:cNvPr>
          <p:cNvSpPr/>
          <p:nvPr/>
        </p:nvSpPr>
        <p:spPr>
          <a:xfrm>
            <a:off x="9220200" y="41529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65" name="Rectangle 2964">
            <a:extLst>
              <a:ext uri="{FF2B5EF4-FFF2-40B4-BE49-F238E27FC236}">
                <a16:creationId xmlns:a16="http://schemas.microsoft.com/office/drawing/2014/main" id="{1F77A252-E541-AE13-B270-192C364DA6F1}"/>
              </a:ext>
            </a:extLst>
          </p:cNvPr>
          <p:cNvSpPr/>
          <p:nvPr/>
        </p:nvSpPr>
        <p:spPr>
          <a:xfrm>
            <a:off x="9372600" y="4152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66" name="Rectangle 2965">
            <a:extLst>
              <a:ext uri="{FF2B5EF4-FFF2-40B4-BE49-F238E27FC236}">
                <a16:creationId xmlns:a16="http://schemas.microsoft.com/office/drawing/2014/main" id="{29CCB88E-CED9-EF5C-C174-5B5069A80AD4}"/>
              </a:ext>
            </a:extLst>
          </p:cNvPr>
          <p:cNvSpPr/>
          <p:nvPr/>
        </p:nvSpPr>
        <p:spPr>
          <a:xfrm>
            <a:off x="9525000" y="4152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67" name="Rectangle 2966">
            <a:extLst>
              <a:ext uri="{FF2B5EF4-FFF2-40B4-BE49-F238E27FC236}">
                <a16:creationId xmlns:a16="http://schemas.microsoft.com/office/drawing/2014/main" id="{6DC494BE-6998-B516-2216-041D7B4CF9A3}"/>
              </a:ext>
            </a:extLst>
          </p:cNvPr>
          <p:cNvSpPr/>
          <p:nvPr/>
        </p:nvSpPr>
        <p:spPr>
          <a:xfrm>
            <a:off x="9677400" y="4152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68" name="Rectangle 2967">
            <a:extLst>
              <a:ext uri="{FF2B5EF4-FFF2-40B4-BE49-F238E27FC236}">
                <a16:creationId xmlns:a16="http://schemas.microsoft.com/office/drawing/2014/main" id="{CE37BBC8-DF2F-E8A9-AF5C-051817F6480B}"/>
              </a:ext>
            </a:extLst>
          </p:cNvPr>
          <p:cNvSpPr/>
          <p:nvPr/>
        </p:nvSpPr>
        <p:spPr>
          <a:xfrm>
            <a:off x="9829800" y="4152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69" name="Rectangle 2968">
            <a:extLst>
              <a:ext uri="{FF2B5EF4-FFF2-40B4-BE49-F238E27FC236}">
                <a16:creationId xmlns:a16="http://schemas.microsoft.com/office/drawing/2014/main" id="{45DE59B7-2975-6C34-FBC4-051C9C2BFDE3}"/>
              </a:ext>
            </a:extLst>
          </p:cNvPr>
          <p:cNvSpPr/>
          <p:nvPr/>
        </p:nvSpPr>
        <p:spPr>
          <a:xfrm>
            <a:off x="9982200" y="41529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70" name="Rectangle 2969">
            <a:extLst>
              <a:ext uri="{FF2B5EF4-FFF2-40B4-BE49-F238E27FC236}">
                <a16:creationId xmlns:a16="http://schemas.microsoft.com/office/drawing/2014/main" id="{32EFDC25-932F-B861-AF1E-86CD1682A2E5}"/>
              </a:ext>
            </a:extLst>
          </p:cNvPr>
          <p:cNvSpPr/>
          <p:nvPr/>
        </p:nvSpPr>
        <p:spPr>
          <a:xfrm>
            <a:off x="10134600" y="41529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71" name="Rectangle 2970">
            <a:extLst>
              <a:ext uri="{FF2B5EF4-FFF2-40B4-BE49-F238E27FC236}">
                <a16:creationId xmlns:a16="http://schemas.microsoft.com/office/drawing/2014/main" id="{850589DB-10F4-B6AF-EDAC-31B2D2D0721B}"/>
              </a:ext>
            </a:extLst>
          </p:cNvPr>
          <p:cNvSpPr/>
          <p:nvPr/>
        </p:nvSpPr>
        <p:spPr>
          <a:xfrm>
            <a:off x="9067800" y="41529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72" name="Rectangle 2971">
            <a:extLst>
              <a:ext uri="{FF2B5EF4-FFF2-40B4-BE49-F238E27FC236}">
                <a16:creationId xmlns:a16="http://schemas.microsoft.com/office/drawing/2014/main" id="{88B14C59-FDC5-DEDE-7289-3520789D1852}"/>
              </a:ext>
            </a:extLst>
          </p:cNvPr>
          <p:cNvSpPr/>
          <p:nvPr/>
        </p:nvSpPr>
        <p:spPr>
          <a:xfrm>
            <a:off x="9220200" y="43053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73" name="Rectangle 2972">
            <a:extLst>
              <a:ext uri="{FF2B5EF4-FFF2-40B4-BE49-F238E27FC236}">
                <a16:creationId xmlns:a16="http://schemas.microsoft.com/office/drawing/2014/main" id="{1C63CDCA-C373-34FF-C288-B9C497372078}"/>
              </a:ext>
            </a:extLst>
          </p:cNvPr>
          <p:cNvSpPr/>
          <p:nvPr/>
        </p:nvSpPr>
        <p:spPr>
          <a:xfrm>
            <a:off x="9372600" y="43053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74" name="Rectangle 2973">
            <a:extLst>
              <a:ext uri="{FF2B5EF4-FFF2-40B4-BE49-F238E27FC236}">
                <a16:creationId xmlns:a16="http://schemas.microsoft.com/office/drawing/2014/main" id="{815C9D09-47FE-304C-B9BB-F3C956AFC7D9}"/>
              </a:ext>
            </a:extLst>
          </p:cNvPr>
          <p:cNvSpPr/>
          <p:nvPr/>
        </p:nvSpPr>
        <p:spPr>
          <a:xfrm>
            <a:off x="9525000" y="43053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75" name="Rectangle 2974">
            <a:extLst>
              <a:ext uri="{FF2B5EF4-FFF2-40B4-BE49-F238E27FC236}">
                <a16:creationId xmlns:a16="http://schemas.microsoft.com/office/drawing/2014/main" id="{0864452A-3F6C-5C99-4C15-04846C9726D7}"/>
              </a:ext>
            </a:extLst>
          </p:cNvPr>
          <p:cNvSpPr/>
          <p:nvPr/>
        </p:nvSpPr>
        <p:spPr>
          <a:xfrm>
            <a:off x="9677400" y="43053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76" name="Rectangle 2975">
            <a:extLst>
              <a:ext uri="{FF2B5EF4-FFF2-40B4-BE49-F238E27FC236}">
                <a16:creationId xmlns:a16="http://schemas.microsoft.com/office/drawing/2014/main" id="{CC60DBD1-0587-7108-EB1F-DB581EB0798D}"/>
              </a:ext>
            </a:extLst>
          </p:cNvPr>
          <p:cNvSpPr/>
          <p:nvPr/>
        </p:nvSpPr>
        <p:spPr>
          <a:xfrm>
            <a:off x="9829800" y="43053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77" name="Rectangle 2976">
            <a:extLst>
              <a:ext uri="{FF2B5EF4-FFF2-40B4-BE49-F238E27FC236}">
                <a16:creationId xmlns:a16="http://schemas.microsoft.com/office/drawing/2014/main" id="{E9DB1B2C-212C-8B45-1DA0-30975A23D7A5}"/>
              </a:ext>
            </a:extLst>
          </p:cNvPr>
          <p:cNvSpPr/>
          <p:nvPr/>
        </p:nvSpPr>
        <p:spPr>
          <a:xfrm>
            <a:off x="9982200" y="43053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78" name="Rectangle 2977">
            <a:extLst>
              <a:ext uri="{FF2B5EF4-FFF2-40B4-BE49-F238E27FC236}">
                <a16:creationId xmlns:a16="http://schemas.microsoft.com/office/drawing/2014/main" id="{CA04BB60-9357-6E60-120D-F29C8B9A7CBB}"/>
              </a:ext>
            </a:extLst>
          </p:cNvPr>
          <p:cNvSpPr/>
          <p:nvPr/>
        </p:nvSpPr>
        <p:spPr>
          <a:xfrm>
            <a:off x="10134600" y="43053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79" name="Rectangle 2978">
            <a:extLst>
              <a:ext uri="{FF2B5EF4-FFF2-40B4-BE49-F238E27FC236}">
                <a16:creationId xmlns:a16="http://schemas.microsoft.com/office/drawing/2014/main" id="{5C175229-62A9-BBA1-7D0F-87189DF0F718}"/>
              </a:ext>
            </a:extLst>
          </p:cNvPr>
          <p:cNvSpPr/>
          <p:nvPr/>
        </p:nvSpPr>
        <p:spPr>
          <a:xfrm>
            <a:off x="9067800" y="4305300"/>
            <a:ext cx="76200" cy="76200"/>
          </a:xfrm>
          <a:prstGeom prst="rect">
            <a:avLst/>
          </a:prstGeom>
          <a:solidFill>
            <a:srgbClr val="95D600">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80" name="Rectangle 2979">
            <a:extLst>
              <a:ext uri="{FF2B5EF4-FFF2-40B4-BE49-F238E27FC236}">
                <a16:creationId xmlns:a16="http://schemas.microsoft.com/office/drawing/2014/main" id="{8DFB3780-A899-D2DD-9DAF-CE0622908EAC}"/>
              </a:ext>
            </a:extLst>
          </p:cNvPr>
          <p:cNvSpPr/>
          <p:nvPr/>
        </p:nvSpPr>
        <p:spPr>
          <a:xfrm>
            <a:off x="10439400" y="32385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81" name="Rectangle 2980">
            <a:extLst>
              <a:ext uri="{FF2B5EF4-FFF2-40B4-BE49-F238E27FC236}">
                <a16:creationId xmlns:a16="http://schemas.microsoft.com/office/drawing/2014/main" id="{07257C90-D0D5-A37B-BF69-8128A55C10C4}"/>
              </a:ext>
            </a:extLst>
          </p:cNvPr>
          <p:cNvSpPr/>
          <p:nvPr/>
        </p:nvSpPr>
        <p:spPr>
          <a:xfrm>
            <a:off x="10591800" y="32385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82" name="Rectangle 2981">
            <a:extLst>
              <a:ext uri="{FF2B5EF4-FFF2-40B4-BE49-F238E27FC236}">
                <a16:creationId xmlns:a16="http://schemas.microsoft.com/office/drawing/2014/main" id="{E2EA9E47-CD99-A9DD-9D2D-3CC806D90297}"/>
              </a:ext>
            </a:extLst>
          </p:cNvPr>
          <p:cNvSpPr/>
          <p:nvPr/>
        </p:nvSpPr>
        <p:spPr>
          <a:xfrm>
            <a:off x="10744200" y="32385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83" name="Rectangle 2982">
            <a:extLst>
              <a:ext uri="{FF2B5EF4-FFF2-40B4-BE49-F238E27FC236}">
                <a16:creationId xmlns:a16="http://schemas.microsoft.com/office/drawing/2014/main" id="{0D33B151-5072-C9BC-555C-B46F0D2FC311}"/>
              </a:ext>
            </a:extLst>
          </p:cNvPr>
          <p:cNvSpPr/>
          <p:nvPr/>
        </p:nvSpPr>
        <p:spPr>
          <a:xfrm>
            <a:off x="10896600" y="32385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84" name="Rectangle 2983">
            <a:extLst>
              <a:ext uri="{FF2B5EF4-FFF2-40B4-BE49-F238E27FC236}">
                <a16:creationId xmlns:a16="http://schemas.microsoft.com/office/drawing/2014/main" id="{B50FA6C5-C311-EC54-32E8-9FF0DBBF6F95}"/>
              </a:ext>
            </a:extLst>
          </p:cNvPr>
          <p:cNvSpPr/>
          <p:nvPr/>
        </p:nvSpPr>
        <p:spPr>
          <a:xfrm>
            <a:off x="11049000" y="32385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85" name="Rectangle 2984">
            <a:extLst>
              <a:ext uri="{FF2B5EF4-FFF2-40B4-BE49-F238E27FC236}">
                <a16:creationId xmlns:a16="http://schemas.microsoft.com/office/drawing/2014/main" id="{16F3846B-6037-92A8-1300-6D1C77985210}"/>
              </a:ext>
            </a:extLst>
          </p:cNvPr>
          <p:cNvSpPr/>
          <p:nvPr/>
        </p:nvSpPr>
        <p:spPr>
          <a:xfrm>
            <a:off x="11201400" y="32385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86" name="Rectangle 2985">
            <a:extLst>
              <a:ext uri="{FF2B5EF4-FFF2-40B4-BE49-F238E27FC236}">
                <a16:creationId xmlns:a16="http://schemas.microsoft.com/office/drawing/2014/main" id="{5FCD4F94-522C-DB54-712F-77ADFF4F1303}"/>
              </a:ext>
            </a:extLst>
          </p:cNvPr>
          <p:cNvSpPr/>
          <p:nvPr/>
        </p:nvSpPr>
        <p:spPr>
          <a:xfrm>
            <a:off x="11353800" y="32385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87" name="Rectangle 2986">
            <a:extLst>
              <a:ext uri="{FF2B5EF4-FFF2-40B4-BE49-F238E27FC236}">
                <a16:creationId xmlns:a16="http://schemas.microsoft.com/office/drawing/2014/main" id="{53937CF9-3404-853A-F321-719A31AF9096}"/>
              </a:ext>
            </a:extLst>
          </p:cNvPr>
          <p:cNvSpPr/>
          <p:nvPr/>
        </p:nvSpPr>
        <p:spPr>
          <a:xfrm>
            <a:off x="10287000" y="32385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88" name="Rectangle 2987">
            <a:extLst>
              <a:ext uri="{FF2B5EF4-FFF2-40B4-BE49-F238E27FC236}">
                <a16:creationId xmlns:a16="http://schemas.microsoft.com/office/drawing/2014/main" id="{566E9D6A-C79D-E1C4-B6CD-D693B3AF1B64}"/>
              </a:ext>
            </a:extLst>
          </p:cNvPr>
          <p:cNvSpPr/>
          <p:nvPr/>
        </p:nvSpPr>
        <p:spPr>
          <a:xfrm>
            <a:off x="10439400" y="33909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89" name="Rectangle 2988">
            <a:extLst>
              <a:ext uri="{FF2B5EF4-FFF2-40B4-BE49-F238E27FC236}">
                <a16:creationId xmlns:a16="http://schemas.microsoft.com/office/drawing/2014/main" id="{C3107B0E-8E23-2B7D-865C-3CF1C01D5154}"/>
              </a:ext>
            </a:extLst>
          </p:cNvPr>
          <p:cNvSpPr/>
          <p:nvPr/>
        </p:nvSpPr>
        <p:spPr>
          <a:xfrm>
            <a:off x="10591800" y="33909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90" name="Rectangle 2989">
            <a:extLst>
              <a:ext uri="{FF2B5EF4-FFF2-40B4-BE49-F238E27FC236}">
                <a16:creationId xmlns:a16="http://schemas.microsoft.com/office/drawing/2014/main" id="{6CF1DE50-1D8D-2014-E68F-8548080F2F7E}"/>
              </a:ext>
            </a:extLst>
          </p:cNvPr>
          <p:cNvSpPr/>
          <p:nvPr/>
        </p:nvSpPr>
        <p:spPr>
          <a:xfrm>
            <a:off x="10744200" y="33909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91" name="Rectangle 2990">
            <a:extLst>
              <a:ext uri="{FF2B5EF4-FFF2-40B4-BE49-F238E27FC236}">
                <a16:creationId xmlns:a16="http://schemas.microsoft.com/office/drawing/2014/main" id="{F45181CA-C747-68B2-A26E-8C6505EE5888}"/>
              </a:ext>
            </a:extLst>
          </p:cNvPr>
          <p:cNvSpPr/>
          <p:nvPr/>
        </p:nvSpPr>
        <p:spPr>
          <a:xfrm>
            <a:off x="10896600" y="33909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92" name="Rectangle 2991">
            <a:extLst>
              <a:ext uri="{FF2B5EF4-FFF2-40B4-BE49-F238E27FC236}">
                <a16:creationId xmlns:a16="http://schemas.microsoft.com/office/drawing/2014/main" id="{B4124996-2E9A-CE25-4AEA-FC1D484860C5}"/>
              </a:ext>
            </a:extLst>
          </p:cNvPr>
          <p:cNvSpPr/>
          <p:nvPr/>
        </p:nvSpPr>
        <p:spPr>
          <a:xfrm>
            <a:off x="11049000" y="33909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93" name="Rectangle 2992">
            <a:extLst>
              <a:ext uri="{FF2B5EF4-FFF2-40B4-BE49-F238E27FC236}">
                <a16:creationId xmlns:a16="http://schemas.microsoft.com/office/drawing/2014/main" id="{9DFD9112-50F2-583B-E46E-41E1F66CB220}"/>
              </a:ext>
            </a:extLst>
          </p:cNvPr>
          <p:cNvSpPr/>
          <p:nvPr/>
        </p:nvSpPr>
        <p:spPr>
          <a:xfrm>
            <a:off x="11201400" y="33909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94" name="Rectangle 2993">
            <a:extLst>
              <a:ext uri="{FF2B5EF4-FFF2-40B4-BE49-F238E27FC236}">
                <a16:creationId xmlns:a16="http://schemas.microsoft.com/office/drawing/2014/main" id="{EAB14CC0-29D0-FC8D-7AD8-B648E5D9378E}"/>
              </a:ext>
            </a:extLst>
          </p:cNvPr>
          <p:cNvSpPr/>
          <p:nvPr/>
        </p:nvSpPr>
        <p:spPr>
          <a:xfrm>
            <a:off x="11353800" y="33909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95" name="Rectangle 2994">
            <a:extLst>
              <a:ext uri="{FF2B5EF4-FFF2-40B4-BE49-F238E27FC236}">
                <a16:creationId xmlns:a16="http://schemas.microsoft.com/office/drawing/2014/main" id="{EA38445E-9CC5-145A-28C4-21A27A5DB2C2}"/>
              </a:ext>
            </a:extLst>
          </p:cNvPr>
          <p:cNvSpPr/>
          <p:nvPr/>
        </p:nvSpPr>
        <p:spPr>
          <a:xfrm>
            <a:off x="10287000" y="33909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96" name="Rectangle 2995">
            <a:extLst>
              <a:ext uri="{FF2B5EF4-FFF2-40B4-BE49-F238E27FC236}">
                <a16:creationId xmlns:a16="http://schemas.microsoft.com/office/drawing/2014/main" id="{20A2E83F-A6A7-D15D-8D12-096262782841}"/>
              </a:ext>
            </a:extLst>
          </p:cNvPr>
          <p:cNvSpPr/>
          <p:nvPr/>
        </p:nvSpPr>
        <p:spPr>
          <a:xfrm>
            <a:off x="10439400" y="35433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97" name="Rectangle 2996">
            <a:extLst>
              <a:ext uri="{FF2B5EF4-FFF2-40B4-BE49-F238E27FC236}">
                <a16:creationId xmlns:a16="http://schemas.microsoft.com/office/drawing/2014/main" id="{744E5140-C18B-798F-7702-92DE57C34287}"/>
              </a:ext>
            </a:extLst>
          </p:cNvPr>
          <p:cNvSpPr/>
          <p:nvPr/>
        </p:nvSpPr>
        <p:spPr>
          <a:xfrm>
            <a:off x="10591800" y="35433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98" name="Rectangle 2997">
            <a:extLst>
              <a:ext uri="{FF2B5EF4-FFF2-40B4-BE49-F238E27FC236}">
                <a16:creationId xmlns:a16="http://schemas.microsoft.com/office/drawing/2014/main" id="{B819D4CD-0B0B-BAA0-FE91-5CDACEABA19A}"/>
              </a:ext>
            </a:extLst>
          </p:cNvPr>
          <p:cNvSpPr/>
          <p:nvPr/>
        </p:nvSpPr>
        <p:spPr>
          <a:xfrm>
            <a:off x="10744200" y="35433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2999" name="Rectangle 2998">
            <a:extLst>
              <a:ext uri="{FF2B5EF4-FFF2-40B4-BE49-F238E27FC236}">
                <a16:creationId xmlns:a16="http://schemas.microsoft.com/office/drawing/2014/main" id="{399B6FF3-CB1B-BA68-8E58-F67EC99474A2}"/>
              </a:ext>
            </a:extLst>
          </p:cNvPr>
          <p:cNvSpPr/>
          <p:nvPr/>
        </p:nvSpPr>
        <p:spPr>
          <a:xfrm>
            <a:off x="10896600" y="35433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00" name="Rectangle 2999">
            <a:extLst>
              <a:ext uri="{FF2B5EF4-FFF2-40B4-BE49-F238E27FC236}">
                <a16:creationId xmlns:a16="http://schemas.microsoft.com/office/drawing/2014/main" id="{E24A84C4-8F8F-357C-9EA1-5D3B645D8493}"/>
              </a:ext>
            </a:extLst>
          </p:cNvPr>
          <p:cNvSpPr/>
          <p:nvPr/>
        </p:nvSpPr>
        <p:spPr>
          <a:xfrm>
            <a:off x="11049000" y="35433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01" name="Rectangle 3000">
            <a:extLst>
              <a:ext uri="{FF2B5EF4-FFF2-40B4-BE49-F238E27FC236}">
                <a16:creationId xmlns:a16="http://schemas.microsoft.com/office/drawing/2014/main" id="{95F5F1A9-1E50-55BF-DA8A-1CD17060A0DB}"/>
              </a:ext>
            </a:extLst>
          </p:cNvPr>
          <p:cNvSpPr/>
          <p:nvPr/>
        </p:nvSpPr>
        <p:spPr>
          <a:xfrm>
            <a:off x="11201400" y="35433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02" name="Rectangle 3001">
            <a:extLst>
              <a:ext uri="{FF2B5EF4-FFF2-40B4-BE49-F238E27FC236}">
                <a16:creationId xmlns:a16="http://schemas.microsoft.com/office/drawing/2014/main" id="{5C2D2A59-EA25-3370-1D00-E78899FDF00E}"/>
              </a:ext>
            </a:extLst>
          </p:cNvPr>
          <p:cNvSpPr/>
          <p:nvPr/>
        </p:nvSpPr>
        <p:spPr>
          <a:xfrm>
            <a:off x="11353800" y="35433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03" name="Rectangle 3002">
            <a:extLst>
              <a:ext uri="{FF2B5EF4-FFF2-40B4-BE49-F238E27FC236}">
                <a16:creationId xmlns:a16="http://schemas.microsoft.com/office/drawing/2014/main" id="{8DB5DFE8-2087-E8D7-2F0D-584163751389}"/>
              </a:ext>
            </a:extLst>
          </p:cNvPr>
          <p:cNvSpPr/>
          <p:nvPr/>
        </p:nvSpPr>
        <p:spPr>
          <a:xfrm>
            <a:off x="10287000" y="35433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04" name="Rectangle 3003">
            <a:extLst>
              <a:ext uri="{FF2B5EF4-FFF2-40B4-BE49-F238E27FC236}">
                <a16:creationId xmlns:a16="http://schemas.microsoft.com/office/drawing/2014/main" id="{F0365520-73A2-B74B-BB85-F8977A44488D}"/>
              </a:ext>
            </a:extLst>
          </p:cNvPr>
          <p:cNvSpPr/>
          <p:nvPr/>
        </p:nvSpPr>
        <p:spPr>
          <a:xfrm>
            <a:off x="10439400" y="36957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05" name="Rectangle 3004">
            <a:extLst>
              <a:ext uri="{FF2B5EF4-FFF2-40B4-BE49-F238E27FC236}">
                <a16:creationId xmlns:a16="http://schemas.microsoft.com/office/drawing/2014/main" id="{9A67CBBF-A027-6955-9C10-DB794AF7370F}"/>
              </a:ext>
            </a:extLst>
          </p:cNvPr>
          <p:cNvSpPr/>
          <p:nvPr/>
        </p:nvSpPr>
        <p:spPr>
          <a:xfrm>
            <a:off x="10591800" y="36957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06" name="Rectangle 3005">
            <a:extLst>
              <a:ext uri="{FF2B5EF4-FFF2-40B4-BE49-F238E27FC236}">
                <a16:creationId xmlns:a16="http://schemas.microsoft.com/office/drawing/2014/main" id="{F966FC71-40FE-4394-E250-DC132B318E54}"/>
              </a:ext>
            </a:extLst>
          </p:cNvPr>
          <p:cNvSpPr/>
          <p:nvPr/>
        </p:nvSpPr>
        <p:spPr>
          <a:xfrm>
            <a:off x="10744200" y="36957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07" name="Rectangle 3006">
            <a:extLst>
              <a:ext uri="{FF2B5EF4-FFF2-40B4-BE49-F238E27FC236}">
                <a16:creationId xmlns:a16="http://schemas.microsoft.com/office/drawing/2014/main" id="{94FCEB7C-6AC2-4EA0-3AA9-19E49E271414}"/>
              </a:ext>
            </a:extLst>
          </p:cNvPr>
          <p:cNvSpPr/>
          <p:nvPr/>
        </p:nvSpPr>
        <p:spPr>
          <a:xfrm>
            <a:off x="10896600" y="36957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08" name="Rectangle 3007">
            <a:extLst>
              <a:ext uri="{FF2B5EF4-FFF2-40B4-BE49-F238E27FC236}">
                <a16:creationId xmlns:a16="http://schemas.microsoft.com/office/drawing/2014/main" id="{F2FFD4C2-FEC9-CA67-FE16-3AB16A5F8F2E}"/>
              </a:ext>
            </a:extLst>
          </p:cNvPr>
          <p:cNvSpPr/>
          <p:nvPr/>
        </p:nvSpPr>
        <p:spPr>
          <a:xfrm>
            <a:off x="11049000" y="36957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09" name="Rectangle 3008">
            <a:extLst>
              <a:ext uri="{FF2B5EF4-FFF2-40B4-BE49-F238E27FC236}">
                <a16:creationId xmlns:a16="http://schemas.microsoft.com/office/drawing/2014/main" id="{9F05A50A-B004-2004-5E69-07519EDFF7B7}"/>
              </a:ext>
            </a:extLst>
          </p:cNvPr>
          <p:cNvSpPr/>
          <p:nvPr/>
        </p:nvSpPr>
        <p:spPr>
          <a:xfrm>
            <a:off x="11201400" y="36957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10" name="Rectangle 3009">
            <a:extLst>
              <a:ext uri="{FF2B5EF4-FFF2-40B4-BE49-F238E27FC236}">
                <a16:creationId xmlns:a16="http://schemas.microsoft.com/office/drawing/2014/main" id="{CB949D69-379D-4810-79AB-90B49D331A83}"/>
              </a:ext>
            </a:extLst>
          </p:cNvPr>
          <p:cNvSpPr/>
          <p:nvPr/>
        </p:nvSpPr>
        <p:spPr>
          <a:xfrm>
            <a:off x="11353800" y="36957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11" name="Rectangle 3010">
            <a:extLst>
              <a:ext uri="{FF2B5EF4-FFF2-40B4-BE49-F238E27FC236}">
                <a16:creationId xmlns:a16="http://schemas.microsoft.com/office/drawing/2014/main" id="{A1774C25-A12E-06AD-8527-522E7DD9EEC5}"/>
              </a:ext>
            </a:extLst>
          </p:cNvPr>
          <p:cNvSpPr/>
          <p:nvPr/>
        </p:nvSpPr>
        <p:spPr>
          <a:xfrm>
            <a:off x="10287000" y="36957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12" name="Rectangle 3011">
            <a:extLst>
              <a:ext uri="{FF2B5EF4-FFF2-40B4-BE49-F238E27FC236}">
                <a16:creationId xmlns:a16="http://schemas.microsoft.com/office/drawing/2014/main" id="{0C286632-D299-2624-E4F3-A46DA33BDDDD}"/>
              </a:ext>
            </a:extLst>
          </p:cNvPr>
          <p:cNvSpPr/>
          <p:nvPr/>
        </p:nvSpPr>
        <p:spPr>
          <a:xfrm>
            <a:off x="10439400" y="3848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13" name="Rectangle 3012">
            <a:extLst>
              <a:ext uri="{FF2B5EF4-FFF2-40B4-BE49-F238E27FC236}">
                <a16:creationId xmlns:a16="http://schemas.microsoft.com/office/drawing/2014/main" id="{80294D4D-01D4-705B-E56B-5930837D4C7E}"/>
              </a:ext>
            </a:extLst>
          </p:cNvPr>
          <p:cNvSpPr/>
          <p:nvPr/>
        </p:nvSpPr>
        <p:spPr>
          <a:xfrm>
            <a:off x="10591800" y="38481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14" name="Rectangle 3013">
            <a:extLst>
              <a:ext uri="{FF2B5EF4-FFF2-40B4-BE49-F238E27FC236}">
                <a16:creationId xmlns:a16="http://schemas.microsoft.com/office/drawing/2014/main" id="{1B890E38-AEF4-EB19-8343-91B069C17235}"/>
              </a:ext>
            </a:extLst>
          </p:cNvPr>
          <p:cNvSpPr/>
          <p:nvPr/>
        </p:nvSpPr>
        <p:spPr>
          <a:xfrm>
            <a:off x="10744200" y="38481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15" name="Rectangle 3014">
            <a:extLst>
              <a:ext uri="{FF2B5EF4-FFF2-40B4-BE49-F238E27FC236}">
                <a16:creationId xmlns:a16="http://schemas.microsoft.com/office/drawing/2014/main" id="{31CFE412-4425-A652-4994-A5B3779AB88D}"/>
              </a:ext>
            </a:extLst>
          </p:cNvPr>
          <p:cNvSpPr/>
          <p:nvPr/>
        </p:nvSpPr>
        <p:spPr>
          <a:xfrm>
            <a:off x="10896600" y="38481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16" name="Rectangle 3015">
            <a:extLst>
              <a:ext uri="{FF2B5EF4-FFF2-40B4-BE49-F238E27FC236}">
                <a16:creationId xmlns:a16="http://schemas.microsoft.com/office/drawing/2014/main" id="{A53B6D5A-A577-BF9E-DA19-F050C6EB4A9F}"/>
              </a:ext>
            </a:extLst>
          </p:cNvPr>
          <p:cNvSpPr/>
          <p:nvPr/>
        </p:nvSpPr>
        <p:spPr>
          <a:xfrm>
            <a:off x="11049000" y="38481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17" name="Rectangle 3016">
            <a:extLst>
              <a:ext uri="{FF2B5EF4-FFF2-40B4-BE49-F238E27FC236}">
                <a16:creationId xmlns:a16="http://schemas.microsoft.com/office/drawing/2014/main" id="{E7AD3ED5-3370-8300-6122-0D01FD8B5033}"/>
              </a:ext>
            </a:extLst>
          </p:cNvPr>
          <p:cNvSpPr/>
          <p:nvPr/>
        </p:nvSpPr>
        <p:spPr>
          <a:xfrm>
            <a:off x="11201400" y="38481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18" name="Rectangle 3017">
            <a:extLst>
              <a:ext uri="{FF2B5EF4-FFF2-40B4-BE49-F238E27FC236}">
                <a16:creationId xmlns:a16="http://schemas.microsoft.com/office/drawing/2014/main" id="{656DFC86-AEBF-9FFD-2802-061837062C2C}"/>
              </a:ext>
            </a:extLst>
          </p:cNvPr>
          <p:cNvSpPr/>
          <p:nvPr/>
        </p:nvSpPr>
        <p:spPr>
          <a:xfrm>
            <a:off x="11353800" y="38481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19" name="Rectangle 3018">
            <a:extLst>
              <a:ext uri="{FF2B5EF4-FFF2-40B4-BE49-F238E27FC236}">
                <a16:creationId xmlns:a16="http://schemas.microsoft.com/office/drawing/2014/main" id="{B1FFF405-DB79-109B-4D6B-124F0D4E77EB}"/>
              </a:ext>
            </a:extLst>
          </p:cNvPr>
          <p:cNvSpPr/>
          <p:nvPr/>
        </p:nvSpPr>
        <p:spPr>
          <a:xfrm>
            <a:off x="10287000" y="3848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20" name="Rectangle 3019">
            <a:extLst>
              <a:ext uri="{FF2B5EF4-FFF2-40B4-BE49-F238E27FC236}">
                <a16:creationId xmlns:a16="http://schemas.microsoft.com/office/drawing/2014/main" id="{94E70C8D-45FF-38A2-7507-ADB69F32C072}"/>
              </a:ext>
            </a:extLst>
          </p:cNvPr>
          <p:cNvSpPr/>
          <p:nvPr/>
        </p:nvSpPr>
        <p:spPr>
          <a:xfrm>
            <a:off x="10439400" y="40005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21" name="Rectangle 3020">
            <a:extLst>
              <a:ext uri="{FF2B5EF4-FFF2-40B4-BE49-F238E27FC236}">
                <a16:creationId xmlns:a16="http://schemas.microsoft.com/office/drawing/2014/main" id="{F93BA667-853F-9A09-DB2E-0B7875AF7838}"/>
              </a:ext>
            </a:extLst>
          </p:cNvPr>
          <p:cNvSpPr/>
          <p:nvPr/>
        </p:nvSpPr>
        <p:spPr>
          <a:xfrm>
            <a:off x="10591800" y="4000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22" name="Rectangle 3021">
            <a:extLst>
              <a:ext uri="{FF2B5EF4-FFF2-40B4-BE49-F238E27FC236}">
                <a16:creationId xmlns:a16="http://schemas.microsoft.com/office/drawing/2014/main" id="{DD7A006D-0E1D-E339-225D-D320AAFB9435}"/>
              </a:ext>
            </a:extLst>
          </p:cNvPr>
          <p:cNvSpPr/>
          <p:nvPr/>
        </p:nvSpPr>
        <p:spPr>
          <a:xfrm>
            <a:off x="10744200" y="40005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23" name="Rectangle 3022">
            <a:extLst>
              <a:ext uri="{FF2B5EF4-FFF2-40B4-BE49-F238E27FC236}">
                <a16:creationId xmlns:a16="http://schemas.microsoft.com/office/drawing/2014/main" id="{FB6494E1-ABFC-7F5E-FB49-3945FC6FEC37}"/>
              </a:ext>
            </a:extLst>
          </p:cNvPr>
          <p:cNvSpPr/>
          <p:nvPr/>
        </p:nvSpPr>
        <p:spPr>
          <a:xfrm>
            <a:off x="10896600" y="40005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24" name="Rectangle 3023">
            <a:extLst>
              <a:ext uri="{FF2B5EF4-FFF2-40B4-BE49-F238E27FC236}">
                <a16:creationId xmlns:a16="http://schemas.microsoft.com/office/drawing/2014/main" id="{98F4BA7E-9332-5BA2-7294-CA4CAF73BCA8}"/>
              </a:ext>
            </a:extLst>
          </p:cNvPr>
          <p:cNvSpPr/>
          <p:nvPr/>
        </p:nvSpPr>
        <p:spPr>
          <a:xfrm>
            <a:off x="11049000" y="40005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25" name="Rectangle 3024">
            <a:extLst>
              <a:ext uri="{FF2B5EF4-FFF2-40B4-BE49-F238E27FC236}">
                <a16:creationId xmlns:a16="http://schemas.microsoft.com/office/drawing/2014/main" id="{D9DA194B-8EE7-0FC7-A862-A6967732BE7F}"/>
              </a:ext>
            </a:extLst>
          </p:cNvPr>
          <p:cNvSpPr/>
          <p:nvPr/>
        </p:nvSpPr>
        <p:spPr>
          <a:xfrm>
            <a:off x="11201400" y="40005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26" name="Rectangle 3025">
            <a:extLst>
              <a:ext uri="{FF2B5EF4-FFF2-40B4-BE49-F238E27FC236}">
                <a16:creationId xmlns:a16="http://schemas.microsoft.com/office/drawing/2014/main" id="{D9FF0353-7331-2573-1901-C6E97CC9B81C}"/>
              </a:ext>
            </a:extLst>
          </p:cNvPr>
          <p:cNvSpPr/>
          <p:nvPr/>
        </p:nvSpPr>
        <p:spPr>
          <a:xfrm>
            <a:off x="11353800" y="40005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27" name="Rectangle 3026">
            <a:extLst>
              <a:ext uri="{FF2B5EF4-FFF2-40B4-BE49-F238E27FC236}">
                <a16:creationId xmlns:a16="http://schemas.microsoft.com/office/drawing/2014/main" id="{F42310EB-7012-22E9-A2F4-96884CA3FD55}"/>
              </a:ext>
            </a:extLst>
          </p:cNvPr>
          <p:cNvSpPr/>
          <p:nvPr/>
        </p:nvSpPr>
        <p:spPr>
          <a:xfrm>
            <a:off x="10287000" y="40005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28" name="Rectangle 3027">
            <a:extLst>
              <a:ext uri="{FF2B5EF4-FFF2-40B4-BE49-F238E27FC236}">
                <a16:creationId xmlns:a16="http://schemas.microsoft.com/office/drawing/2014/main" id="{20FFCD26-E531-5AEC-FAE9-CA641F6CC4F3}"/>
              </a:ext>
            </a:extLst>
          </p:cNvPr>
          <p:cNvSpPr/>
          <p:nvPr/>
        </p:nvSpPr>
        <p:spPr>
          <a:xfrm>
            <a:off x="10439400" y="41529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29" name="Rectangle 3028">
            <a:extLst>
              <a:ext uri="{FF2B5EF4-FFF2-40B4-BE49-F238E27FC236}">
                <a16:creationId xmlns:a16="http://schemas.microsoft.com/office/drawing/2014/main" id="{89743753-0179-B672-6387-0CF65E89673D}"/>
              </a:ext>
            </a:extLst>
          </p:cNvPr>
          <p:cNvSpPr/>
          <p:nvPr/>
        </p:nvSpPr>
        <p:spPr>
          <a:xfrm>
            <a:off x="10591800" y="41529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30" name="Rectangle 3029">
            <a:extLst>
              <a:ext uri="{FF2B5EF4-FFF2-40B4-BE49-F238E27FC236}">
                <a16:creationId xmlns:a16="http://schemas.microsoft.com/office/drawing/2014/main" id="{6775EF75-2E0B-A0CD-5D0E-B30D63A8804E}"/>
              </a:ext>
            </a:extLst>
          </p:cNvPr>
          <p:cNvSpPr/>
          <p:nvPr/>
        </p:nvSpPr>
        <p:spPr>
          <a:xfrm>
            <a:off x="10744200" y="41529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31" name="Rectangle 3030">
            <a:extLst>
              <a:ext uri="{FF2B5EF4-FFF2-40B4-BE49-F238E27FC236}">
                <a16:creationId xmlns:a16="http://schemas.microsoft.com/office/drawing/2014/main" id="{9DEFAC30-4E5D-4B8F-DC23-727A27886999}"/>
              </a:ext>
            </a:extLst>
          </p:cNvPr>
          <p:cNvSpPr/>
          <p:nvPr/>
        </p:nvSpPr>
        <p:spPr>
          <a:xfrm>
            <a:off x="10896600" y="41529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32" name="Rectangle 3031">
            <a:extLst>
              <a:ext uri="{FF2B5EF4-FFF2-40B4-BE49-F238E27FC236}">
                <a16:creationId xmlns:a16="http://schemas.microsoft.com/office/drawing/2014/main" id="{CEF07942-AC91-060C-A2D3-CA51173C7970}"/>
              </a:ext>
            </a:extLst>
          </p:cNvPr>
          <p:cNvSpPr/>
          <p:nvPr/>
        </p:nvSpPr>
        <p:spPr>
          <a:xfrm>
            <a:off x="11049000" y="41529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33" name="Rectangle 3032">
            <a:extLst>
              <a:ext uri="{FF2B5EF4-FFF2-40B4-BE49-F238E27FC236}">
                <a16:creationId xmlns:a16="http://schemas.microsoft.com/office/drawing/2014/main" id="{BFE74AE7-57EE-7959-1458-6BF2D8501976}"/>
              </a:ext>
            </a:extLst>
          </p:cNvPr>
          <p:cNvSpPr/>
          <p:nvPr/>
        </p:nvSpPr>
        <p:spPr>
          <a:xfrm>
            <a:off x="11201400" y="41529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34" name="Rectangle 3033">
            <a:extLst>
              <a:ext uri="{FF2B5EF4-FFF2-40B4-BE49-F238E27FC236}">
                <a16:creationId xmlns:a16="http://schemas.microsoft.com/office/drawing/2014/main" id="{B405F937-A97F-AE9C-C508-09BFFE9A3917}"/>
              </a:ext>
            </a:extLst>
          </p:cNvPr>
          <p:cNvSpPr/>
          <p:nvPr/>
        </p:nvSpPr>
        <p:spPr>
          <a:xfrm>
            <a:off x="11353800" y="41529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35" name="Rectangle 3034">
            <a:extLst>
              <a:ext uri="{FF2B5EF4-FFF2-40B4-BE49-F238E27FC236}">
                <a16:creationId xmlns:a16="http://schemas.microsoft.com/office/drawing/2014/main" id="{95EAFCF2-B651-AE4D-DA51-1EAA0BB7697B}"/>
              </a:ext>
            </a:extLst>
          </p:cNvPr>
          <p:cNvSpPr/>
          <p:nvPr/>
        </p:nvSpPr>
        <p:spPr>
          <a:xfrm>
            <a:off x="10287000" y="41529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36" name="Rectangle 3035">
            <a:extLst>
              <a:ext uri="{FF2B5EF4-FFF2-40B4-BE49-F238E27FC236}">
                <a16:creationId xmlns:a16="http://schemas.microsoft.com/office/drawing/2014/main" id="{D22544AA-E1A2-D5F4-4B34-AE62862D19F9}"/>
              </a:ext>
            </a:extLst>
          </p:cNvPr>
          <p:cNvSpPr/>
          <p:nvPr/>
        </p:nvSpPr>
        <p:spPr>
          <a:xfrm>
            <a:off x="10439400" y="43053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37" name="Rectangle 3036">
            <a:extLst>
              <a:ext uri="{FF2B5EF4-FFF2-40B4-BE49-F238E27FC236}">
                <a16:creationId xmlns:a16="http://schemas.microsoft.com/office/drawing/2014/main" id="{10C2D360-8A20-33F5-4B22-24C2CA733677}"/>
              </a:ext>
            </a:extLst>
          </p:cNvPr>
          <p:cNvSpPr/>
          <p:nvPr/>
        </p:nvSpPr>
        <p:spPr>
          <a:xfrm>
            <a:off x="10591800" y="43053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38" name="Rectangle 3037">
            <a:extLst>
              <a:ext uri="{FF2B5EF4-FFF2-40B4-BE49-F238E27FC236}">
                <a16:creationId xmlns:a16="http://schemas.microsoft.com/office/drawing/2014/main" id="{434FFA5F-AAD6-5660-614A-B2C55E4A57EB}"/>
              </a:ext>
            </a:extLst>
          </p:cNvPr>
          <p:cNvSpPr/>
          <p:nvPr/>
        </p:nvSpPr>
        <p:spPr>
          <a:xfrm>
            <a:off x="10744200" y="43053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39" name="Rectangle 3038">
            <a:extLst>
              <a:ext uri="{FF2B5EF4-FFF2-40B4-BE49-F238E27FC236}">
                <a16:creationId xmlns:a16="http://schemas.microsoft.com/office/drawing/2014/main" id="{2DCAD2E1-C8B8-48D5-B26E-B7349A32526E}"/>
              </a:ext>
            </a:extLst>
          </p:cNvPr>
          <p:cNvSpPr/>
          <p:nvPr/>
        </p:nvSpPr>
        <p:spPr>
          <a:xfrm>
            <a:off x="10896600" y="43053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40" name="Rectangle 3039">
            <a:extLst>
              <a:ext uri="{FF2B5EF4-FFF2-40B4-BE49-F238E27FC236}">
                <a16:creationId xmlns:a16="http://schemas.microsoft.com/office/drawing/2014/main" id="{E7A39440-B338-3CFC-5829-84BAB6B032E3}"/>
              </a:ext>
            </a:extLst>
          </p:cNvPr>
          <p:cNvSpPr/>
          <p:nvPr/>
        </p:nvSpPr>
        <p:spPr>
          <a:xfrm>
            <a:off x="11049000" y="43053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41" name="Rectangle 3040">
            <a:extLst>
              <a:ext uri="{FF2B5EF4-FFF2-40B4-BE49-F238E27FC236}">
                <a16:creationId xmlns:a16="http://schemas.microsoft.com/office/drawing/2014/main" id="{B052B715-796A-ED36-1B3D-4701580B3651}"/>
              </a:ext>
            </a:extLst>
          </p:cNvPr>
          <p:cNvSpPr/>
          <p:nvPr/>
        </p:nvSpPr>
        <p:spPr>
          <a:xfrm>
            <a:off x="11201400" y="43053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42" name="Rectangle 3041">
            <a:extLst>
              <a:ext uri="{FF2B5EF4-FFF2-40B4-BE49-F238E27FC236}">
                <a16:creationId xmlns:a16="http://schemas.microsoft.com/office/drawing/2014/main" id="{AE53723E-759D-A788-641D-B2F799C8AB05}"/>
              </a:ext>
            </a:extLst>
          </p:cNvPr>
          <p:cNvSpPr/>
          <p:nvPr/>
        </p:nvSpPr>
        <p:spPr>
          <a:xfrm>
            <a:off x="11353800" y="43053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43" name="Rectangle 3042">
            <a:extLst>
              <a:ext uri="{FF2B5EF4-FFF2-40B4-BE49-F238E27FC236}">
                <a16:creationId xmlns:a16="http://schemas.microsoft.com/office/drawing/2014/main" id="{17FB8472-E5F2-9D26-9EBE-C0AA2EBD1667}"/>
              </a:ext>
            </a:extLst>
          </p:cNvPr>
          <p:cNvSpPr/>
          <p:nvPr/>
        </p:nvSpPr>
        <p:spPr>
          <a:xfrm>
            <a:off x="10287000" y="43053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44" name="Rectangle 3043">
            <a:extLst>
              <a:ext uri="{FF2B5EF4-FFF2-40B4-BE49-F238E27FC236}">
                <a16:creationId xmlns:a16="http://schemas.microsoft.com/office/drawing/2014/main" id="{B3719C68-76E7-9678-E986-429BB09F27A9}"/>
              </a:ext>
            </a:extLst>
          </p:cNvPr>
          <p:cNvSpPr/>
          <p:nvPr/>
        </p:nvSpPr>
        <p:spPr>
          <a:xfrm>
            <a:off x="9220200" y="44577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45" name="Rectangle 3044">
            <a:extLst>
              <a:ext uri="{FF2B5EF4-FFF2-40B4-BE49-F238E27FC236}">
                <a16:creationId xmlns:a16="http://schemas.microsoft.com/office/drawing/2014/main" id="{E423E47D-E0EF-DFE2-C8A2-D96CE6FE42B0}"/>
              </a:ext>
            </a:extLst>
          </p:cNvPr>
          <p:cNvSpPr/>
          <p:nvPr/>
        </p:nvSpPr>
        <p:spPr>
          <a:xfrm>
            <a:off x="9372600" y="44577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46" name="Rectangle 3045">
            <a:extLst>
              <a:ext uri="{FF2B5EF4-FFF2-40B4-BE49-F238E27FC236}">
                <a16:creationId xmlns:a16="http://schemas.microsoft.com/office/drawing/2014/main" id="{B5BA7B5E-9DD9-7256-E569-1727ED95D283}"/>
              </a:ext>
            </a:extLst>
          </p:cNvPr>
          <p:cNvSpPr/>
          <p:nvPr/>
        </p:nvSpPr>
        <p:spPr>
          <a:xfrm>
            <a:off x="9525000" y="44577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47" name="Rectangle 3046">
            <a:extLst>
              <a:ext uri="{FF2B5EF4-FFF2-40B4-BE49-F238E27FC236}">
                <a16:creationId xmlns:a16="http://schemas.microsoft.com/office/drawing/2014/main" id="{43765E8B-71A8-D6C1-B209-9CBA3DC9F3E0}"/>
              </a:ext>
            </a:extLst>
          </p:cNvPr>
          <p:cNvSpPr/>
          <p:nvPr/>
        </p:nvSpPr>
        <p:spPr>
          <a:xfrm>
            <a:off x="9677400" y="44577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48" name="Rectangle 3047">
            <a:extLst>
              <a:ext uri="{FF2B5EF4-FFF2-40B4-BE49-F238E27FC236}">
                <a16:creationId xmlns:a16="http://schemas.microsoft.com/office/drawing/2014/main" id="{D922971D-FD12-3CD1-BAB6-2DD80106621B}"/>
              </a:ext>
            </a:extLst>
          </p:cNvPr>
          <p:cNvSpPr/>
          <p:nvPr/>
        </p:nvSpPr>
        <p:spPr>
          <a:xfrm>
            <a:off x="9829800" y="44577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49" name="Rectangle 3048">
            <a:extLst>
              <a:ext uri="{FF2B5EF4-FFF2-40B4-BE49-F238E27FC236}">
                <a16:creationId xmlns:a16="http://schemas.microsoft.com/office/drawing/2014/main" id="{53133667-21FB-1B25-F8BB-EBC57CCFD06F}"/>
              </a:ext>
            </a:extLst>
          </p:cNvPr>
          <p:cNvSpPr/>
          <p:nvPr/>
        </p:nvSpPr>
        <p:spPr>
          <a:xfrm>
            <a:off x="9982200" y="44577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50" name="Rectangle 3049">
            <a:extLst>
              <a:ext uri="{FF2B5EF4-FFF2-40B4-BE49-F238E27FC236}">
                <a16:creationId xmlns:a16="http://schemas.microsoft.com/office/drawing/2014/main" id="{2B441371-6D04-C471-B5F9-595CC7C5EA3A}"/>
              </a:ext>
            </a:extLst>
          </p:cNvPr>
          <p:cNvSpPr/>
          <p:nvPr/>
        </p:nvSpPr>
        <p:spPr>
          <a:xfrm>
            <a:off x="10134600" y="44577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51" name="Rectangle 3050">
            <a:extLst>
              <a:ext uri="{FF2B5EF4-FFF2-40B4-BE49-F238E27FC236}">
                <a16:creationId xmlns:a16="http://schemas.microsoft.com/office/drawing/2014/main" id="{5698813D-EE73-A9BB-16C8-FA5CE63E197F}"/>
              </a:ext>
            </a:extLst>
          </p:cNvPr>
          <p:cNvSpPr/>
          <p:nvPr/>
        </p:nvSpPr>
        <p:spPr>
          <a:xfrm>
            <a:off x="9067800" y="44577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52" name="Rectangle 3051">
            <a:extLst>
              <a:ext uri="{FF2B5EF4-FFF2-40B4-BE49-F238E27FC236}">
                <a16:creationId xmlns:a16="http://schemas.microsoft.com/office/drawing/2014/main" id="{8977ADDA-06DA-FBA6-FA11-25670056F5CC}"/>
              </a:ext>
            </a:extLst>
          </p:cNvPr>
          <p:cNvSpPr/>
          <p:nvPr/>
        </p:nvSpPr>
        <p:spPr>
          <a:xfrm>
            <a:off x="9220200" y="46101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53" name="Rectangle 3052">
            <a:extLst>
              <a:ext uri="{FF2B5EF4-FFF2-40B4-BE49-F238E27FC236}">
                <a16:creationId xmlns:a16="http://schemas.microsoft.com/office/drawing/2014/main" id="{3242493A-083E-8334-F137-8A2B609322A7}"/>
              </a:ext>
            </a:extLst>
          </p:cNvPr>
          <p:cNvSpPr/>
          <p:nvPr/>
        </p:nvSpPr>
        <p:spPr>
          <a:xfrm>
            <a:off x="9372600" y="4610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54" name="Rectangle 3053">
            <a:extLst>
              <a:ext uri="{FF2B5EF4-FFF2-40B4-BE49-F238E27FC236}">
                <a16:creationId xmlns:a16="http://schemas.microsoft.com/office/drawing/2014/main" id="{8D1F426F-34CE-9FE9-83FC-48CF048D4330}"/>
              </a:ext>
            </a:extLst>
          </p:cNvPr>
          <p:cNvSpPr/>
          <p:nvPr/>
        </p:nvSpPr>
        <p:spPr>
          <a:xfrm>
            <a:off x="9525000" y="4610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55" name="Rectangle 3054">
            <a:extLst>
              <a:ext uri="{FF2B5EF4-FFF2-40B4-BE49-F238E27FC236}">
                <a16:creationId xmlns:a16="http://schemas.microsoft.com/office/drawing/2014/main" id="{3BC739E4-0EAC-EDEF-E6B7-A36F454FC71D}"/>
              </a:ext>
            </a:extLst>
          </p:cNvPr>
          <p:cNvSpPr/>
          <p:nvPr/>
        </p:nvSpPr>
        <p:spPr>
          <a:xfrm>
            <a:off x="9677400" y="4610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56" name="Rectangle 3055">
            <a:extLst>
              <a:ext uri="{FF2B5EF4-FFF2-40B4-BE49-F238E27FC236}">
                <a16:creationId xmlns:a16="http://schemas.microsoft.com/office/drawing/2014/main" id="{5D511866-C286-17EF-A293-9A9351EF223E}"/>
              </a:ext>
            </a:extLst>
          </p:cNvPr>
          <p:cNvSpPr/>
          <p:nvPr/>
        </p:nvSpPr>
        <p:spPr>
          <a:xfrm>
            <a:off x="9829800" y="4610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57" name="Rectangle 3056">
            <a:extLst>
              <a:ext uri="{FF2B5EF4-FFF2-40B4-BE49-F238E27FC236}">
                <a16:creationId xmlns:a16="http://schemas.microsoft.com/office/drawing/2014/main" id="{77E112FC-2A9D-A34F-4C25-C22FA80EE760}"/>
              </a:ext>
            </a:extLst>
          </p:cNvPr>
          <p:cNvSpPr/>
          <p:nvPr/>
        </p:nvSpPr>
        <p:spPr>
          <a:xfrm>
            <a:off x="9982200" y="46101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58" name="Rectangle 3057">
            <a:extLst>
              <a:ext uri="{FF2B5EF4-FFF2-40B4-BE49-F238E27FC236}">
                <a16:creationId xmlns:a16="http://schemas.microsoft.com/office/drawing/2014/main" id="{4C798DE9-C760-34B5-2017-40C8499B4F12}"/>
              </a:ext>
            </a:extLst>
          </p:cNvPr>
          <p:cNvSpPr/>
          <p:nvPr/>
        </p:nvSpPr>
        <p:spPr>
          <a:xfrm>
            <a:off x="10134600" y="4610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59" name="Rectangle 3058">
            <a:extLst>
              <a:ext uri="{FF2B5EF4-FFF2-40B4-BE49-F238E27FC236}">
                <a16:creationId xmlns:a16="http://schemas.microsoft.com/office/drawing/2014/main" id="{ED9C4FB6-5B98-712A-05F0-5C52866E9B56}"/>
              </a:ext>
            </a:extLst>
          </p:cNvPr>
          <p:cNvSpPr/>
          <p:nvPr/>
        </p:nvSpPr>
        <p:spPr>
          <a:xfrm>
            <a:off x="9067800" y="4610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60" name="Rectangle 3059">
            <a:extLst>
              <a:ext uri="{FF2B5EF4-FFF2-40B4-BE49-F238E27FC236}">
                <a16:creationId xmlns:a16="http://schemas.microsoft.com/office/drawing/2014/main" id="{D661C762-CA32-9E18-B52A-76A753C67338}"/>
              </a:ext>
            </a:extLst>
          </p:cNvPr>
          <p:cNvSpPr/>
          <p:nvPr/>
        </p:nvSpPr>
        <p:spPr>
          <a:xfrm>
            <a:off x="9220200" y="4762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61" name="Rectangle 3060">
            <a:extLst>
              <a:ext uri="{FF2B5EF4-FFF2-40B4-BE49-F238E27FC236}">
                <a16:creationId xmlns:a16="http://schemas.microsoft.com/office/drawing/2014/main" id="{81C0DF72-ABD5-BBAF-3275-962CCF6FDE12}"/>
              </a:ext>
            </a:extLst>
          </p:cNvPr>
          <p:cNvSpPr/>
          <p:nvPr/>
        </p:nvSpPr>
        <p:spPr>
          <a:xfrm>
            <a:off x="9372600" y="47625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62" name="Rectangle 3061">
            <a:extLst>
              <a:ext uri="{FF2B5EF4-FFF2-40B4-BE49-F238E27FC236}">
                <a16:creationId xmlns:a16="http://schemas.microsoft.com/office/drawing/2014/main" id="{272947DF-AE04-209F-627C-442653751160}"/>
              </a:ext>
            </a:extLst>
          </p:cNvPr>
          <p:cNvSpPr/>
          <p:nvPr/>
        </p:nvSpPr>
        <p:spPr>
          <a:xfrm>
            <a:off x="9525000" y="4762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63" name="Rectangle 3062">
            <a:extLst>
              <a:ext uri="{FF2B5EF4-FFF2-40B4-BE49-F238E27FC236}">
                <a16:creationId xmlns:a16="http://schemas.microsoft.com/office/drawing/2014/main" id="{79A4F431-66EC-EE4D-7174-FFE24C7FDE75}"/>
              </a:ext>
            </a:extLst>
          </p:cNvPr>
          <p:cNvSpPr/>
          <p:nvPr/>
        </p:nvSpPr>
        <p:spPr>
          <a:xfrm>
            <a:off x="9677400" y="4762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64" name="Rectangle 3063">
            <a:extLst>
              <a:ext uri="{FF2B5EF4-FFF2-40B4-BE49-F238E27FC236}">
                <a16:creationId xmlns:a16="http://schemas.microsoft.com/office/drawing/2014/main" id="{0E0EBC0E-4D3D-FCD3-F4FB-D7D2A6FDC7E1}"/>
              </a:ext>
            </a:extLst>
          </p:cNvPr>
          <p:cNvSpPr/>
          <p:nvPr/>
        </p:nvSpPr>
        <p:spPr>
          <a:xfrm>
            <a:off x="9829800" y="47625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65" name="Rectangle 3064">
            <a:extLst>
              <a:ext uri="{FF2B5EF4-FFF2-40B4-BE49-F238E27FC236}">
                <a16:creationId xmlns:a16="http://schemas.microsoft.com/office/drawing/2014/main" id="{89344F5F-1ABB-0B2D-CC8F-4282A6EA685E}"/>
              </a:ext>
            </a:extLst>
          </p:cNvPr>
          <p:cNvSpPr/>
          <p:nvPr/>
        </p:nvSpPr>
        <p:spPr>
          <a:xfrm>
            <a:off x="9982200" y="4762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66" name="Rectangle 3065">
            <a:extLst>
              <a:ext uri="{FF2B5EF4-FFF2-40B4-BE49-F238E27FC236}">
                <a16:creationId xmlns:a16="http://schemas.microsoft.com/office/drawing/2014/main" id="{019AC27D-A3C4-851D-64DD-ABF55BD896C9}"/>
              </a:ext>
            </a:extLst>
          </p:cNvPr>
          <p:cNvSpPr/>
          <p:nvPr/>
        </p:nvSpPr>
        <p:spPr>
          <a:xfrm>
            <a:off x="10134600" y="4762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67" name="Rectangle 3066">
            <a:extLst>
              <a:ext uri="{FF2B5EF4-FFF2-40B4-BE49-F238E27FC236}">
                <a16:creationId xmlns:a16="http://schemas.microsoft.com/office/drawing/2014/main" id="{C0E9A60D-91CA-059D-E42D-82CB134CEF8D}"/>
              </a:ext>
            </a:extLst>
          </p:cNvPr>
          <p:cNvSpPr/>
          <p:nvPr/>
        </p:nvSpPr>
        <p:spPr>
          <a:xfrm>
            <a:off x="9067800" y="4762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68" name="Rectangle 3067">
            <a:extLst>
              <a:ext uri="{FF2B5EF4-FFF2-40B4-BE49-F238E27FC236}">
                <a16:creationId xmlns:a16="http://schemas.microsoft.com/office/drawing/2014/main" id="{A3534275-C041-349D-4702-DD0EFA27C4BA}"/>
              </a:ext>
            </a:extLst>
          </p:cNvPr>
          <p:cNvSpPr/>
          <p:nvPr/>
        </p:nvSpPr>
        <p:spPr>
          <a:xfrm>
            <a:off x="9220200" y="49149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69" name="Rectangle 3068">
            <a:extLst>
              <a:ext uri="{FF2B5EF4-FFF2-40B4-BE49-F238E27FC236}">
                <a16:creationId xmlns:a16="http://schemas.microsoft.com/office/drawing/2014/main" id="{BEE45403-B744-E13D-E22D-2A2C64D0E27B}"/>
              </a:ext>
            </a:extLst>
          </p:cNvPr>
          <p:cNvSpPr/>
          <p:nvPr/>
        </p:nvSpPr>
        <p:spPr>
          <a:xfrm>
            <a:off x="9372600" y="49149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70" name="Rectangle 3069">
            <a:extLst>
              <a:ext uri="{FF2B5EF4-FFF2-40B4-BE49-F238E27FC236}">
                <a16:creationId xmlns:a16="http://schemas.microsoft.com/office/drawing/2014/main" id="{9230243F-35BE-C6C1-D9EE-7B4CDD2E6CC8}"/>
              </a:ext>
            </a:extLst>
          </p:cNvPr>
          <p:cNvSpPr/>
          <p:nvPr/>
        </p:nvSpPr>
        <p:spPr>
          <a:xfrm>
            <a:off x="9525000" y="49149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71" name="Rectangle 3070">
            <a:extLst>
              <a:ext uri="{FF2B5EF4-FFF2-40B4-BE49-F238E27FC236}">
                <a16:creationId xmlns:a16="http://schemas.microsoft.com/office/drawing/2014/main" id="{535AFCDB-623B-A1C5-04DB-195A8AB50CD4}"/>
              </a:ext>
            </a:extLst>
          </p:cNvPr>
          <p:cNvSpPr/>
          <p:nvPr/>
        </p:nvSpPr>
        <p:spPr>
          <a:xfrm>
            <a:off x="9677400" y="49149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72" name="Rectangle 3071">
            <a:extLst>
              <a:ext uri="{FF2B5EF4-FFF2-40B4-BE49-F238E27FC236}">
                <a16:creationId xmlns:a16="http://schemas.microsoft.com/office/drawing/2014/main" id="{C17A2A97-A922-DB8C-4A54-96910F7BC63B}"/>
              </a:ext>
            </a:extLst>
          </p:cNvPr>
          <p:cNvSpPr/>
          <p:nvPr/>
        </p:nvSpPr>
        <p:spPr>
          <a:xfrm>
            <a:off x="9829800" y="49149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73" name="Rectangle 3072">
            <a:extLst>
              <a:ext uri="{FF2B5EF4-FFF2-40B4-BE49-F238E27FC236}">
                <a16:creationId xmlns:a16="http://schemas.microsoft.com/office/drawing/2014/main" id="{7CDDA3CE-B2AB-0718-D3E2-E06E399D468E}"/>
              </a:ext>
            </a:extLst>
          </p:cNvPr>
          <p:cNvSpPr/>
          <p:nvPr/>
        </p:nvSpPr>
        <p:spPr>
          <a:xfrm>
            <a:off x="9982200" y="49149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74" name="Rectangle 3073">
            <a:extLst>
              <a:ext uri="{FF2B5EF4-FFF2-40B4-BE49-F238E27FC236}">
                <a16:creationId xmlns:a16="http://schemas.microsoft.com/office/drawing/2014/main" id="{045978A8-6374-A075-3947-5C8D71ADF8D5}"/>
              </a:ext>
            </a:extLst>
          </p:cNvPr>
          <p:cNvSpPr/>
          <p:nvPr/>
        </p:nvSpPr>
        <p:spPr>
          <a:xfrm>
            <a:off x="10134600" y="49149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75" name="Rectangle 3074">
            <a:extLst>
              <a:ext uri="{FF2B5EF4-FFF2-40B4-BE49-F238E27FC236}">
                <a16:creationId xmlns:a16="http://schemas.microsoft.com/office/drawing/2014/main" id="{4492AA02-739C-B839-D764-2851990FA17B}"/>
              </a:ext>
            </a:extLst>
          </p:cNvPr>
          <p:cNvSpPr/>
          <p:nvPr/>
        </p:nvSpPr>
        <p:spPr>
          <a:xfrm>
            <a:off x="9067800" y="49149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76" name="Rectangle 3075">
            <a:extLst>
              <a:ext uri="{FF2B5EF4-FFF2-40B4-BE49-F238E27FC236}">
                <a16:creationId xmlns:a16="http://schemas.microsoft.com/office/drawing/2014/main" id="{ED730B3E-5298-2EE4-6DE1-B63768FDD37F}"/>
              </a:ext>
            </a:extLst>
          </p:cNvPr>
          <p:cNvSpPr/>
          <p:nvPr/>
        </p:nvSpPr>
        <p:spPr>
          <a:xfrm>
            <a:off x="9220200" y="50673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77" name="Rectangle 3076">
            <a:extLst>
              <a:ext uri="{FF2B5EF4-FFF2-40B4-BE49-F238E27FC236}">
                <a16:creationId xmlns:a16="http://schemas.microsoft.com/office/drawing/2014/main" id="{2EF52A35-F90E-3C4E-825F-61F76AE73194}"/>
              </a:ext>
            </a:extLst>
          </p:cNvPr>
          <p:cNvSpPr/>
          <p:nvPr/>
        </p:nvSpPr>
        <p:spPr>
          <a:xfrm>
            <a:off x="9372600" y="50673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78" name="Rectangle 3077">
            <a:extLst>
              <a:ext uri="{FF2B5EF4-FFF2-40B4-BE49-F238E27FC236}">
                <a16:creationId xmlns:a16="http://schemas.microsoft.com/office/drawing/2014/main" id="{BB2CF654-80D5-23F8-0008-22A43E6E56C4}"/>
              </a:ext>
            </a:extLst>
          </p:cNvPr>
          <p:cNvSpPr/>
          <p:nvPr/>
        </p:nvSpPr>
        <p:spPr>
          <a:xfrm>
            <a:off x="9525000" y="50673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79" name="Rectangle 3078">
            <a:extLst>
              <a:ext uri="{FF2B5EF4-FFF2-40B4-BE49-F238E27FC236}">
                <a16:creationId xmlns:a16="http://schemas.microsoft.com/office/drawing/2014/main" id="{137FF183-C714-0C37-CB9B-1DC364D95486}"/>
              </a:ext>
            </a:extLst>
          </p:cNvPr>
          <p:cNvSpPr/>
          <p:nvPr/>
        </p:nvSpPr>
        <p:spPr>
          <a:xfrm>
            <a:off x="9677400" y="50673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80" name="Rectangle 3079">
            <a:extLst>
              <a:ext uri="{FF2B5EF4-FFF2-40B4-BE49-F238E27FC236}">
                <a16:creationId xmlns:a16="http://schemas.microsoft.com/office/drawing/2014/main" id="{BAA639CC-A5DE-F60D-332F-27F9AF91A80A}"/>
              </a:ext>
            </a:extLst>
          </p:cNvPr>
          <p:cNvSpPr/>
          <p:nvPr/>
        </p:nvSpPr>
        <p:spPr>
          <a:xfrm>
            <a:off x="9829800" y="50673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81" name="Rectangle 3080">
            <a:extLst>
              <a:ext uri="{FF2B5EF4-FFF2-40B4-BE49-F238E27FC236}">
                <a16:creationId xmlns:a16="http://schemas.microsoft.com/office/drawing/2014/main" id="{A6A11A8C-FEA1-3A1B-8949-4A09D7EDE459}"/>
              </a:ext>
            </a:extLst>
          </p:cNvPr>
          <p:cNvSpPr/>
          <p:nvPr/>
        </p:nvSpPr>
        <p:spPr>
          <a:xfrm>
            <a:off x="9982200" y="50673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82" name="Rectangle 3081">
            <a:extLst>
              <a:ext uri="{FF2B5EF4-FFF2-40B4-BE49-F238E27FC236}">
                <a16:creationId xmlns:a16="http://schemas.microsoft.com/office/drawing/2014/main" id="{303DC449-616E-DD87-625D-B6BD5DF94377}"/>
              </a:ext>
            </a:extLst>
          </p:cNvPr>
          <p:cNvSpPr/>
          <p:nvPr/>
        </p:nvSpPr>
        <p:spPr>
          <a:xfrm>
            <a:off x="10134600" y="50673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83" name="Rectangle 3082">
            <a:extLst>
              <a:ext uri="{FF2B5EF4-FFF2-40B4-BE49-F238E27FC236}">
                <a16:creationId xmlns:a16="http://schemas.microsoft.com/office/drawing/2014/main" id="{3C026C52-4771-0F1B-8BE9-05668C3B6445}"/>
              </a:ext>
            </a:extLst>
          </p:cNvPr>
          <p:cNvSpPr/>
          <p:nvPr/>
        </p:nvSpPr>
        <p:spPr>
          <a:xfrm>
            <a:off x="9067800" y="50673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84" name="Rectangle 3083">
            <a:extLst>
              <a:ext uri="{FF2B5EF4-FFF2-40B4-BE49-F238E27FC236}">
                <a16:creationId xmlns:a16="http://schemas.microsoft.com/office/drawing/2014/main" id="{7C1A38CF-FE6B-7447-2FBF-8D9A858AA59F}"/>
              </a:ext>
            </a:extLst>
          </p:cNvPr>
          <p:cNvSpPr/>
          <p:nvPr/>
        </p:nvSpPr>
        <p:spPr>
          <a:xfrm>
            <a:off x="9220200" y="52197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85" name="Rectangle 3084">
            <a:extLst>
              <a:ext uri="{FF2B5EF4-FFF2-40B4-BE49-F238E27FC236}">
                <a16:creationId xmlns:a16="http://schemas.microsoft.com/office/drawing/2014/main" id="{C8A9A25C-672A-C603-E011-EC140DD29393}"/>
              </a:ext>
            </a:extLst>
          </p:cNvPr>
          <p:cNvSpPr/>
          <p:nvPr/>
        </p:nvSpPr>
        <p:spPr>
          <a:xfrm>
            <a:off x="9372600" y="52197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86" name="Rectangle 3085">
            <a:extLst>
              <a:ext uri="{FF2B5EF4-FFF2-40B4-BE49-F238E27FC236}">
                <a16:creationId xmlns:a16="http://schemas.microsoft.com/office/drawing/2014/main" id="{ABD3F5FF-9452-8C8F-0304-40DB89ABB297}"/>
              </a:ext>
            </a:extLst>
          </p:cNvPr>
          <p:cNvSpPr/>
          <p:nvPr/>
        </p:nvSpPr>
        <p:spPr>
          <a:xfrm>
            <a:off x="9525000" y="52197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87" name="Rectangle 3086">
            <a:extLst>
              <a:ext uri="{FF2B5EF4-FFF2-40B4-BE49-F238E27FC236}">
                <a16:creationId xmlns:a16="http://schemas.microsoft.com/office/drawing/2014/main" id="{05D29173-572E-EE48-5AEE-464E2C22844A}"/>
              </a:ext>
            </a:extLst>
          </p:cNvPr>
          <p:cNvSpPr/>
          <p:nvPr/>
        </p:nvSpPr>
        <p:spPr>
          <a:xfrm>
            <a:off x="9677400" y="52197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88" name="Rectangle 3087">
            <a:extLst>
              <a:ext uri="{FF2B5EF4-FFF2-40B4-BE49-F238E27FC236}">
                <a16:creationId xmlns:a16="http://schemas.microsoft.com/office/drawing/2014/main" id="{97D4F5AD-9EAC-3741-5AAD-7D5C6A61A640}"/>
              </a:ext>
            </a:extLst>
          </p:cNvPr>
          <p:cNvSpPr/>
          <p:nvPr/>
        </p:nvSpPr>
        <p:spPr>
          <a:xfrm>
            <a:off x="9829800" y="52197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89" name="Rectangle 3088">
            <a:extLst>
              <a:ext uri="{FF2B5EF4-FFF2-40B4-BE49-F238E27FC236}">
                <a16:creationId xmlns:a16="http://schemas.microsoft.com/office/drawing/2014/main" id="{E8CFD59B-4A41-D77E-6E2B-9C430E98D6A9}"/>
              </a:ext>
            </a:extLst>
          </p:cNvPr>
          <p:cNvSpPr/>
          <p:nvPr/>
        </p:nvSpPr>
        <p:spPr>
          <a:xfrm>
            <a:off x="9982200" y="52197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90" name="Rectangle 3089">
            <a:extLst>
              <a:ext uri="{FF2B5EF4-FFF2-40B4-BE49-F238E27FC236}">
                <a16:creationId xmlns:a16="http://schemas.microsoft.com/office/drawing/2014/main" id="{96B99509-3AE2-F512-2A94-BBC1F2C86267}"/>
              </a:ext>
            </a:extLst>
          </p:cNvPr>
          <p:cNvSpPr/>
          <p:nvPr/>
        </p:nvSpPr>
        <p:spPr>
          <a:xfrm>
            <a:off x="10134600" y="52197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91" name="Rectangle 3090">
            <a:extLst>
              <a:ext uri="{FF2B5EF4-FFF2-40B4-BE49-F238E27FC236}">
                <a16:creationId xmlns:a16="http://schemas.microsoft.com/office/drawing/2014/main" id="{260E6AF5-BDD9-359A-4534-8A2C921B2FE0}"/>
              </a:ext>
            </a:extLst>
          </p:cNvPr>
          <p:cNvSpPr/>
          <p:nvPr/>
        </p:nvSpPr>
        <p:spPr>
          <a:xfrm>
            <a:off x="9067800" y="52197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92" name="Rectangle 3091">
            <a:extLst>
              <a:ext uri="{FF2B5EF4-FFF2-40B4-BE49-F238E27FC236}">
                <a16:creationId xmlns:a16="http://schemas.microsoft.com/office/drawing/2014/main" id="{80ED38F5-EED8-1F75-6E53-C0DDD3E34B62}"/>
              </a:ext>
            </a:extLst>
          </p:cNvPr>
          <p:cNvSpPr/>
          <p:nvPr/>
        </p:nvSpPr>
        <p:spPr>
          <a:xfrm>
            <a:off x="9220200" y="53721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93" name="Rectangle 3092">
            <a:extLst>
              <a:ext uri="{FF2B5EF4-FFF2-40B4-BE49-F238E27FC236}">
                <a16:creationId xmlns:a16="http://schemas.microsoft.com/office/drawing/2014/main" id="{4BFABEB7-4FB0-8733-715C-8F02FB8EB0BE}"/>
              </a:ext>
            </a:extLst>
          </p:cNvPr>
          <p:cNvSpPr/>
          <p:nvPr/>
        </p:nvSpPr>
        <p:spPr>
          <a:xfrm>
            <a:off x="9372600" y="5372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94" name="Rectangle 3093">
            <a:extLst>
              <a:ext uri="{FF2B5EF4-FFF2-40B4-BE49-F238E27FC236}">
                <a16:creationId xmlns:a16="http://schemas.microsoft.com/office/drawing/2014/main" id="{7663C877-A149-A291-6E38-FEF6843CEEA0}"/>
              </a:ext>
            </a:extLst>
          </p:cNvPr>
          <p:cNvSpPr/>
          <p:nvPr/>
        </p:nvSpPr>
        <p:spPr>
          <a:xfrm>
            <a:off x="9525000" y="5372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95" name="Rectangle 3094">
            <a:extLst>
              <a:ext uri="{FF2B5EF4-FFF2-40B4-BE49-F238E27FC236}">
                <a16:creationId xmlns:a16="http://schemas.microsoft.com/office/drawing/2014/main" id="{4A729B85-2087-8034-8444-27BBD9F5DDC3}"/>
              </a:ext>
            </a:extLst>
          </p:cNvPr>
          <p:cNvSpPr/>
          <p:nvPr/>
        </p:nvSpPr>
        <p:spPr>
          <a:xfrm>
            <a:off x="9677400" y="5372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96" name="Rectangle 3095">
            <a:extLst>
              <a:ext uri="{FF2B5EF4-FFF2-40B4-BE49-F238E27FC236}">
                <a16:creationId xmlns:a16="http://schemas.microsoft.com/office/drawing/2014/main" id="{095F613E-CF5F-7962-DE82-4F0463A2B22C}"/>
              </a:ext>
            </a:extLst>
          </p:cNvPr>
          <p:cNvSpPr/>
          <p:nvPr/>
        </p:nvSpPr>
        <p:spPr>
          <a:xfrm>
            <a:off x="9829800" y="5372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97" name="Rectangle 3096">
            <a:extLst>
              <a:ext uri="{FF2B5EF4-FFF2-40B4-BE49-F238E27FC236}">
                <a16:creationId xmlns:a16="http://schemas.microsoft.com/office/drawing/2014/main" id="{4F7CFE90-1A8A-C683-FF7E-46FCBBE56FF2}"/>
              </a:ext>
            </a:extLst>
          </p:cNvPr>
          <p:cNvSpPr/>
          <p:nvPr/>
        </p:nvSpPr>
        <p:spPr>
          <a:xfrm>
            <a:off x="9982200" y="5372100"/>
            <a:ext cx="76200" cy="76200"/>
          </a:xfrm>
          <a:prstGeom prst="rect">
            <a:avLst/>
          </a:prstGeom>
          <a:solidFill>
            <a:srgbClr val="00B0F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98" name="Rectangle 3097">
            <a:extLst>
              <a:ext uri="{FF2B5EF4-FFF2-40B4-BE49-F238E27FC236}">
                <a16:creationId xmlns:a16="http://schemas.microsoft.com/office/drawing/2014/main" id="{1D9A1D84-2786-DDEC-4873-5BC3AAF86BE5}"/>
              </a:ext>
            </a:extLst>
          </p:cNvPr>
          <p:cNvSpPr/>
          <p:nvPr/>
        </p:nvSpPr>
        <p:spPr>
          <a:xfrm>
            <a:off x="10134600" y="5372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099" name="Rectangle 3098">
            <a:extLst>
              <a:ext uri="{FF2B5EF4-FFF2-40B4-BE49-F238E27FC236}">
                <a16:creationId xmlns:a16="http://schemas.microsoft.com/office/drawing/2014/main" id="{87909A1A-59D8-08CE-C972-B39B0BD66473}"/>
              </a:ext>
            </a:extLst>
          </p:cNvPr>
          <p:cNvSpPr/>
          <p:nvPr/>
        </p:nvSpPr>
        <p:spPr>
          <a:xfrm>
            <a:off x="9067800" y="53721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00" name="Rectangle 3099">
            <a:extLst>
              <a:ext uri="{FF2B5EF4-FFF2-40B4-BE49-F238E27FC236}">
                <a16:creationId xmlns:a16="http://schemas.microsoft.com/office/drawing/2014/main" id="{9D29A59B-5017-F91F-549A-0ABC0A50BAE4}"/>
              </a:ext>
            </a:extLst>
          </p:cNvPr>
          <p:cNvSpPr/>
          <p:nvPr/>
        </p:nvSpPr>
        <p:spPr>
          <a:xfrm>
            <a:off x="9220200" y="5524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01" name="Rectangle 3100">
            <a:extLst>
              <a:ext uri="{FF2B5EF4-FFF2-40B4-BE49-F238E27FC236}">
                <a16:creationId xmlns:a16="http://schemas.microsoft.com/office/drawing/2014/main" id="{B897D99F-523F-D331-E1CF-EC89CE6847C3}"/>
              </a:ext>
            </a:extLst>
          </p:cNvPr>
          <p:cNvSpPr/>
          <p:nvPr/>
        </p:nvSpPr>
        <p:spPr>
          <a:xfrm>
            <a:off x="9372600" y="5524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02" name="Rectangle 3101">
            <a:extLst>
              <a:ext uri="{FF2B5EF4-FFF2-40B4-BE49-F238E27FC236}">
                <a16:creationId xmlns:a16="http://schemas.microsoft.com/office/drawing/2014/main" id="{42A4F5D0-0528-39E0-6BCF-6592BEA446D5}"/>
              </a:ext>
            </a:extLst>
          </p:cNvPr>
          <p:cNvSpPr/>
          <p:nvPr/>
        </p:nvSpPr>
        <p:spPr>
          <a:xfrm>
            <a:off x="9525000" y="5524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03" name="Rectangle 3102">
            <a:extLst>
              <a:ext uri="{FF2B5EF4-FFF2-40B4-BE49-F238E27FC236}">
                <a16:creationId xmlns:a16="http://schemas.microsoft.com/office/drawing/2014/main" id="{3A4C5E1D-716C-F236-5C05-526F9A76C208}"/>
              </a:ext>
            </a:extLst>
          </p:cNvPr>
          <p:cNvSpPr/>
          <p:nvPr/>
        </p:nvSpPr>
        <p:spPr>
          <a:xfrm>
            <a:off x="9677400" y="5524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04" name="Rectangle 3103">
            <a:extLst>
              <a:ext uri="{FF2B5EF4-FFF2-40B4-BE49-F238E27FC236}">
                <a16:creationId xmlns:a16="http://schemas.microsoft.com/office/drawing/2014/main" id="{A5450F5E-7667-55B7-4129-78D568BAFAA2}"/>
              </a:ext>
            </a:extLst>
          </p:cNvPr>
          <p:cNvSpPr/>
          <p:nvPr/>
        </p:nvSpPr>
        <p:spPr>
          <a:xfrm>
            <a:off x="9829800" y="5524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05" name="Rectangle 3104">
            <a:extLst>
              <a:ext uri="{FF2B5EF4-FFF2-40B4-BE49-F238E27FC236}">
                <a16:creationId xmlns:a16="http://schemas.microsoft.com/office/drawing/2014/main" id="{425A9C90-7DFD-0DF6-9C60-E33F53A423A6}"/>
              </a:ext>
            </a:extLst>
          </p:cNvPr>
          <p:cNvSpPr/>
          <p:nvPr/>
        </p:nvSpPr>
        <p:spPr>
          <a:xfrm>
            <a:off x="9982200" y="5524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06" name="Rectangle 3105">
            <a:extLst>
              <a:ext uri="{FF2B5EF4-FFF2-40B4-BE49-F238E27FC236}">
                <a16:creationId xmlns:a16="http://schemas.microsoft.com/office/drawing/2014/main" id="{5AA9E06B-5B79-97C9-D56B-94FE5CE557AA}"/>
              </a:ext>
            </a:extLst>
          </p:cNvPr>
          <p:cNvSpPr/>
          <p:nvPr/>
        </p:nvSpPr>
        <p:spPr>
          <a:xfrm>
            <a:off x="10134600" y="5524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07" name="Rectangle 3106">
            <a:extLst>
              <a:ext uri="{FF2B5EF4-FFF2-40B4-BE49-F238E27FC236}">
                <a16:creationId xmlns:a16="http://schemas.microsoft.com/office/drawing/2014/main" id="{D4C8A1E1-BE25-3FF1-29A8-3AFC27F2AD65}"/>
              </a:ext>
            </a:extLst>
          </p:cNvPr>
          <p:cNvSpPr/>
          <p:nvPr/>
        </p:nvSpPr>
        <p:spPr>
          <a:xfrm>
            <a:off x="9067800" y="5524500"/>
            <a:ext cx="76200" cy="76200"/>
          </a:xfrm>
          <a:prstGeom prst="rect">
            <a:avLst/>
          </a:prstGeom>
          <a:solidFill>
            <a:srgbClr val="FF0000"/>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08" name="Rectangle 3107">
            <a:extLst>
              <a:ext uri="{FF2B5EF4-FFF2-40B4-BE49-F238E27FC236}">
                <a16:creationId xmlns:a16="http://schemas.microsoft.com/office/drawing/2014/main" id="{E14EA6A3-B971-8CD5-E31A-AE5540031BEE}"/>
              </a:ext>
            </a:extLst>
          </p:cNvPr>
          <p:cNvSpPr/>
          <p:nvPr/>
        </p:nvSpPr>
        <p:spPr>
          <a:xfrm>
            <a:off x="10439400" y="44577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09" name="Rectangle 3108">
            <a:extLst>
              <a:ext uri="{FF2B5EF4-FFF2-40B4-BE49-F238E27FC236}">
                <a16:creationId xmlns:a16="http://schemas.microsoft.com/office/drawing/2014/main" id="{5EF2E151-C5BA-8BB7-5C40-2669AA64C1C4}"/>
              </a:ext>
            </a:extLst>
          </p:cNvPr>
          <p:cNvSpPr/>
          <p:nvPr/>
        </p:nvSpPr>
        <p:spPr>
          <a:xfrm>
            <a:off x="10591800" y="44577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10" name="Rectangle 3109">
            <a:extLst>
              <a:ext uri="{FF2B5EF4-FFF2-40B4-BE49-F238E27FC236}">
                <a16:creationId xmlns:a16="http://schemas.microsoft.com/office/drawing/2014/main" id="{2C9EEAB2-0300-21F8-8790-1D77B459A71C}"/>
              </a:ext>
            </a:extLst>
          </p:cNvPr>
          <p:cNvSpPr/>
          <p:nvPr/>
        </p:nvSpPr>
        <p:spPr>
          <a:xfrm>
            <a:off x="10744200" y="44577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11" name="Rectangle 3110">
            <a:extLst>
              <a:ext uri="{FF2B5EF4-FFF2-40B4-BE49-F238E27FC236}">
                <a16:creationId xmlns:a16="http://schemas.microsoft.com/office/drawing/2014/main" id="{A564C0FF-D7F2-E6A4-E849-F320C4284C45}"/>
              </a:ext>
            </a:extLst>
          </p:cNvPr>
          <p:cNvSpPr/>
          <p:nvPr/>
        </p:nvSpPr>
        <p:spPr>
          <a:xfrm>
            <a:off x="10896600" y="44577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12" name="Rectangle 3111">
            <a:extLst>
              <a:ext uri="{FF2B5EF4-FFF2-40B4-BE49-F238E27FC236}">
                <a16:creationId xmlns:a16="http://schemas.microsoft.com/office/drawing/2014/main" id="{DD0E0CFB-8B42-6829-BDBC-47E7BF6F3C85}"/>
              </a:ext>
            </a:extLst>
          </p:cNvPr>
          <p:cNvSpPr/>
          <p:nvPr/>
        </p:nvSpPr>
        <p:spPr>
          <a:xfrm>
            <a:off x="11049000" y="44577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13" name="Rectangle 3112">
            <a:extLst>
              <a:ext uri="{FF2B5EF4-FFF2-40B4-BE49-F238E27FC236}">
                <a16:creationId xmlns:a16="http://schemas.microsoft.com/office/drawing/2014/main" id="{93D26369-BFB6-ABE8-731D-A0A9EB34CC24}"/>
              </a:ext>
            </a:extLst>
          </p:cNvPr>
          <p:cNvSpPr/>
          <p:nvPr/>
        </p:nvSpPr>
        <p:spPr>
          <a:xfrm>
            <a:off x="11201400" y="44577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14" name="Rectangle 3113">
            <a:extLst>
              <a:ext uri="{FF2B5EF4-FFF2-40B4-BE49-F238E27FC236}">
                <a16:creationId xmlns:a16="http://schemas.microsoft.com/office/drawing/2014/main" id="{493F183B-2DF0-E244-068C-2878EC047121}"/>
              </a:ext>
            </a:extLst>
          </p:cNvPr>
          <p:cNvSpPr/>
          <p:nvPr/>
        </p:nvSpPr>
        <p:spPr>
          <a:xfrm>
            <a:off x="11353800" y="44577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15" name="Rectangle 3114">
            <a:extLst>
              <a:ext uri="{FF2B5EF4-FFF2-40B4-BE49-F238E27FC236}">
                <a16:creationId xmlns:a16="http://schemas.microsoft.com/office/drawing/2014/main" id="{2DEE4901-F2FD-D51D-D3F3-EAB72D6846D1}"/>
              </a:ext>
            </a:extLst>
          </p:cNvPr>
          <p:cNvSpPr/>
          <p:nvPr/>
        </p:nvSpPr>
        <p:spPr>
          <a:xfrm>
            <a:off x="10287000" y="44577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16" name="Rectangle 3115">
            <a:extLst>
              <a:ext uri="{FF2B5EF4-FFF2-40B4-BE49-F238E27FC236}">
                <a16:creationId xmlns:a16="http://schemas.microsoft.com/office/drawing/2014/main" id="{53990AA7-183F-0870-BF55-01034C88241A}"/>
              </a:ext>
            </a:extLst>
          </p:cNvPr>
          <p:cNvSpPr/>
          <p:nvPr/>
        </p:nvSpPr>
        <p:spPr>
          <a:xfrm>
            <a:off x="10439400" y="46101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17" name="Rectangle 3116">
            <a:extLst>
              <a:ext uri="{FF2B5EF4-FFF2-40B4-BE49-F238E27FC236}">
                <a16:creationId xmlns:a16="http://schemas.microsoft.com/office/drawing/2014/main" id="{FD5DE09F-CA7A-0420-9177-ADF98B619FA8}"/>
              </a:ext>
            </a:extLst>
          </p:cNvPr>
          <p:cNvSpPr/>
          <p:nvPr/>
        </p:nvSpPr>
        <p:spPr>
          <a:xfrm>
            <a:off x="10591800" y="46101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18" name="Rectangle 3117">
            <a:extLst>
              <a:ext uri="{FF2B5EF4-FFF2-40B4-BE49-F238E27FC236}">
                <a16:creationId xmlns:a16="http://schemas.microsoft.com/office/drawing/2014/main" id="{C83235E6-0D88-0BEA-312F-70051AD90AE7}"/>
              </a:ext>
            </a:extLst>
          </p:cNvPr>
          <p:cNvSpPr/>
          <p:nvPr/>
        </p:nvSpPr>
        <p:spPr>
          <a:xfrm>
            <a:off x="10744200" y="46101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19" name="Rectangle 3118">
            <a:extLst>
              <a:ext uri="{FF2B5EF4-FFF2-40B4-BE49-F238E27FC236}">
                <a16:creationId xmlns:a16="http://schemas.microsoft.com/office/drawing/2014/main" id="{F351F35D-4C44-F2C8-CFE5-F06BB0788F01}"/>
              </a:ext>
            </a:extLst>
          </p:cNvPr>
          <p:cNvSpPr/>
          <p:nvPr/>
        </p:nvSpPr>
        <p:spPr>
          <a:xfrm>
            <a:off x="10896600" y="46101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20" name="Rectangle 3119">
            <a:extLst>
              <a:ext uri="{FF2B5EF4-FFF2-40B4-BE49-F238E27FC236}">
                <a16:creationId xmlns:a16="http://schemas.microsoft.com/office/drawing/2014/main" id="{2459BA63-30D6-6FBD-0C0A-43761A8DAFBD}"/>
              </a:ext>
            </a:extLst>
          </p:cNvPr>
          <p:cNvSpPr/>
          <p:nvPr/>
        </p:nvSpPr>
        <p:spPr>
          <a:xfrm>
            <a:off x="11049000" y="46101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21" name="Rectangle 3120">
            <a:extLst>
              <a:ext uri="{FF2B5EF4-FFF2-40B4-BE49-F238E27FC236}">
                <a16:creationId xmlns:a16="http://schemas.microsoft.com/office/drawing/2014/main" id="{AADA1EB0-B183-08F4-8F33-3CE8BD44CB5A}"/>
              </a:ext>
            </a:extLst>
          </p:cNvPr>
          <p:cNvSpPr/>
          <p:nvPr/>
        </p:nvSpPr>
        <p:spPr>
          <a:xfrm>
            <a:off x="11201400" y="46101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22" name="Rectangle 3121">
            <a:extLst>
              <a:ext uri="{FF2B5EF4-FFF2-40B4-BE49-F238E27FC236}">
                <a16:creationId xmlns:a16="http://schemas.microsoft.com/office/drawing/2014/main" id="{18383399-6D02-5C36-BA53-0C9738544171}"/>
              </a:ext>
            </a:extLst>
          </p:cNvPr>
          <p:cNvSpPr/>
          <p:nvPr/>
        </p:nvSpPr>
        <p:spPr>
          <a:xfrm>
            <a:off x="11353800" y="46101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23" name="Rectangle 3122">
            <a:extLst>
              <a:ext uri="{FF2B5EF4-FFF2-40B4-BE49-F238E27FC236}">
                <a16:creationId xmlns:a16="http://schemas.microsoft.com/office/drawing/2014/main" id="{C230B3AA-3095-7BF3-F0E0-B4BC4312CE42}"/>
              </a:ext>
            </a:extLst>
          </p:cNvPr>
          <p:cNvSpPr/>
          <p:nvPr/>
        </p:nvSpPr>
        <p:spPr>
          <a:xfrm>
            <a:off x="10287000" y="46101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24" name="Rectangle 3123">
            <a:extLst>
              <a:ext uri="{FF2B5EF4-FFF2-40B4-BE49-F238E27FC236}">
                <a16:creationId xmlns:a16="http://schemas.microsoft.com/office/drawing/2014/main" id="{417B54D7-134B-7C6E-A1BE-4EC7EBF0116F}"/>
              </a:ext>
            </a:extLst>
          </p:cNvPr>
          <p:cNvSpPr/>
          <p:nvPr/>
        </p:nvSpPr>
        <p:spPr>
          <a:xfrm>
            <a:off x="10439400" y="47625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25" name="Rectangle 3124">
            <a:extLst>
              <a:ext uri="{FF2B5EF4-FFF2-40B4-BE49-F238E27FC236}">
                <a16:creationId xmlns:a16="http://schemas.microsoft.com/office/drawing/2014/main" id="{780C1B84-AA27-A883-6FCD-74FE801FA53A}"/>
              </a:ext>
            </a:extLst>
          </p:cNvPr>
          <p:cNvSpPr/>
          <p:nvPr/>
        </p:nvSpPr>
        <p:spPr>
          <a:xfrm>
            <a:off x="10591800" y="47625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26" name="Rectangle 3125">
            <a:extLst>
              <a:ext uri="{FF2B5EF4-FFF2-40B4-BE49-F238E27FC236}">
                <a16:creationId xmlns:a16="http://schemas.microsoft.com/office/drawing/2014/main" id="{7FAF16C4-DA4F-E87D-3681-167DF89B0AB9}"/>
              </a:ext>
            </a:extLst>
          </p:cNvPr>
          <p:cNvSpPr/>
          <p:nvPr/>
        </p:nvSpPr>
        <p:spPr>
          <a:xfrm>
            <a:off x="10744200" y="47625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27" name="Rectangle 3126">
            <a:extLst>
              <a:ext uri="{FF2B5EF4-FFF2-40B4-BE49-F238E27FC236}">
                <a16:creationId xmlns:a16="http://schemas.microsoft.com/office/drawing/2014/main" id="{1CC9F6D2-9EE2-EA3B-1DF9-F8870C024919}"/>
              </a:ext>
            </a:extLst>
          </p:cNvPr>
          <p:cNvSpPr/>
          <p:nvPr/>
        </p:nvSpPr>
        <p:spPr>
          <a:xfrm>
            <a:off x="10896600" y="47625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28" name="Rectangle 3127">
            <a:extLst>
              <a:ext uri="{FF2B5EF4-FFF2-40B4-BE49-F238E27FC236}">
                <a16:creationId xmlns:a16="http://schemas.microsoft.com/office/drawing/2014/main" id="{6AE9C87C-D501-4642-F86F-D309099E2C7D}"/>
              </a:ext>
            </a:extLst>
          </p:cNvPr>
          <p:cNvSpPr/>
          <p:nvPr/>
        </p:nvSpPr>
        <p:spPr>
          <a:xfrm>
            <a:off x="11049000" y="47625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29" name="Rectangle 3128">
            <a:extLst>
              <a:ext uri="{FF2B5EF4-FFF2-40B4-BE49-F238E27FC236}">
                <a16:creationId xmlns:a16="http://schemas.microsoft.com/office/drawing/2014/main" id="{6D3E1126-0687-C142-8BD9-12FC53B506A9}"/>
              </a:ext>
            </a:extLst>
          </p:cNvPr>
          <p:cNvSpPr/>
          <p:nvPr/>
        </p:nvSpPr>
        <p:spPr>
          <a:xfrm>
            <a:off x="11201400" y="47625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30" name="Rectangle 3129">
            <a:extLst>
              <a:ext uri="{FF2B5EF4-FFF2-40B4-BE49-F238E27FC236}">
                <a16:creationId xmlns:a16="http://schemas.microsoft.com/office/drawing/2014/main" id="{15BC9BE3-33CC-C1C8-BF71-145D28768882}"/>
              </a:ext>
            </a:extLst>
          </p:cNvPr>
          <p:cNvSpPr/>
          <p:nvPr/>
        </p:nvSpPr>
        <p:spPr>
          <a:xfrm>
            <a:off x="11353800" y="47625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31" name="Rectangle 3130">
            <a:extLst>
              <a:ext uri="{FF2B5EF4-FFF2-40B4-BE49-F238E27FC236}">
                <a16:creationId xmlns:a16="http://schemas.microsoft.com/office/drawing/2014/main" id="{4D750F69-ECF9-9DD0-1E70-8C36E1ABE335}"/>
              </a:ext>
            </a:extLst>
          </p:cNvPr>
          <p:cNvSpPr/>
          <p:nvPr/>
        </p:nvSpPr>
        <p:spPr>
          <a:xfrm>
            <a:off x="10287000" y="47625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32" name="Rectangle 3131">
            <a:extLst>
              <a:ext uri="{FF2B5EF4-FFF2-40B4-BE49-F238E27FC236}">
                <a16:creationId xmlns:a16="http://schemas.microsoft.com/office/drawing/2014/main" id="{34ADF23F-490C-45D5-06A6-4DD37EB08090}"/>
              </a:ext>
            </a:extLst>
          </p:cNvPr>
          <p:cNvSpPr/>
          <p:nvPr/>
        </p:nvSpPr>
        <p:spPr>
          <a:xfrm>
            <a:off x="10439400" y="49149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33" name="Rectangle 3132">
            <a:extLst>
              <a:ext uri="{FF2B5EF4-FFF2-40B4-BE49-F238E27FC236}">
                <a16:creationId xmlns:a16="http://schemas.microsoft.com/office/drawing/2014/main" id="{27A67B4C-4BBD-41D1-4FE6-CF0D95D2C41A}"/>
              </a:ext>
            </a:extLst>
          </p:cNvPr>
          <p:cNvSpPr/>
          <p:nvPr/>
        </p:nvSpPr>
        <p:spPr>
          <a:xfrm>
            <a:off x="10591800" y="4914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34" name="Rectangle 3133">
            <a:extLst>
              <a:ext uri="{FF2B5EF4-FFF2-40B4-BE49-F238E27FC236}">
                <a16:creationId xmlns:a16="http://schemas.microsoft.com/office/drawing/2014/main" id="{7890B05F-B40C-720B-B9F6-E368EC5C69F7}"/>
              </a:ext>
            </a:extLst>
          </p:cNvPr>
          <p:cNvSpPr/>
          <p:nvPr/>
        </p:nvSpPr>
        <p:spPr>
          <a:xfrm>
            <a:off x="10744200" y="4914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35" name="Rectangle 3134">
            <a:extLst>
              <a:ext uri="{FF2B5EF4-FFF2-40B4-BE49-F238E27FC236}">
                <a16:creationId xmlns:a16="http://schemas.microsoft.com/office/drawing/2014/main" id="{C72C6D67-BB7C-60CC-8F0E-8AEA9D4F54B1}"/>
              </a:ext>
            </a:extLst>
          </p:cNvPr>
          <p:cNvSpPr/>
          <p:nvPr/>
        </p:nvSpPr>
        <p:spPr>
          <a:xfrm>
            <a:off x="10896600" y="4914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36" name="Rectangle 3135">
            <a:extLst>
              <a:ext uri="{FF2B5EF4-FFF2-40B4-BE49-F238E27FC236}">
                <a16:creationId xmlns:a16="http://schemas.microsoft.com/office/drawing/2014/main" id="{332E70E2-B248-DF1F-70CC-2BCB76D6615E}"/>
              </a:ext>
            </a:extLst>
          </p:cNvPr>
          <p:cNvSpPr/>
          <p:nvPr/>
        </p:nvSpPr>
        <p:spPr>
          <a:xfrm>
            <a:off x="11049000" y="4914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37" name="Rectangle 3136">
            <a:extLst>
              <a:ext uri="{FF2B5EF4-FFF2-40B4-BE49-F238E27FC236}">
                <a16:creationId xmlns:a16="http://schemas.microsoft.com/office/drawing/2014/main" id="{04D55028-848F-8AEE-0366-FFF6783FAD86}"/>
              </a:ext>
            </a:extLst>
          </p:cNvPr>
          <p:cNvSpPr/>
          <p:nvPr/>
        </p:nvSpPr>
        <p:spPr>
          <a:xfrm>
            <a:off x="11201400" y="49149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38" name="Rectangle 3137">
            <a:extLst>
              <a:ext uri="{FF2B5EF4-FFF2-40B4-BE49-F238E27FC236}">
                <a16:creationId xmlns:a16="http://schemas.microsoft.com/office/drawing/2014/main" id="{624243D6-76D6-7226-B669-F3C8E3061BFA}"/>
              </a:ext>
            </a:extLst>
          </p:cNvPr>
          <p:cNvSpPr/>
          <p:nvPr/>
        </p:nvSpPr>
        <p:spPr>
          <a:xfrm>
            <a:off x="11353800" y="4914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39" name="Rectangle 3138">
            <a:extLst>
              <a:ext uri="{FF2B5EF4-FFF2-40B4-BE49-F238E27FC236}">
                <a16:creationId xmlns:a16="http://schemas.microsoft.com/office/drawing/2014/main" id="{C50646E9-21C5-AEA9-02E5-F24807FBB0F5}"/>
              </a:ext>
            </a:extLst>
          </p:cNvPr>
          <p:cNvSpPr/>
          <p:nvPr/>
        </p:nvSpPr>
        <p:spPr>
          <a:xfrm>
            <a:off x="10287000" y="49149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40" name="Rectangle 3139">
            <a:extLst>
              <a:ext uri="{FF2B5EF4-FFF2-40B4-BE49-F238E27FC236}">
                <a16:creationId xmlns:a16="http://schemas.microsoft.com/office/drawing/2014/main" id="{CC163E61-6000-D0A6-FEF6-9AFCEAF4521F}"/>
              </a:ext>
            </a:extLst>
          </p:cNvPr>
          <p:cNvSpPr/>
          <p:nvPr/>
        </p:nvSpPr>
        <p:spPr>
          <a:xfrm>
            <a:off x="10439400" y="50673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41" name="Rectangle 3140">
            <a:extLst>
              <a:ext uri="{FF2B5EF4-FFF2-40B4-BE49-F238E27FC236}">
                <a16:creationId xmlns:a16="http://schemas.microsoft.com/office/drawing/2014/main" id="{F7080563-AEA7-EE7A-A3BE-8F746F51ABB7}"/>
              </a:ext>
            </a:extLst>
          </p:cNvPr>
          <p:cNvSpPr/>
          <p:nvPr/>
        </p:nvSpPr>
        <p:spPr>
          <a:xfrm>
            <a:off x="10591800" y="50673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42" name="Rectangle 3141">
            <a:extLst>
              <a:ext uri="{FF2B5EF4-FFF2-40B4-BE49-F238E27FC236}">
                <a16:creationId xmlns:a16="http://schemas.microsoft.com/office/drawing/2014/main" id="{AE20B11B-D5C6-3CF5-F8FA-04758680CB8A}"/>
              </a:ext>
            </a:extLst>
          </p:cNvPr>
          <p:cNvSpPr/>
          <p:nvPr/>
        </p:nvSpPr>
        <p:spPr>
          <a:xfrm>
            <a:off x="10744200" y="50673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43" name="Rectangle 3142">
            <a:extLst>
              <a:ext uri="{FF2B5EF4-FFF2-40B4-BE49-F238E27FC236}">
                <a16:creationId xmlns:a16="http://schemas.microsoft.com/office/drawing/2014/main" id="{388B623A-7981-EE77-E389-B0CB6883DACF}"/>
              </a:ext>
            </a:extLst>
          </p:cNvPr>
          <p:cNvSpPr/>
          <p:nvPr/>
        </p:nvSpPr>
        <p:spPr>
          <a:xfrm>
            <a:off x="10896600" y="50673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44" name="Rectangle 3143">
            <a:extLst>
              <a:ext uri="{FF2B5EF4-FFF2-40B4-BE49-F238E27FC236}">
                <a16:creationId xmlns:a16="http://schemas.microsoft.com/office/drawing/2014/main" id="{8212AC11-4D2D-5A86-FCA8-3E5FAB029A05}"/>
              </a:ext>
            </a:extLst>
          </p:cNvPr>
          <p:cNvSpPr/>
          <p:nvPr/>
        </p:nvSpPr>
        <p:spPr>
          <a:xfrm>
            <a:off x="11049000" y="50673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45" name="Rectangle 3144">
            <a:extLst>
              <a:ext uri="{FF2B5EF4-FFF2-40B4-BE49-F238E27FC236}">
                <a16:creationId xmlns:a16="http://schemas.microsoft.com/office/drawing/2014/main" id="{ED1AF911-5AC2-E909-A22F-A214762B43A5}"/>
              </a:ext>
            </a:extLst>
          </p:cNvPr>
          <p:cNvSpPr/>
          <p:nvPr/>
        </p:nvSpPr>
        <p:spPr>
          <a:xfrm>
            <a:off x="11201400" y="50673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46" name="Rectangle 3145">
            <a:extLst>
              <a:ext uri="{FF2B5EF4-FFF2-40B4-BE49-F238E27FC236}">
                <a16:creationId xmlns:a16="http://schemas.microsoft.com/office/drawing/2014/main" id="{9D4D75D6-94BB-59D4-0281-4D70626B24E5}"/>
              </a:ext>
            </a:extLst>
          </p:cNvPr>
          <p:cNvSpPr/>
          <p:nvPr/>
        </p:nvSpPr>
        <p:spPr>
          <a:xfrm>
            <a:off x="11353800" y="50673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47" name="Rectangle 3146">
            <a:extLst>
              <a:ext uri="{FF2B5EF4-FFF2-40B4-BE49-F238E27FC236}">
                <a16:creationId xmlns:a16="http://schemas.microsoft.com/office/drawing/2014/main" id="{3B73B9B9-5B8A-D10E-20C6-95EBC4BAEBB8}"/>
              </a:ext>
            </a:extLst>
          </p:cNvPr>
          <p:cNvSpPr/>
          <p:nvPr/>
        </p:nvSpPr>
        <p:spPr>
          <a:xfrm>
            <a:off x="10287000" y="50673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48" name="Rectangle 3147">
            <a:extLst>
              <a:ext uri="{FF2B5EF4-FFF2-40B4-BE49-F238E27FC236}">
                <a16:creationId xmlns:a16="http://schemas.microsoft.com/office/drawing/2014/main" id="{6F03900D-486E-E9A4-9C99-7FC5B1746381}"/>
              </a:ext>
            </a:extLst>
          </p:cNvPr>
          <p:cNvSpPr/>
          <p:nvPr/>
        </p:nvSpPr>
        <p:spPr>
          <a:xfrm>
            <a:off x="10439400" y="52197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49" name="Rectangle 3148">
            <a:extLst>
              <a:ext uri="{FF2B5EF4-FFF2-40B4-BE49-F238E27FC236}">
                <a16:creationId xmlns:a16="http://schemas.microsoft.com/office/drawing/2014/main" id="{3A26F49B-2940-843C-5325-5C44D8BB3F31}"/>
              </a:ext>
            </a:extLst>
          </p:cNvPr>
          <p:cNvSpPr/>
          <p:nvPr/>
        </p:nvSpPr>
        <p:spPr>
          <a:xfrm>
            <a:off x="10591800" y="52197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50" name="Rectangle 3149">
            <a:extLst>
              <a:ext uri="{FF2B5EF4-FFF2-40B4-BE49-F238E27FC236}">
                <a16:creationId xmlns:a16="http://schemas.microsoft.com/office/drawing/2014/main" id="{30579522-FA87-B0F2-46C1-7B62E7263D67}"/>
              </a:ext>
            </a:extLst>
          </p:cNvPr>
          <p:cNvSpPr/>
          <p:nvPr/>
        </p:nvSpPr>
        <p:spPr>
          <a:xfrm>
            <a:off x="10744200" y="52197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51" name="Rectangle 3150">
            <a:extLst>
              <a:ext uri="{FF2B5EF4-FFF2-40B4-BE49-F238E27FC236}">
                <a16:creationId xmlns:a16="http://schemas.microsoft.com/office/drawing/2014/main" id="{295B4B82-B59E-6C68-9F06-FFE7303DBE1D}"/>
              </a:ext>
            </a:extLst>
          </p:cNvPr>
          <p:cNvSpPr/>
          <p:nvPr/>
        </p:nvSpPr>
        <p:spPr>
          <a:xfrm>
            <a:off x="10896600" y="52197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52" name="Rectangle 3151">
            <a:extLst>
              <a:ext uri="{FF2B5EF4-FFF2-40B4-BE49-F238E27FC236}">
                <a16:creationId xmlns:a16="http://schemas.microsoft.com/office/drawing/2014/main" id="{BA71BAF2-A2D4-BB09-6D5D-19E50CC48E4F}"/>
              </a:ext>
            </a:extLst>
          </p:cNvPr>
          <p:cNvSpPr/>
          <p:nvPr/>
        </p:nvSpPr>
        <p:spPr>
          <a:xfrm>
            <a:off x="11049000" y="52197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53" name="Rectangle 3152">
            <a:extLst>
              <a:ext uri="{FF2B5EF4-FFF2-40B4-BE49-F238E27FC236}">
                <a16:creationId xmlns:a16="http://schemas.microsoft.com/office/drawing/2014/main" id="{3E3E3954-78C8-AE57-1FC9-0843AC115115}"/>
              </a:ext>
            </a:extLst>
          </p:cNvPr>
          <p:cNvSpPr/>
          <p:nvPr/>
        </p:nvSpPr>
        <p:spPr>
          <a:xfrm>
            <a:off x="11201400" y="52197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54" name="Rectangle 3153">
            <a:extLst>
              <a:ext uri="{FF2B5EF4-FFF2-40B4-BE49-F238E27FC236}">
                <a16:creationId xmlns:a16="http://schemas.microsoft.com/office/drawing/2014/main" id="{C1C3615F-A641-CCEF-D88F-6C3CB0D067C4}"/>
              </a:ext>
            </a:extLst>
          </p:cNvPr>
          <p:cNvSpPr/>
          <p:nvPr/>
        </p:nvSpPr>
        <p:spPr>
          <a:xfrm>
            <a:off x="11353800" y="52197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55" name="Rectangle 3154">
            <a:extLst>
              <a:ext uri="{FF2B5EF4-FFF2-40B4-BE49-F238E27FC236}">
                <a16:creationId xmlns:a16="http://schemas.microsoft.com/office/drawing/2014/main" id="{88FD7472-4B1F-3F7C-26B6-B4B31BA07FBE}"/>
              </a:ext>
            </a:extLst>
          </p:cNvPr>
          <p:cNvSpPr/>
          <p:nvPr/>
        </p:nvSpPr>
        <p:spPr>
          <a:xfrm>
            <a:off x="10287000" y="52197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56" name="Rectangle 3155">
            <a:extLst>
              <a:ext uri="{FF2B5EF4-FFF2-40B4-BE49-F238E27FC236}">
                <a16:creationId xmlns:a16="http://schemas.microsoft.com/office/drawing/2014/main" id="{C57D54CD-F4FC-CBF3-DDE4-0E1C0E249E7D}"/>
              </a:ext>
            </a:extLst>
          </p:cNvPr>
          <p:cNvSpPr/>
          <p:nvPr/>
        </p:nvSpPr>
        <p:spPr>
          <a:xfrm>
            <a:off x="10439400" y="53721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57" name="Rectangle 3156">
            <a:extLst>
              <a:ext uri="{FF2B5EF4-FFF2-40B4-BE49-F238E27FC236}">
                <a16:creationId xmlns:a16="http://schemas.microsoft.com/office/drawing/2014/main" id="{67B250A6-00FA-2CE7-C2E2-E167BDBFCF1A}"/>
              </a:ext>
            </a:extLst>
          </p:cNvPr>
          <p:cNvSpPr/>
          <p:nvPr/>
        </p:nvSpPr>
        <p:spPr>
          <a:xfrm>
            <a:off x="10591800" y="53721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58" name="Rectangle 3157">
            <a:extLst>
              <a:ext uri="{FF2B5EF4-FFF2-40B4-BE49-F238E27FC236}">
                <a16:creationId xmlns:a16="http://schemas.microsoft.com/office/drawing/2014/main" id="{03963838-532E-30FA-C73B-C1E9076BF271}"/>
              </a:ext>
            </a:extLst>
          </p:cNvPr>
          <p:cNvSpPr/>
          <p:nvPr/>
        </p:nvSpPr>
        <p:spPr>
          <a:xfrm>
            <a:off x="10744200" y="53721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59" name="Rectangle 3158">
            <a:extLst>
              <a:ext uri="{FF2B5EF4-FFF2-40B4-BE49-F238E27FC236}">
                <a16:creationId xmlns:a16="http://schemas.microsoft.com/office/drawing/2014/main" id="{9035909E-775E-12A7-3F2D-AEB23CADCF6A}"/>
              </a:ext>
            </a:extLst>
          </p:cNvPr>
          <p:cNvSpPr/>
          <p:nvPr/>
        </p:nvSpPr>
        <p:spPr>
          <a:xfrm>
            <a:off x="10896600" y="53721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60" name="Rectangle 3159">
            <a:extLst>
              <a:ext uri="{FF2B5EF4-FFF2-40B4-BE49-F238E27FC236}">
                <a16:creationId xmlns:a16="http://schemas.microsoft.com/office/drawing/2014/main" id="{272CCCFB-58EB-6CDE-3766-C8C6BF209E2D}"/>
              </a:ext>
            </a:extLst>
          </p:cNvPr>
          <p:cNvSpPr/>
          <p:nvPr/>
        </p:nvSpPr>
        <p:spPr>
          <a:xfrm>
            <a:off x="11049000" y="5372100"/>
            <a:ext cx="76200" cy="76200"/>
          </a:xfrm>
          <a:prstGeom prst="rect">
            <a:avLst/>
          </a:prstGeom>
          <a:solidFill>
            <a:srgbClr val="E5ECEB">
              <a:lumMod val="75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61" name="Rectangle 3160">
            <a:extLst>
              <a:ext uri="{FF2B5EF4-FFF2-40B4-BE49-F238E27FC236}">
                <a16:creationId xmlns:a16="http://schemas.microsoft.com/office/drawing/2014/main" id="{32B7023B-6079-39E2-225E-CF40B7379BC5}"/>
              </a:ext>
            </a:extLst>
          </p:cNvPr>
          <p:cNvSpPr/>
          <p:nvPr/>
        </p:nvSpPr>
        <p:spPr>
          <a:xfrm>
            <a:off x="11201400" y="53721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62" name="Rectangle 3161">
            <a:extLst>
              <a:ext uri="{FF2B5EF4-FFF2-40B4-BE49-F238E27FC236}">
                <a16:creationId xmlns:a16="http://schemas.microsoft.com/office/drawing/2014/main" id="{E5969EAA-9538-2016-8831-CBF0B2861767}"/>
              </a:ext>
            </a:extLst>
          </p:cNvPr>
          <p:cNvSpPr/>
          <p:nvPr/>
        </p:nvSpPr>
        <p:spPr>
          <a:xfrm>
            <a:off x="11353800" y="53721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63" name="Rectangle 3162">
            <a:extLst>
              <a:ext uri="{FF2B5EF4-FFF2-40B4-BE49-F238E27FC236}">
                <a16:creationId xmlns:a16="http://schemas.microsoft.com/office/drawing/2014/main" id="{696A3E8E-EB86-D422-0834-2142A4D28381}"/>
              </a:ext>
            </a:extLst>
          </p:cNvPr>
          <p:cNvSpPr/>
          <p:nvPr/>
        </p:nvSpPr>
        <p:spPr>
          <a:xfrm>
            <a:off x="10287000" y="53721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64" name="Rectangle 3163">
            <a:extLst>
              <a:ext uri="{FF2B5EF4-FFF2-40B4-BE49-F238E27FC236}">
                <a16:creationId xmlns:a16="http://schemas.microsoft.com/office/drawing/2014/main" id="{A1C601F8-8B2E-9939-7E6C-E949620D4A18}"/>
              </a:ext>
            </a:extLst>
          </p:cNvPr>
          <p:cNvSpPr/>
          <p:nvPr/>
        </p:nvSpPr>
        <p:spPr>
          <a:xfrm>
            <a:off x="10439400" y="55245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65" name="Rectangle 3164">
            <a:extLst>
              <a:ext uri="{FF2B5EF4-FFF2-40B4-BE49-F238E27FC236}">
                <a16:creationId xmlns:a16="http://schemas.microsoft.com/office/drawing/2014/main" id="{0011280A-CD6D-46C3-A9E1-515091FB1BBC}"/>
              </a:ext>
            </a:extLst>
          </p:cNvPr>
          <p:cNvSpPr/>
          <p:nvPr/>
        </p:nvSpPr>
        <p:spPr>
          <a:xfrm>
            <a:off x="10591800" y="55245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66" name="Rectangle 3165">
            <a:extLst>
              <a:ext uri="{FF2B5EF4-FFF2-40B4-BE49-F238E27FC236}">
                <a16:creationId xmlns:a16="http://schemas.microsoft.com/office/drawing/2014/main" id="{A1FB9A86-D3CF-3860-5724-F1AD2C54E7F1}"/>
              </a:ext>
            </a:extLst>
          </p:cNvPr>
          <p:cNvSpPr/>
          <p:nvPr/>
        </p:nvSpPr>
        <p:spPr>
          <a:xfrm>
            <a:off x="10744200" y="55245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67" name="Rectangle 3166">
            <a:extLst>
              <a:ext uri="{FF2B5EF4-FFF2-40B4-BE49-F238E27FC236}">
                <a16:creationId xmlns:a16="http://schemas.microsoft.com/office/drawing/2014/main" id="{2C939C7D-737C-2818-70BE-F959BE281C6A}"/>
              </a:ext>
            </a:extLst>
          </p:cNvPr>
          <p:cNvSpPr/>
          <p:nvPr/>
        </p:nvSpPr>
        <p:spPr>
          <a:xfrm>
            <a:off x="10896600" y="55245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68" name="Rectangle 3167">
            <a:extLst>
              <a:ext uri="{FF2B5EF4-FFF2-40B4-BE49-F238E27FC236}">
                <a16:creationId xmlns:a16="http://schemas.microsoft.com/office/drawing/2014/main" id="{AB0FD55C-8486-C780-71E9-CFC663FA6D00}"/>
              </a:ext>
            </a:extLst>
          </p:cNvPr>
          <p:cNvSpPr/>
          <p:nvPr/>
        </p:nvSpPr>
        <p:spPr>
          <a:xfrm>
            <a:off x="11049000" y="55245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69" name="Rectangle 3168">
            <a:extLst>
              <a:ext uri="{FF2B5EF4-FFF2-40B4-BE49-F238E27FC236}">
                <a16:creationId xmlns:a16="http://schemas.microsoft.com/office/drawing/2014/main" id="{83D63680-9771-ADF3-7A87-59A305C93E92}"/>
              </a:ext>
            </a:extLst>
          </p:cNvPr>
          <p:cNvSpPr/>
          <p:nvPr/>
        </p:nvSpPr>
        <p:spPr>
          <a:xfrm>
            <a:off x="11201400" y="55245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70" name="Rectangle 3169">
            <a:extLst>
              <a:ext uri="{FF2B5EF4-FFF2-40B4-BE49-F238E27FC236}">
                <a16:creationId xmlns:a16="http://schemas.microsoft.com/office/drawing/2014/main" id="{A2A06AC8-3FF5-CC00-DC01-EB5870C24A4A}"/>
              </a:ext>
            </a:extLst>
          </p:cNvPr>
          <p:cNvSpPr/>
          <p:nvPr/>
        </p:nvSpPr>
        <p:spPr>
          <a:xfrm>
            <a:off x="11353800" y="55245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sp>
        <p:nvSpPr>
          <p:cNvPr id="3171" name="Rectangle 3170">
            <a:extLst>
              <a:ext uri="{FF2B5EF4-FFF2-40B4-BE49-F238E27FC236}">
                <a16:creationId xmlns:a16="http://schemas.microsoft.com/office/drawing/2014/main" id="{645A7C4E-5A7A-46E6-F354-2C75C59B8CBF}"/>
              </a:ext>
            </a:extLst>
          </p:cNvPr>
          <p:cNvSpPr/>
          <p:nvPr/>
        </p:nvSpPr>
        <p:spPr>
          <a:xfrm>
            <a:off x="10287000" y="5524500"/>
            <a:ext cx="76200" cy="76200"/>
          </a:xfrm>
          <a:prstGeom prst="rect">
            <a:avLst/>
          </a:prstGeom>
          <a:solidFill>
            <a:srgbClr val="333E48">
              <a:lumMod val="60000"/>
              <a:lumOff val="40000"/>
            </a:srgbClr>
          </a:solidFill>
          <a:ln w="6350" cap="flat" cmpd="sng" algn="ctr">
            <a:solidFill>
              <a:srgbClr val="009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cxnSp>
        <p:nvCxnSpPr>
          <p:cNvPr id="3172" name="Straight Connector 3171">
            <a:extLst>
              <a:ext uri="{FF2B5EF4-FFF2-40B4-BE49-F238E27FC236}">
                <a16:creationId xmlns:a16="http://schemas.microsoft.com/office/drawing/2014/main" id="{13347981-AC8D-7E2C-5626-17A4935F60C6}"/>
              </a:ext>
            </a:extLst>
          </p:cNvPr>
          <p:cNvCxnSpPr>
            <a:cxnSpLocks/>
          </p:cNvCxnSpPr>
          <p:nvPr/>
        </p:nvCxnSpPr>
        <p:spPr>
          <a:xfrm flipH="1">
            <a:off x="8915400" y="4419600"/>
            <a:ext cx="2667000" cy="0"/>
          </a:xfrm>
          <a:prstGeom prst="line">
            <a:avLst/>
          </a:prstGeom>
          <a:noFill/>
          <a:ln w="19050" cap="flat" cmpd="sng" algn="ctr">
            <a:solidFill>
              <a:srgbClr val="0091BD"/>
            </a:solidFill>
            <a:prstDash val="solid"/>
            <a:miter lim="800000"/>
          </a:ln>
          <a:effectLst/>
        </p:spPr>
      </p:cxnSp>
      <p:cxnSp>
        <p:nvCxnSpPr>
          <p:cNvPr id="3173" name="Straight Connector 3172">
            <a:extLst>
              <a:ext uri="{FF2B5EF4-FFF2-40B4-BE49-F238E27FC236}">
                <a16:creationId xmlns:a16="http://schemas.microsoft.com/office/drawing/2014/main" id="{2D78D00A-A6D4-9712-A94B-89E743BE213C}"/>
              </a:ext>
            </a:extLst>
          </p:cNvPr>
          <p:cNvCxnSpPr>
            <a:cxnSpLocks/>
          </p:cNvCxnSpPr>
          <p:nvPr/>
        </p:nvCxnSpPr>
        <p:spPr>
          <a:xfrm>
            <a:off x="10248900" y="3124200"/>
            <a:ext cx="0" cy="2514600"/>
          </a:xfrm>
          <a:prstGeom prst="line">
            <a:avLst/>
          </a:prstGeom>
          <a:noFill/>
          <a:ln w="19050" cap="flat" cmpd="sng" algn="ctr">
            <a:solidFill>
              <a:srgbClr val="0091BD"/>
            </a:solidFill>
            <a:prstDash val="solid"/>
            <a:miter lim="800000"/>
          </a:ln>
          <a:effectLst/>
        </p:spPr>
      </p:cxnSp>
    </p:spTree>
    <p:extLst>
      <p:ext uri="{BB962C8B-B14F-4D97-AF65-F5344CB8AC3E}">
        <p14:creationId xmlns:p14="http://schemas.microsoft.com/office/powerpoint/2010/main" val="2006114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pPr marL="0" indent="0">
              <a:buNone/>
            </a:pPr>
            <a:endParaRPr lang="en-GB" dirty="0"/>
          </a:p>
          <a:p>
            <a:pPr marL="0" indent="0">
              <a:buNone/>
            </a:pPr>
            <a:r>
              <a:rPr lang="en-GB" dirty="0"/>
              <a:t>Apple 2 computers were quite complex, being among</a:t>
            </a:r>
            <a:br>
              <a:rPr lang="en-GB" dirty="0"/>
            </a:br>
            <a:r>
              <a:rPr lang="en-GB" dirty="0"/>
              <a:t>the first to have a </a:t>
            </a:r>
            <a:r>
              <a:rPr lang="en-GB" dirty="0" err="1"/>
              <a:t>color</a:t>
            </a:r>
            <a:r>
              <a:rPr lang="en-GB" dirty="0"/>
              <a:t> palette. </a:t>
            </a:r>
            <a:br>
              <a:rPr lang="en-GB" dirty="0"/>
            </a:br>
            <a:br>
              <a:rPr lang="en-GB" dirty="0"/>
            </a:br>
            <a:r>
              <a:rPr lang="en-GB" dirty="0"/>
              <a:t>Screen divided into sections of seven pixels.</a:t>
            </a:r>
            <a:br>
              <a:rPr lang="en-GB" dirty="0"/>
            </a:br>
            <a:br>
              <a:rPr lang="en-GB" dirty="0"/>
            </a:br>
            <a:r>
              <a:rPr lang="en-GB" dirty="0"/>
              <a:t>Each section assigned eight bits of memory. </a:t>
            </a:r>
            <a:br>
              <a:rPr lang="en-GB" dirty="0"/>
            </a:br>
            <a:br>
              <a:rPr lang="en-GB" dirty="0"/>
            </a:br>
            <a:r>
              <a:rPr lang="en-GB" dirty="0"/>
              <a:t>The PAL bit swaps the color of the seven pixels</a:t>
            </a:r>
            <a:br>
              <a:rPr lang="en-GB" dirty="0"/>
            </a:br>
            <a:r>
              <a:rPr lang="en-GB" dirty="0"/>
              <a:t>from green/pink to orange/blue.</a:t>
            </a:r>
          </a:p>
          <a:p>
            <a:endParaRPr lang="en-GB" dirty="0"/>
          </a:p>
          <a:p>
            <a:endParaRPr lang="en-GB" dirty="0"/>
          </a:p>
        </p:txBody>
      </p:sp>
      <p:sp>
        <p:nvSpPr>
          <p:cNvPr id="3" name="Title 2"/>
          <p:cNvSpPr>
            <a:spLocks noGrp="1"/>
          </p:cNvSpPr>
          <p:nvPr>
            <p:ph type="title"/>
          </p:nvPr>
        </p:nvSpPr>
        <p:spPr/>
        <p:txBody>
          <a:bodyPr>
            <a:normAutofit/>
          </a:bodyPr>
          <a:lstStyle/>
          <a:p>
            <a:r>
              <a:rPr lang="en-GB" dirty="0"/>
              <a:t>NTSC Artefact Coloring:  Apple 2 Computers</a:t>
            </a:r>
          </a:p>
        </p:txBody>
      </p:sp>
      <p:sp>
        <p:nvSpPr>
          <p:cNvPr id="5" name="Rectangle 4"/>
          <p:cNvSpPr/>
          <p:nvPr/>
        </p:nvSpPr>
        <p:spPr>
          <a:xfrm>
            <a:off x="7715745" y="1600200"/>
            <a:ext cx="228600" cy="228600"/>
          </a:xfrm>
          <a:prstGeom prst="rect">
            <a:avLst/>
          </a:prstGeom>
          <a:solidFill>
            <a:schemeClr val="tx1">
              <a:lumMod val="95000"/>
              <a:lumOff val="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Rectangle 5"/>
          <p:cNvSpPr/>
          <p:nvPr/>
        </p:nvSpPr>
        <p:spPr>
          <a:xfrm>
            <a:off x="7944345" y="1600200"/>
            <a:ext cx="228600" cy="228600"/>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 name="Rectangle 6"/>
          <p:cNvSpPr/>
          <p:nvPr/>
        </p:nvSpPr>
        <p:spPr>
          <a:xfrm>
            <a:off x="8175091" y="1600200"/>
            <a:ext cx="228600" cy="228600"/>
          </a:xfrm>
          <a:prstGeom prst="rect">
            <a:avLst/>
          </a:prstGeom>
          <a:solidFill>
            <a:schemeClr val="tx1">
              <a:lumMod val="95000"/>
              <a:lumOff val="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Rectangle 7"/>
          <p:cNvSpPr/>
          <p:nvPr/>
        </p:nvSpPr>
        <p:spPr>
          <a:xfrm>
            <a:off x="8403691" y="1600200"/>
            <a:ext cx="228600" cy="228600"/>
          </a:xfrm>
          <a:prstGeom prst="rect">
            <a:avLst/>
          </a:prstGeom>
          <a:solidFill>
            <a:schemeClr val="tx1">
              <a:lumMod val="95000"/>
              <a:lumOff val="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Rectangle 8"/>
          <p:cNvSpPr/>
          <p:nvPr/>
        </p:nvSpPr>
        <p:spPr>
          <a:xfrm>
            <a:off x="8630145" y="1600200"/>
            <a:ext cx="228600" cy="228600"/>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Rectangle 9"/>
          <p:cNvSpPr/>
          <p:nvPr/>
        </p:nvSpPr>
        <p:spPr>
          <a:xfrm>
            <a:off x="8858745" y="1600200"/>
            <a:ext cx="228600" cy="228600"/>
          </a:xfrm>
          <a:prstGeom prst="rect">
            <a:avLst/>
          </a:prstGeom>
          <a:solidFill>
            <a:schemeClr val="tx1">
              <a:lumMod val="95000"/>
              <a:lumOff val="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Rectangle 10"/>
          <p:cNvSpPr/>
          <p:nvPr/>
        </p:nvSpPr>
        <p:spPr>
          <a:xfrm>
            <a:off x="9087345" y="1600200"/>
            <a:ext cx="228600" cy="228600"/>
          </a:xfrm>
          <a:prstGeom prst="rect">
            <a:avLst/>
          </a:prstGeom>
          <a:solidFill>
            <a:schemeClr val="tx1">
              <a:lumMod val="95000"/>
              <a:lumOff val="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 name="TextBox 12"/>
          <p:cNvSpPr txBox="1"/>
          <p:nvPr/>
        </p:nvSpPr>
        <p:spPr>
          <a:xfrm>
            <a:off x="7487145" y="16002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P</a:t>
            </a:r>
          </a:p>
        </p:txBody>
      </p:sp>
      <p:sp>
        <p:nvSpPr>
          <p:cNvPr id="14" name="TextBox 13"/>
          <p:cNvSpPr txBox="1"/>
          <p:nvPr/>
        </p:nvSpPr>
        <p:spPr>
          <a:xfrm>
            <a:off x="7487145" y="13716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15" name="TextBox 14"/>
          <p:cNvSpPr txBox="1"/>
          <p:nvPr/>
        </p:nvSpPr>
        <p:spPr>
          <a:xfrm>
            <a:off x="7715745" y="13716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16" name="TextBox 15"/>
          <p:cNvSpPr txBox="1"/>
          <p:nvPr/>
        </p:nvSpPr>
        <p:spPr>
          <a:xfrm>
            <a:off x="7944345" y="13716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1</a:t>
            </a:r>
          </a:p>
        </p:txBody>
      </p:sp>
      <p:sp>
        <p:nvSpPr>
          <p:cNvPr id="17" name="TextBox 16"/>
          <p:cNvSpPr txBox="1"/>
          <p:nvPr/>
        </p:nvSpPr>
        <p:spPr>
          <a:xfrm>
            <a:off x="8172945" y="13716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18" name="TextBox 17"/>
          <p:cNvSpPr txBox="1"/>
          <p:nvPr/>
        </p:nvSpPr>
        <p:spPr>
          <a:xfrm>
            <a:off x="8401545" y="13716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19" name="TextBox 18"/>
          <p:cNvSpPr txBox="1"/>
          <p:nvPr/>
        </p:nvSpPr>
        <p:spPr>
          <a:xfrm>
            <a:off x="8630145" y="13716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1</a:t>
            </a:r>
          </a:p>
        </p:txBody>
      </p:sp>
      <p:sp>
        <p:nvSpPr>
          <p:cNvPr id="20" name="TextBox 19"/>
          <p:cNvSpPr txBox="1"/>
          <p:nvPr/>
        </p:nvSpPr>
        <p:spPr>
          <a:xfrm>
            <a:off x="8858745" y="13716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21" name="TextBox 20"/>
          <p:cNvSpPr txBox="1"/>
          <p:nvPr/>
        </p:nvSpPr>
        <p:spPr>
          <a:xfrm>
            <a:off x="9087345" y="13716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22" name="TextBox 21"/>
          <p:cNvSpPr txBox="1"/>
          <p:nvPr/>
        </p:nvSpPr>
        <p:spPr>
          <a:xfrm>
            <a:off x="7696695" y="1981200"/>
            <a:ext cx="1638300" cy="190500"/>
          </a:xfrm>
          <a:prstGeom prst="rect">
            <a:avLst/>
          </a:prstGeom>
        </p:spPr>
        <p:txBody>
          <a:bodyPr vert="horz" wrap="square" lIns="0" tIns="0" rIns="0" bIns="0" rtlCol="0" anchor="t">
            <a:normAutofit fontScale="92500" lnSpcReduction="20000"/>
          </a:bodyPr>
          <a:lstStyle/>
          <a:p>
            <a:pPr algn="ctr"/>
            <a:r>
              <a:rPr lang="en-GB" sz="1500" dirty="0"/>
              <a:t>Monochrome display</a:t>
            </a:r>
          </a:p>
          <a:p>
            <a:endParaRPr lang="en-GB" dirty="0"/>
          </a:p>
        </p:txBody>
      </p:sp>
      <p:sp>
        <p:nvSpPr>
          <p:cNvPr id="23" name="Rectangle 22"/>
          <p:cNvSpPr/>
          <p:nvPr/>
        </p:nvSpPr>
        <p:spPr>
          <a:xfrm>
            <a:off x="7715250" y="2590800"/>
            <a:ext cx="228600" cy="228600"/>
          </a:xfrm>
          <a:prstGeom prst="rect">
            <a:avLst/>
          </a:prstGeom>
          <a:solidFill>
            <a:schemeClr val="tx1">
              <a:lumMod val="95000"/>
              <a:lumOff val="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4" name="Rectangle 23"/>
          <p:cNvSpPr/>
          <p:nvPr/>
        </p:nvSpPr>
        <p:spPr>
          <a:xfrm>
            <a:off x="7943850" y="2590800"/>
            <a:ext cx="228600" cy="228600"/>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 name="Rectangle 24"/>
          <p:cNvSpPr/>
          <p:nvPr/>
        </p:nvSpPr>
        <p:spPr>
          <a:xfrm>
            <a:off x="8174596" y="2590800"/>
            <a:ext cx="228600" cy="228600"/>
          </a:xfrm>
          <a:prstGeom prst="rect">
            <a:avLst/>
          </a:prstGeom>
          <a:solidFill>
            <a:schemeClr val="tx1">
              <a:lumMod val="95000"/>
              <a:lumOff val="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6" name="Rectangle 25"/>
          <p:cNvSpPr/>
          <p:nvPr/>
        </p:nvSpPr>
        <p:spPr>
          <a:xfrm>
            <a:off x="8403196" y="2590800"/>
            <a:ext cx="228600" cy="228600"/>
          </a:xfrm>
          <a:prstGeom prst="rect">
            <a:avLst/>
          </a:prstGeom>
          <a:solidFill>
            <a:schemeClr val="tx1">
              <a:lumMod val="95000"/>
              <a:lumOff val="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7" name="Rectangle 26"/>
          <p:cNvSpPr/>
          <p:nvPr/>
        </p:nvSpPr>
        <p:spPr>
          <a:xfrm>
            <a:off x="8629650" y="2590800"/>
            <a:ext cx="228600" cy="228600"/>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8" name="Rectangle 27"/>
          <p:cNvSpPr/>
          <p:nvPr/>
        </p:nvSpPr>
        <p:spPr>
          <a:xfrm>
            <a:off x="8858250" y="2590800"/>
            <a:ext cx="228600" cy="228600"/>
          </a:xfrm>
          <a:prstGeom prst="rect">
            <a:avLst/>
          </a:prstGeom>
          <a:solidFill>
            <a:schemeClr val="tx1">
              <a:lumMod val="95000"/>
              <a:lumOff val="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9" name="Rectangle 28"/>
          <p:cNvSpPr/>
          <p:nvPr/>
        </p:nvSpPr>
        <p:spPr>
          <a:xfrm>
            <a:off x="9086850" y="2590800"/>
            <a:ext cx="228600" cy="228600"/>
          </a:xfrm>
          <a:prstGeom prst="rect">
            <a:avLst/>
          </a:prstGeom>
          <a:solidFill>
            <a:schemeClr val="tx1">
              <a:lumMod val="95000"/>
              <a:lumOff val="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0" name="TextBox 29"/>
          <p:cNvSpPr txBox="1"/>
          <p:nvPr/>
        </p:nvSpPr>
        <p:spPr>
          <a:xfrm>
            <a:off x="7486650" y="25908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P</a:t>
            </a:r>
          </a:p>
        </p:txBody>
      </p:sp>
      <p:sp>
        <p:nvSpPr>
          <p:cNvPr id="31" name="TextBox 30"/>
          <p:cNvSpPr txBox="1"/>
          <p:nvPr/>
        </p:nvSpPr>
        <p:spPr>
          <a:xfrm>
            <a:off x="7486650" y="23622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32" name="TextBox 31"/>
          <p:cNvSpPr txBox="1"/>
          <p:nvPr/>
        </p:nvSpPr>
        <p:spPr>
          <a:xfrm>
            <a:off x="7715250" y="23622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33" name="TextBox 32"/>
          <p:cNvSpPr txBox="1"/>
          <p:nvPr/>
        </p:nvSpPr>
        <p:spPr>
          <a:xfrm>
            <a:off x="7943850" y="23622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1</a:t>
            </a:r>
          </a:p>
        </p:txBody>
      </p:sp>
      <p:sp>
        <p:nvSpPr>
          <p:cNvPr id="34" name="TextBox 33"/>
          <p:cNvSpPr txBox="1"/>
          <p:nvPr/>
        </p:nvSpPr>
        <p:spPr>
          <a:xfrm>
            <a:off x="8172450" y="23622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35" name="TextBox 34"/>
          <p:cNvSpPr txBox="1"/>
          <p:nvPr/>
        </p:nvSpPr>
        <p:spPr>
          <a:xfrm>
            <a:off x="8401050" y="23622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36" name="TextBox 35"/>
          <p:cNvSpPr txBox="1"/>
          <p:nvPr/>
        </p:nvSpPr>
        <p:spPr>
          <a:xfrm>
            <a:off x="8629650" y="23622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1</a:t>
            </a:r>
          </a:p>
        </p:txBody>
      </p:sp>
      <p:sp>
        <p:nvSpPr>
          <p:cNvPr id="37" name="TextBox 36"/>
          <p:cNvSpPr txBox="1"/>
          <p:nvPr/>
        </p:nvSpPr>
        <p:spPr>
          <a:xfrm>
            <a:off x="8858250" y="23622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38" name="TextBox 37"/>
          <p:cNvSpPr txBox="1"/>
          <p:nvPr/>
        </p:nvSpPr>
        <p:spPr>
          <a:xfrm>
            <a:off x="9086850" y="23622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39" name="TextBox 38"/>
          <p:cNvSpPr txBox="1"/>
          <p:nvPr/>
        </p:nvSpPr>
        <p:spPr>
          <a:xfrm>
            <a:off x="7696200" y="3200400"/>
            <a:ext cx="1638300" cy="190500"/>
          </a:xfrm>
          <a:prstGeom prst="rect">
            <a:avLst/>
          </a:prstGeom>
        </p:spPr>
        <p:txBody>
          <a:bodyPr vert="horz" wrap="square" lIns="0" tIns="0" rIns="0" bIns="0" rtlCol="0" anchor="t">
            <a:normAutofit fontScale="92500" lnSpcReduction="10000"/>
          </a:bodyPr>
          <a:lstStyle/>
          <a:p>
            <a:pPr algn="ctr"/>
            <a:r>
              <a:rPr lang="en-GB" sz="1400" dirty="0"/>
              <a:t>Color display</a:t>
            </a:r>
          </a:p>
          <a:p>
            <a:pPr algn="ctr"/>
            <a:endParaRPr lang="en-GB" b="1" dirty="0"/>
          </a:p>
          <a:p>
            <a:endParaRPr lang="en-GB" dirty="0"/>
          </a:p>
        </p:txBody>
      </p:sp>
      <p:sp>
        <p:nvSpPr>
          <p:cNvPr id="47" name="Rectangle 46"/>
          <p:cNvSpPr/>
          <p:nvPr/>
        </p:nvSpPr>
        <p:spPr>
          <a:xfrm>
            <a:off x="7715250" y="2895223"/>
            <a:ext cx="228600" cy="228600"/>
          </a:xfrm>
          <a:prstGeom prst="rect">
            <a:avLst/>
          </a:prstGeom>
          <a:solidFill>
            <a:srgbClr val="00B050"/>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8" name="Rectangle 47"/>
          <p:cNvSpPr/>
          <p:nvPr/>
        </p:nvSpPr>
        <p:spPr>
          <a:xfrm>
            <a:off x="7943850" y="2895600"/>
            <a:ext cx="228600" cy="228600"/>
          </a:xfrm>
          <a:prstGeom prst="rect">
            <a:avLst/>
          </a:prstGeom>
          <a:solidFill>
            <a:srgbClr val="00B050"/>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9" name="Rectangle 48"/>
          <p:cNvSpPr/>
          <p:nvPr/>
        </p:nvSpPr>
        <p:spPr>
          <a:xfrm>
            <a:off x="8174596" y="2895600"/>
            <a:ext cx="228600" cy="228600"/>
          </a:xfrm>
          <a:prstGeom prst="rect">
            <a:avLst/>
          </a:prstGeom>
          <a:solidFill>
            <a:schemeClr val="tx1">
              <a:lumMod val="95000"/>
              <a:lumOff val="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0" name="Rectangle 49"/>
          <p:cNvSpPr/>
          <p:nvPr/>
        </p:nvSpPr>
        <p:spPr>
          <a:xfrm>
            <a:off x="8403196" y="2895600"/>
            <a:ext cx="228600" cy="228600"/>
          </a:xfrm>
          <a:prstGeom prst="rect">
            <a:avLst/>
          </a:prstGeom>
          <a:solidFill>
            <a:schemeClr val="tx1">
              <a:lumMod val="95000"/>
              <a:lumOff val="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1" name="Rectangle 50"/>
          <p:cNvSpPr/>
          <p:nvPr/>
        </p:nvSpPr>
        <p:spPr>
          <a:xfrm>
            <a:off x="8629650" y="2895600"/>
            <a:ext cx="228600" cy="228600"/>
          </a:xfrm>
          <a:prstGeom prst="rect">
            <a:avLst/>
          </a:prstGeom>
          <a:solidFill>
            <a:schemeClr val="tx2">
              <a:lumMod val="60000"/>
              <a:lumOff val="40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2" name="Rectangle 51"/>
          <p:cNvSpPr/>
          <p:nvPr/>
        </p:nvSpPr>
        <p:spPr>
          <a:xfrm>
            <a:off x="8858250" y="2895600"/>
            <a:ext cx="228600" cy="228600"/>
          </a:xfrm>
          <a:prstGeom prst="rect">
            <a:avLst/>
          </a:prstGeom>
          <a:solidFill>
            <a:schemeClr val="tx2">
              <a:lumMod val="60000"/>
              <a:lumOff val="40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3" name="Rectangle 52"/>
          <p:cNvSpPr/>
          <p:nvPr/>
        </p:nvSpPr>
        <p:spPr>
          <a:xfrm>
            <a:off x="9086850" y="2895600"/>
            <a:ext cx="228600" cy="228600"/>
          </a:xfrm>
          <a:prstGeom prst="rect">
            <a:avLst/>
          </a:prstGeom>
          <a:solidFill>
            <a:schemeClr val="tx1">
              <a:lumMod val="95000"/>
              <a:lumOff val="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4" name="Rectangle 53"/>
          <p:cNvSpPr/>
          <p:nvPr/>
        </p:nvSpPr>
        <p:spPr>
          <a:xfrm>
            <a:off x="7696200" y="5105400"/>
            <a:ext cx="228600" cy="228600"/>
          </a:xfrm>
          <a:prstGeom prst="rect">
            <a:avLst/>
          </a:prstGeom>
          <a:solidFill>
            <a:schemeClr val="tx1">
              <a:lumMod val="95000"/>
              <a:lumOff val="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5" name="Rectangle 54"/>
          <p:cNvSpPr/>
          <p:nvPr/>
        </p:nvSpPr>
        <p:spPr>
          <a:xfrm>
            <a:off x="7924800" y="5105400"/>
            <a:ext cx="228600" cy="228600"/>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6" name="Rectangle 55"/>
          <p:cNvSpPr/>
          <p:nvPr/>
        </p:nvSpPr>
        <p:spPr>
          <a:xfrm>
            <a:off x="8155546" y="5105400"/>
            <a:ext cx="228600" cy="228600"/>
          </a:xfrm>
          <a:prstGeom prst="rect">
            <a:avLst/>
          </a:prstGeom>
          <a:solidFill>
            <a:schemeClr val="tx1">
              <a:lumMod val="95000"/>
              <a:lumOff val="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7" name="Rectangle 56"/>
          <p:cNvSpPr/>
          <p:nvPr/>
        </p:nvSpPr>
        <p:spPr>
          <a:xfrm>
            <a:off x="8384146" y="5105400"/>
            <a:ext cx="228600" cy="228600"/>
          </a:xfrm>
          <a:prstGeom prst="rect">
            <a:avLst/>
          </a:prstGeom>
          <a:solidFill>
            <a:schemeClr val="tx1">
              <a:lumMod val="95000"/>
              <a:lumOff val="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8" name="Rectangle 57"/>
          <p:cNvSpPr/>
          <p:nvPr/>
        </p:nvSpPr>
        <p:spPr>
          <a:xfrm>
            <a:off x="8610600" y="5105400"/>
            <a:ext cx="228600" cy="228600"/>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9" name="Rectangle 58"/>
          <p:cNvSpPr/>
          <p:nvPr/>
        </p:nvSpPr>
        <p:spPr>
          <a:xfrm>
            <a:off x="8839200" y="5105400"/>
            <a:ext cx="228600" cy="228600"/>
          </a:xfrm>
          <a:prstGeom prst="rect">
            <a:avLst/>
          </a:prstGeom>
          <a:solidFill>
            <a:schemeClr val="tx1">
              <a:lumMod val="95000"/>
              <a:lumOff val="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0" name="Rectangle 59"/>
          <p:cNvSpPr/>
          <p:nvPr/>
        </p:nvSpPr>
        <p:spPr>
          <a:xfrm>
            <a:off x="9067800" y="5105400"/>
            <a:ext cx="228600" cy="228600"/>
          </a:xfrm>
          <a:prstGeom prst="rect">
            <a:avLst/>
          </a:prstGeom>
          <a:solidFill>
            <a:schemeClr val="tx1">
              <a:lumMod val="95000"/>
              <a:lumOff val="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1" name="TextBox 60"/>
          <p:cNvSpPr txBox="1"/>
          <p:nvPr/>
        </p:nvSpPr>
        <p:spPr>
          <a:xfrm>
            <a:off x="7467600" y="51054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P</a:t>
            </a:r>
          </a:p>
        </p:txBody>
      </p:sp>
      <p:sp>
        <p:nvSpPr>
          <p:cNvPr id="62" name="TextBox 61"/>
          <p:cNvSpPr txBox="1"/>
          <p:nvPr/>
        </p:nvSpPr>
        <p:spPr>
          <a:xfrm>
            <a:off x="7467600" y="48768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1</a:t>
            </a:r>
          </a:p>
        </p:txBody>
      </p:sp>
      <p:sp>
        <p:nvSpPr>
          <p:cNvPr id="63" name="TextBox 62"/>
          <p:cNvSpPr txBox="1"/>
          <p:nvPr/>
        </p:nvSpPr>
        <p:spPr>
          <a:xfrm>
            <a:off x="7696200" y="48768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64" name="TextBox 63"/>
          <p:cNvSpPr txBox="1"/>
          <p:nvPr/>
        </p:nvSpPr>
        <p:spPr>
          <a:xfrm>
            <a:off x="7924800" y="48768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1</a:t>
            </a:r>
          </a:p>
        </p:txBody>
      </p:sp>
      <p:sp>
        <p:nvSpPr>
          <p:cNvPr id="65" name="TextBox 64"/>
          <p:cNvSpPr txBox="1"/>
          <p:nvPr/>
        </p:nvSpPr>
        <p:spPr>
          <a:xfrm>
            <a:off x="8153400" y="48768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66" name="TextBox 65"/>
          <p:cNvSpPr txBox="1"/>
          <p:nvPr/>
        </p:nvSpPr>
        <p:spPr>
          <a:xfrm>
            <a:off x="8382000" y="48768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67" name="TextBox 66"/>
          <p:cNvSpPr txBox="1"/>
          <p:nvPr/>
        </p:nvSpPr>
        <p:spPr>
          <a:xfrm>
            <a:off x="8610600" y="48768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1</a:t>
            </a:r>
          </a:p>
        </p:txBody>
      </p:sp>
      <p:sp>
        <p:nvSpPr>
          <p:cNvPr id="68" name="TextBox 67"/>
          <p:cNvSpPr txBox="1"/>
          <p:nvPr/>
        </p:nvSpPr>
        <p:spPr>
          <a:xfrm>
            <a:off x="8839200" y="48768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69" name="TextBox 68"/>
          <p:cNvSpPr txBox="1"/>
          <p:nvPr/>
        </p:nvSpPr>
        <p:spPr>
          <a:xfrm>
            <a:off x="9067800" y="48768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70" name="TextBox 69"/>
          <p:cNvSpPr txBox="1"/>
          <p:nvPr/>
        </p:nvSpPr>
        <p:spPr>
          <a:xfrm>
            <a:off x="7677150" y="5753100"/>
            <a:ext cx="1638300" cy="190500"/>
          </a:xfrm>
          <a:prstGeom prst="rect">
            <a:avLst/>
          </a:prstGeom>
        </p:spPr>
        <p:txBody>
          <a:bodyPr vert="horz" wrap="square" lIns="0" tIns="0" rIns="0" bIns="0" rtlCol="0" anchor="t">
            <a:normAutofit fontScale="92500" lnSpcReduction="10000"/>
          </a:bodyPr>
          <a:lstStyle/>
          <a:p>
            <a:pPr algn="ctr"/>
            <a:r>
              <a:rPr lang="en-GB" sz="1400" dirty="0"/>
              <a:t>Color display</a:t>
            </a:r>
          </a:p>
          <a:p>
            <a:pPr algn="ctr"/>
            <a:endParaRPr lang="en-GB" b="1" dirty="0"/>
          </a:p>
          <a:p>
            <a:endParaRPr lang="en-GB" dirty="0"/>
          </a:p>
        </p:txBody>
      </p:sp>
      <p:sp>
        <p:nvSpPr>
          <p:cNvPr id="71" name="Rectangle 70"/>
          <p:cNvSpPr/>
          <p:nvPr/>
        </p:nvSpPr>
        <p:spPr>
          <a:xfrm>
            <a:off x="7696200" y="5409823"/>
            <a:ext cx="228600" cy="228600"/>
          </a:xfrm>
          <a:prstGeom prst="rect">
            <a:avLst/>
          </a:prstGeom>
          <a:solidFill>
            <a:schemeClr val="bg2">
              <a:lumMod val="7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2" name="Rectangle 71"/>
          <p:cNvSpPr/>
          <p:nvPr/>
        </p:nvSpPr>
        <p:spPr>
          <a:xfrm>
            <a:off x="7924800" y="5410200"/>
            <a:ext cx="228600" cy="228600"/>
          </a:xfrm>
          <a:prstGeom prst="rect">
            <a:avLst/>
          </a:prstGeom>
          <a:solidFill>
            <a:schemeClr val="bg2">
              <a:lumMod val="7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3" name="Rectangle 72"/>
          <p:cNvSpPr/>
          <p:nvPr/>
        </p:nvSpPr>
        <p:spPr>
          <a:xfrm>
            <a:off x="8155546" y="5410200"/>
            <a:ext cx="228600" cy="228600"/>
          </a:xfrm>
          <a:prstGeom prst="rect">
            <a:avLst/>
          </a:prstGeom>
          <a:solidFill>
            <a:schemeClr val="tx1">
              <a:lumMod val="95000"/>
              <a:lumOff val="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4" name="Rectangle 73"/>
          <p:cNvSpPr/>
          <p:nvPr/>
        </p:nvSpPr>
        <p:spPr>
          <a:xfrm>
            <a:off x="8384146" y="5410200"/>
            <a:ext cx="228600" cy="228600"/>
          </a:xfrm>
          <a:prstGeom prst="rect">
            <a:avLst/>
          </a:prstGeom>
          <a:solidFill>
            <a:schemeClr val="tx1">
              <a:lumMod val="95000"/>
              <a:lumOff val="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5" name="Rectangle 74"/>
          <p:cNvSpPr/>
          <p:nvPr/>
        </p:nvSpPr>
        <p:spPr>
          <a:xfrm>
            <a:off x="8610600" y="5410200"/>
            <a:ext cx="228600" cy="228600"/>
          </a:xfrm>
          <a:prstGeom prst="rect">
            <a:avLst/>
          </a:prstGeom>
          <a:solidFill>
            <a:srgbClr val="0070C0"/>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6" name="Rectangle 75"/>
          <p:cNvSpPr/>
          <p:nvPr/>
        </p:nvSpPr>
        <p:spPr>
          <a:xfrm>
            <a:off x="8839200" y="5410200"/>
            <a:ext cx="228600" cy="228600"/>
          </a:xfrm>
          <a:prstGeom prst="rect">
            <a:avLst/>
          </a:prstGeom>
          <a:solidFill>
            <a:srgbClr val="0070C0"/>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7" name="Rectangle 76"/>
          <p:cNvSpPr/>
          <p:nvPr/>
        </p:nvSpPr>
        <p:spPr>
          <a:xfrm>
            <a:off x="9067800" y="5410200"/>
            <a:ext cx="228600" cy="228600"/>
          </a:xfrm>
          <a:prstGeom prst="rect">
            <a:avLst/>
          </a:prstGeom>
          <a:solidFill>
            <a:schemeClr val="tx1">
              <a:lumMod val="95000"/>
              <a:lumOff val="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8" name="Rectangle 77"/>
          <p:cNvSpPr/>
          <p:nvPr/>
        </p:nvSpPr>
        <p:spPr>
          <a:xfrm>
            <a:off x="7715250" y="3886200"/>
            <a:ext cx="228600" cy="228600"/>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9" name="Rectangle 78"/>
          <p:cNvSpPr/>
          <p:nvPr/>
        </p:nvSpPr>
        <p:spPr>
          <a:xfrm>
            <a:off x="7943850" y="3886200"/>
            <a:ext cx="228600" cy="228600"/>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0" name="Rectangle 79"/>
          <p:cNvSpPr/>
          <p:nvPr/>
        </p:nvSpPr>
        <p:spPr>
          <a:xfrm>
            <a:off x="8174596" y="3886200"/>
            <a:ext cx="228600" cy="228600"/>
          </a:xfrm>
          <a:prstGeom prst="rect">
            <a:avLst/>
          </a:prstGeom>
          <a:solidFill>
            <a:schemeClr val="tx1">
              <a:lumMod val="95000"/>
              <a:lumOff val="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1" name="Rectangle 80"/>
          <p:cNvSpPr/>
          <p:nvPr/>
        </p:nvSpPr>
        <p:spPr>
          <a:xfrm>
            <a:off x="8403196" y="3886200"/>
            <a:ext cx="228600" cy="228600"/>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2" name="Rectangle 81"/>
          <p:cNvSpPr/>
          <p:nvPr/>
        </p:nvSpPr>
        <p:spPr>
          <a:xfrm>
            <a:off x="8629650" y="3886200"/>
            <a:ext cx="228600" cy="228600"/>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3" name="Rectangle 82"/>
          <p:cNvSpPr/>
          <p:nvPr/>
        </p:nvSpPr>
        <p:spPr>
          <a:xfrm>
            <a:off x="8858250" y="3886200"/>
            <a:ext cx="228600" cy="228600"/>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4" name="Rectangle 83"/>
          <p:cNvSpPr/>
          <p:nvPr/>
        </p:nvSpPr>
        <p:spPr>
          <a:xfrm>
            <a:off x="9086850" y="3886200"/>
            <a:ext cx="228600" cy="228600"/>
          </a:xfrm>
          <a:prstGeom prst="rect">
            <a:avLst/>
          </a:prstGeom>
          <a:solidFill>
            <a:schemeClr val="tx1">
              <a:lumMod val="95000"/>
              <a:lumOff val="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5" name="TextBox 84"/>
          <p:cNvSpPr txBox="1"/>
          <p:nvPr/>
        </p:nvSpPr>
        <p:spPr>
          <a:xfrm>
            <a:off x="7486650" y="38862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P</a:t>
            </a:r>
          </a:p>
        </p:txBody>
      </p:sp>
      <p:sp>
        <p:nvSpPr>
          <p:cNvPr id="86" name="TextBox 85"/>
          <p:cNvSpPr txBox="1"/>
          <p:nvPr/>
        </p:nvSpPr>
        <p:spPr>
          <a:xfrm>
            <a:off x="7486650" y="36576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87" name="TextBox 86"/>
          <p:cNvSpPr txBox="1"/>
          <p:nvPr/>
        </p:nvSpPr>
        <p:spPr>
          <a:xfrm>
            <a:off x="7715250" y="36576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1</a:t>
            </a:r>
          </a:p>
        </p:txBody>
      </p:sp>
      <p:sp>
        <p:nvSpPr>
          <p:cNvPr id="88" name="TextBox 87"/>
          <p:cNvSpPr txBox="1"/>
          <p:nvPr/>
        </p:nvSpPr>
        <p:spPr>
          <a:xfrm>
            <a:off x="7943850" y="36576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1</a:t>
            </a:r>
          </a:p>
        </p:txBody>
      </p:sp>
      <p:sp>
        <p:nvSpPr>
          <p:cNvPr id="89" name="TextBox 88"/>
          <p:cNvSpPr txBox="1"/>
          <p:nvPr/>
        </p:nvSpPr>
        <p:spPr>
          <a:xfrm>
            <a:off x="8172450" y="36576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90" name="TextBox 89"/>
          <p:cNvSpPr txBox="1"/>
          <p:nvPr/>
        </p:nvSpPr>
        <p:spPr>
          <a:xfrm>
            <a:off x="8401050" y="36576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1</a:t>
            </a:r>
          </a:p>
        </p:txBody>
      </p:sp>
      <p:sp>
        <p:nvSpPr>
          <p:cNvPr id="91" name="TextBox 90"/>
          <p:cNvSpPr txBox="1"/>
          <p:nvPr/>
        </p:nvSpPr>
        <p:spPr>
          <a:xfrm>
            <a:off x="8629650" y="36576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1</a:t>
            </a:r>
          </a:p>
        </p:txBody>
      </p:sp>
      <p:sp>
        <p:nvSpPr>
          <p:cNvPr id="92" name="TextBox 91"/>
          <p:cNvSpPr txBox="1"/>
          <p:nvPr/>
        </p:nvSpPr>
        <p:spPr>
          <a:xfrm>
            <a:off x="8858250" y="36576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1</a:t>
            </a:r>
          </a:p>
        </p:txBody>
      </p:sp>
      <p:sp>
        <p:nvSpPr>
          <p:cNvPr id="93" name="TextBox 92"/>
          <p:cNvSpPr txBox="1"/>
          <p:nvPr/>
        </p:nvSpPr>
        <p:spPr>
          <a:xfrm>
            <a:off x="9086850" y="36576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94" name="TextBox 93"/>
          <p:cNvSpPr txBox="1"/>
          <p:nvPr/>
        </p:nvSpPr>
        <p:spPr>
          <a:xfrm>
            <a:off x="7696200" y="4533900"/>
            <a:ext cx="1638300" cy="190500"/>
          </a:xfrm>
          <a:prstGeom prst="rect">
            <a:avLst/>
          </a:prstGeom>
        </p:spPr>
        <p:txBody>
          <a:bodyPr vert="horz" wrap="square" lIns="0" tIns="0" rIns="0" bIns="0" rtlCol="0" anchor="t">
            <a:normAutofit fontScale="92500" lnSpcReduction="10000"/>
          </a:bodyPr>
          <a:lstStyle/>
          <a:p>
            <a:pPr algn="ctr"/>
            <a:r>
              <a:rPr lang="en-GB" sz="1400" dirty="0"/>
              <a:t>Color display</a:t>
            </a:r>
          </a:p>
          <a:p>
            <a:pPr algn="ctr"/>
            <a:endParaRPr lang="en-GB" b="1" dirty="0"/>
          </a:p>
          <a:p>
            <a:endParaRPr lang="en-GB" dirty="0"/>
          </a:p>
        </p:txBody>
      </p:sp>
      <p:sp>
        <p:nvSpPr>
          <p:cNvPr id="95" name="Rectangle 94"/>
          <p:cNvSpPr/>
          <p:nvPr/>
        </p:nvSpPr>
        <p:spPr>
          <a:xfrm>
            <a:off x="7715250" y="4190623"/>
            <a:ext cx="228600" cy="228600"/>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6" name="Rectangle 95"/>
          <p:cNvSpPr/>
          <p:nvPr/>
        </p:nvSpPr>
        <p:spPr>
          <a:xfrm>
            <a:off x="7943850" y="4191000"/>
            <a:ext cx="228600" cy="228600"/>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7" name="Rectangle 96"/>
          <p:cNvSpPr/>
          <p:nvPr/>
        </p:nvSpPr>
        <p:spPr>
          <a:xfrm>
            <a:off x="8174596" y="4191000"/>
            <a:ext cx="228600" cy="228600"/>
          </a:xfrm>
          <a:prstGeom prst="rect">
            <a:avLst/>
          </a:prstGeom>
          <a:solidFill>
            <a:srgbClr val="00B050"/>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8" name="Rectangle 97"/>
          <p:cNvSpPr/>
          <p:nvPr/>
        </p:nvSpPr>
        <p:spPr>
          <a:xfrm>
            <a:off x="8403196" y="4191000"/>
            <a:ext cx="228600" cy="228600"/>
          </a:xfrm>
          <a:prstGeom prst="rect">
            <a:avLst/>
          </a:prstGeom>
          <a:solidFill>
            <a:srgbClr val="00B050"/>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9" name="Rectangle 98"/>
          <p:cNvSpPr/>
          <p:nvPr/>
        </p:nvSpPr>
        <p:spPr>
          <a:xfrm>
            <a:off x="8629650" y="4191000"/>
            <a:ext cx="228600" cy="228600"/>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0" name="Rectangle 99"/>
          <p:cNvSpPr/>
          <p:nvPr/>
        </p:nvSpPr>
        <p:spPr>
          <a:xfrm>
            <a:off x="8858250" y="4191000"/>
            <a:ext cx="228600" cy="228600"/>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1" name="Rectangle 100"/>
          <p:cNvSpPr/>
          <p:nvPr/>
        </p:nvSpPr>
        <p:spPr>
          <a:xfrm>
            <a:off x="9086850" y="4191000"/>
            <a:ext cx="228600" cy="228600"/>
          </a:xfrm>
          <a:prstGeom prst="rect">
            <a:avLst/>
          </a:prstGeom>
          <a:solidFill>
            <a:schemeClr val="tx1">
              <a:lumMod val="95000"/>
              <a:lumOff val="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3" name="Rectangle 102"/>
          <p:cNvSpPr/>
          <p:nvPr/>
        </p:nvSpPr>
        <p:spPr>
          <a:xfrm>
            <a:off x="11049000" y="1905000"/>
            <a:ext cx="228600" cy="228600"/>
          </a:xfrm>
          <a:prstGeom prst="rect">
            <a:avLst/>
          </a:prstGeom>
          <a:solidFill>
            <a:schemeClr val="tx1">
              <a:lumMod val="95000"/>
              <a:lumOff val="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4" name="Rectangle 103"/>
          <p:cNvSpPr/>
          <p:nvPr/>
        </p:nvSpPr>
        <p:spPr>
          <a:xfrm>
            <a:off x="11277600" y="1905000"/>
            <a:ext cx="228600" cy="228600"/>
          </a:xfrm>
          <a:prstGeom prst="rect">
            <a:avLst/>
          </a:prstGeom>
          <a:solidFill>
            <a:schemeClr val="tx1">
              <a:lumMod val="95000"/>
              <a:lumOff val="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5" name="Rectangle 104"/>
          <p:cNvSpPr/>
          <p:nvPr/>
        </p:nvSpPr>
        <p:spPr>
          <a:xfrm>
            <a:off x="11049000" y="2667000"/>
            <a:ext cx="228600" cy="228600"/>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6" name="Rectangle 105"/>
          <p:cNvSpPr/>
          <p:nvPr/>
        </p:nvSpPr>
        <p:spPr>
          <a:xfrm>
            <a:off x="11277600" y="2667000"/>
            <a:ext cx="228600" cy="228600"/>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7" name="Rectangle 106"/>
          <p:cNvSpPr/>
          <p:nvPr/>
        </p:nvSpPr>
        <p:spPr>
          <a:xfrm>
            <a:off x="11049000" y="3352800"/>
            <a:ext cx="228600" cy="228600"/>
          </a:xfrm>
          <a:prstGeom prst="rect">
            <a:avLst/>
          </a:prstGeom>
          <a:solidFill>
            <a:schemeClr val="tx2">
              <a:lumMod val="60000"/>
              <a:lumOff val="40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8" name="Rectangle 107"/>
          <p:cNvSpPr/>
          <p:nvPr/>
        </p:nvSpPr>
        <p:spPr>
          <a:xfrm>
            <a:off x="11277600" y="3352800"/>
            <a:ext cx="228600" cy="228600"/>
          </a:xfrm>
          <a:prstGeom prst="rect">
            <a:avLst/>
          </a:prstGeom>
          <a:solidFill>
            <a:schemeClr val="tx2">
              <a:lumMod val="60000"/>
              <a:lumOff val="40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9" name="TextBox 108"/>
          <p:cNvSpPr txBox="1"/>
          <p:nvPr/>
        </p:nvSpPr>
        <p:spPr>
          <a:xfrm>
            <a:off x="10439400" y="1371600"/>
            <a:ext cx="3810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PAL</a:t>
            </a:r>
          </a:p>
        </p:txBody>
      </p:sp>
      <p:sp>
        <p:nvSpPr>
          <p:cNvPr id="110" name="TextBox 109"/>
          <p:cNvSpPr txBox="1"/>
          <p:nvPr/>
        </p:nvSpPr>
        <p:spPr>
          <a:xfrm>
            <a:off x="10515600" y="1901414"/>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111" name="TextBox 110"/>
          <p:cNvSpPr txBox="1"/>
          <p:nvPr/>
        </p:nvSpPr>
        <p:spPr>
          <a:xfrm>
            <a:off x="10515600" y="26670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112" name="TextBox 111"/>
          <p:cNvSpPr txBox="1"/>
          <p:nvPr/>
        </p:nvSpPr>
        <p:spPr>
          <a:xfrm>
            <a:off x="10515600" y="33528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113" name="TextBox 112"/>
          <p:cNvSpPr txBox="1"/>
          <p:nvPr/>
        </p:nvSpPr>
        <p:spPr>
          <a:xfrm>
            <a:off x="10515600" y="40386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114" name="TextBox 113"/>
          <p:cNvSpPr txBox="1"/>
          <p:nvPr/>
        </p:nvSpPr>
        <p:spPr>
          <a:xfrm>
            <a:off x="10515600" y="47244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1</a:t>
            </a:r>
          </a:p>
        </p:txBody>
      </p:sp>
      <p:sp>
        <p:nvSpPr>
          <p:cNvPr id="115" name="TextBox 114"/>
          <p:cNvSpPr txBox="1"/>
          <p:nvPr/>
        </p:nvSpPr>
        <p:spPr>
          <a:xfrm>
            <a:off x="10515600" y="54102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1</a:t>
            </a:r>
          </a:p>
        </p:txBody>
      </p:sp>
      <p:sp>
        <p:nvSpPr>
          <p:cNvPr id="116" name="Rectangle 115"/>
          <p:cNvSpPr/>
          <p:nvPr/>
        </p:nvSpPr>
        <p:spPr>
          <a:xfrm>
            <a:off x="11049000" y="4038600"/>
            <a:ext cx="228600" cy="228600"/>
          </a:xfrm>
          <a:prstGeom prst="rect">
            <a:avLst/>
          </a:prstGeom>
          <a:solidFill>
            <a:srgbClr val="00B050"/>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7" name="Rectangle 116"/>
          <p:cNvSpPr/>
          <p:nvPr/>
        </p:nvSpPr>
        <p:spPr>
          <a:xfrm>
            <a:off x="11277600" y="4038600"/>
            <a:ext cx="228600" cy="228600"/>
          </a:xfrm>
          <a:prstGeom prst="rect">
            <a:avLst/>
          </a:prstGeom>
          <a:solidFill>
            <a:srgbClr val="00B050"/>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8" name="Rectangle 117"/>
          <p:cNvSpPr/>
          <p:nvPr/>
        </p:nvSpPr>
        <p:spPr>
          <a:xfrm>
            <a:off x="11049000" y="4724400"/>
            <a:ext cx="228600" cy="228600"/>
          </a:xfrm>
          <a:prstGeom prst="rect">
            <a:avLst/>
          </a:prstGeom>
          <a:solidFill>
            <a:srgbClr val="0070C0"/>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9" name="Rectangle 118"/>
          <p:cNvSpPr/>
          <p:nvPr/>
        </p:nvSpPr>
        <p:spPr>
          <a:xfrm>
            <a:off x="11277600" y="4724400"/>
            <a:ext cx="228600" cy="228600"/>
          </a:xfrm>
          <a:prstGeom prst="rect">
            <a:avLst/>
          </a:prstGeom>
          <a:solidFill>
            <a:srgbClr val="0070C0"/>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0" name="Rectangle 119"/>
          <p:cNvSpPr/>
          <p:nvPr/>
        </p:nvSpPr>
        <p:spPr>
          <a:xfrm>
            <a:off x="11049000" y="5410200"/>
            <a:ext cx="228600" cy="228600"/>
          </a:xfrm>
          <a:prstGeom prst="rect">
            <a:avLst/>
          </a:prstGeom>
          <a:solidFill>
            <a:schemeClr val="bg2">
              <a:lumMod val="7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1" name="Rectangle 120"/>
          <p:cNvSpPr/>
          <p:nvPr/>
        </p:nvSpPr>
        <p:spPr>
          <a:xfrm>
            <a:off x="11277600" y="5410200"/>
            <a:ext cx="228600" cy="228600"/>
          </a:xfrm>
          <a:prstGeom prst="rect">
            <a:avLst/>
          </a:prstGeom>
          <a:solidFill>
            <a:schemeClr val="bg2">
              <a:lumMod val="75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2" name="TextBox 121"/>
          <p:cNvSpPr txBox="1"/>
          <p:nvPr/>
        </p:nvSpPr>
        <p:spPr>
          <a:xfrm>
            <a:off x="11049000" y="16002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123" name="TextBox 122"/>
          <p:cNvSpPr txBox="1"/>
          <p:nvPr/>
        </p:nvSpPr>
        <p:spPr>
          <a:xfrm>
            <a:off x="11277600" y="16002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124" name="TextBox 123"/>
          <p:cNvSpPr txBox="1"/>
          <p:nvPr/>
        </p:nvSpPr>
        <p:spPr>
          <a:xfrm>
            <a:off x="11049000" y="24384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1</a:t>
            </a:r>
          </a:p>
        </p:txBody>
      </p:sp>
      <p:sp>
        <p:nvSpPr>
          <p:cNvPr id="125" name="TextBox 124"/>
          <p:cNvSpPr txBox="1"/>
          <p:nvPr/>
        </p:nvSpPr>
        <p:spPr>
          <a:xfrm>
            <a:off x="11277600" y="24384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1</a:t>
            </a:r>
          </a:p>
        </p:txBody>
      </p:sp>
      <p:sp>
        <p:nvSpPr>
          <p:cNvPr id="126" name="TextBox 125"/>
          <p:cNvSpPr txBox="1"/>
          <p:nvPr/>
        </p:nvSpPr>
        <p:spPr>
          <a:xfrm>
            <a:off x="11049000" y="31242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1</a:t>
            </a:r>
          </a:p>
        </p:txBody>
      </p:sp>
      <p:sp>
        <p:nvSpPr>
          <p:cNvPr id="127" name="TextBox 126"/>
          <p:cNvSpPr txBox="1"/>
          <p:nvPr/>
        </p:nvSpPr>
        <p:spPr>
          <a:xfrm>
            <a:off x="11277600" y="31242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128" name="TextBox 127"/>
          <p:cNvSpPr txBox="1"/>
          <p:nvPr/>
        </p:nvSpPr>
        <p:spPr>
          <a:xfrm>
            <a:off x="11049000" y="38100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129" name="TextBox 128"/>
          <p:cNvSpPr txBox="1"/>
          <p:nvPr/>
        </p:nvSpPr>
        <p:spPr>
          <a:xfrm>
            <a:off x="11277600" y="38100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1</a:t>
            </a:r>
          </a:p>
        </p:txBody>
      </p:sp>
      <p:sp>
        <p:nvSpPr>
          <p:cNvPr id="130" name="TextBox 129"/>
          <p:cNvSpPr txBox="1"/>
          <p:nvPr/>
        </p:nvSpPr>
        <p:spPr>
          <a:xfrm>
            <a:off x="11049000" y="44958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1</a:t>
            </a:r>
          </a:p>
        </p:txBody>
      </p:sp>
      <p:sp>
        <p:nvSpPr>
          <p:cNvPr id="131" name="TextBox 130"/>
          <p:cNvSpPr txBox="1"/>
          <p:nvPr/>
        </p:nvSpPr>
        <p:spPr>
          <a:xfrm>
            <a:off x="11277600" y="44958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132" name="TextBox 131"/>
          <p:cNvSpPr txBox="1"/>
          <p:nvPr/>
        </p:nvSpPr>
        <p:spPr>
          <a:xfrm>
            <a:off x="11049000" y="51816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0</a:t>
            </a:r>
          </a:p>
        </p:txBody>
      </p:sp>
      <p:sp>
        <p:nvSpPr>
          <p:cNvPr id="133" name="TextBox 132"/>
          <p:cNvSpPr txBox="1"/>
          <p:nvPr/>
        </p:nvSpPr>
        <p:spPr>
          <a:xfrm>
            <a:off x="11277600" y="5181600"/>
            <a:ext cx="228600" cy="228600"/>
          </a:xfrm>
          <a:prstGeom prst="rect">
            <a:avLst/>
          </a:prstGeom>
        </p:spPr>
        <p:txBody>
          <a:bodyPr vert="horz" wrap="square" lIns="0" tIns="0" rIns="0" bIns="0" rtlCol="0" anchor="t">
            <a:normAutofit fontScale="85000" lnSpcReduction="20000"/>
          </a:bodyPr>
          <a:lstStyle/>
          <a:p>
            <a:pPr algn="ctr">
              <a:lnSpc>
                <a:spcPct val="120000"/>
              </a:lnSpc>
            </a:pPr>
            <a:r>
              <a:rPr lang="en-GB" dirty="0"/>
              <a:t>1</a:t>
            </a:r>
          </a:p>
        </p:txBody>
      </p:sp>
    </p:spTree>
    <p:extLst>
      <p:ext uri="{BB962C8B-B14F-4D97-AF65-F5344CB8AC3E}">
        <p14:creationId xmlns:p14="http://schemas.microsoft.com/office/powerpoint/2010/main" val="3886805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92125" y="1479468"/>
            <a:ext cx="11180762" cy="4086225"/>
          </a:xfrm>
        </p:spPr>
        <p:txBody>
          <a:bodyPr/>
          <a:lstStyle/>
          <a:p>
            <a:pPr marL="0" indent="0">
              <a:buNone/>
            </a:pPr>
            <a:r>
              <a:rPr lang="en-GB" dirty="0"/>
              <a:t>The TIA (Television Interface Adaptors)</a:t>
            </a:r>
            <a:br>
              <a:rPr lang="en-GB" dirty="0"/>
            </a:br>
            <a:r>
              <a:rPr lang="en-GB" dirty="0"/>
              <a:t>video chip in Atari.</a:t>
            </a:r>
            <a:br>
              <a:rPr lang="en-GB" dirty="0"/>
            </a:br>
            <a:br>
              <a:rPr lang="en-GB" dirty="0"/>
            </a:br>
            <a:r>
              <a:rPr lang="en-GB" dirty="0"/>
              <a:t>This chip used real-time drawing pixels onto</a:t>
            </a:r>
            <a:br>
              <a:rPr lang="en-GB" dirty="0"/>
            </a:br>
            <a:r>
              <a:rPr lang="en-GB" dirty="0"/>
              <a:t>the screen from left to right, line by line.</a:t>
            </a:r>
            <a:br>
              <a:rPr lang="en-GB" dirty="0"/>
            </a:br>
            <a:br>
              <a:rPr lang="en-GB" dirty="0"/>
            </a:br>
            <a:r>
              <a:rPr lang="en-GB" dirty="0"/>
              <a:t>This created serious hardware limitations and was </a:t>
            </a:r>
            <a:br>
              <a:rPr lang="en-GB" dirty="0"/>
            </a:br>
            <a:r>
              <a:rPr lang="en-GB" dirty="0"/>
              <a:t>seen as a very inefficient, and buggy way to draw graphics.</a:t>
            </a:r>
          </a:p>
          <a:p>
            <a:endParaRPr lang="en-GB" dirty="0"/>
          </a:p>
          <a:p>
            <a:endParaRPr lang="en-GB" dirty="0"/>
          </a:p>
        </p:txBody>
      </p:sp>
      <p:sp>
        <p:nvSpPr>
          <p:cNvPr id="3" name="Title 2"/>
          <p:cNvSpPr>
            <a:spLocks noGrp="1"/>
          </p:cNvSpPr>
          <p:nvPr>
            <p:ph type="title"/>
          </p:nvPr>
        </p:nvSpPr>
        <p:spPr/>
        <p:txBody>
          <a:bodyPr>
            <a:normAutofit/>
          </a:bodyPr>
          <a:lstStyle/>
          <a:p>
            <a:r>
              <a:rPr lang="en-GB" dirty="0"/>
              <a:t>TIA Driven Graphics:  Atari</a:t>
            </a:r>
          </a:p>
        </p:txBody>
      </p:sp>
      <p:sp>
        <p:nvSpPr>
          <p:cNvPr id="4" name="Rectangle 3"/>
          <p:cNvSpPr/>
          <p:nvPr/>
        </p:nvSpPr>
        <p:spPr>
          <a:xfrm>
            <a:off x="9263539" y="990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 name="Rectangle 4"/>
          <p:cNvSpPr/>
          <p:nvPr/>
        </p:nvSpPr>
        <p:spPr>
          <a:xfrm>
            <a:off x="9415939" y="990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Rectangle 5"/>
          <p:cNvSpPr/>
          <p:nvPr/>
        </p:nvSpPr>
        <p:spPr>
          <a:xfrm>
            <a:off x="9568339" y="990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 name="Rectangle 6"/>
          <p:cNvSpPr/>
          <p:nvPr/>
        </p:nvSpPr>
        <p:spPr>
          <a:xfrm>
            <a:off x="9720739" y="990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Rectangle 7"/>
          <p:cNvSpPr/>
          <p:nvPr/>
        </p:nvSpPr>
        <p:spPr>
          <a:xfrm>
            <a:off x="9873139" y="990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Rectangle 8"/>
          <p:cNvSpPr/>
          <p:nvPr/>
        </p:nvSpPr>
        <p:spPr>
          <a:xfrm>
            <a:off x="10025539" y="990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Rectangle 9"/>
          <p:cNvSpPr/>
          <p:nvPr/>
        </p:nvSpPr>
        <p:spPr>
          <a:xfrm>
            <a:off x="10177939" y="990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Rectangle 10"/>
          <p:cNvSpPr/>
          <p:nvPr/>
        </p:nvSpPr>
        <p:spPr>
          <a:xfrm>
            <a:off x="9111139" y="990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Rectangle 11"/>
          <p:cNvSpPr/>
          <p:nvPr/>
        </p:nvSpPr>
        <p:spPr>
          <a:xfrm>
            <a:off x="9263539" y="1143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 name="Rectangle 12"/>
          <p:cNvSpPr/>
          <p:nvPr/>
        </p:nvSpPr>
        <p:spPr>
          <a:xfrm>
            <a:off x="9415939" y="1143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 name="Rectangle 13"/>
          <p:cNvSpPr/>
          <p:nvPr/>
        </p:nvSpPr>
        <p:spPr>
          <a:xfrm>
            <a:off x="9568339" y="1143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 name="Rectangle 14"/>
          <p:cNvSpPr/>
          <p:nvPr/>
        </p:nvSpPr>
        <p:spPr>
          <a:xfrm>
            <a:off x="9720739" y="1143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6" name="Rectangle 15"/>
          <p:cNvSpPr/>
          <p:nvPr/>
        </p:nvSpPr>
        <p:spPr>
          <a:xfrm>
            <a:off x="9873139" y="1143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7" name="Rectangle 16"/>
          <p:cNvSpPr/>
          <p:nvPr/>
        </p:nvSpPr>
        <p:spPr>
          <a:xfrm>
            <a:off x="10025539" y="1143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8" name="Rectangle 17"/>
          <p:cNvSpPr/>
          <p:nvPr/>
        </p:nvSpPr>
        <p:spPr>
          <a:xfrm>
            <a:off x="10177939" y="1143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9" name="Rectangle 18"/>
          <p:cNvSpPr/>
          <p:nvPr/>
        </p:nvSpPr>
        <p:spPr>
          <a:xfrm>
            <a:off x="9111139" y="1143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0" name="Rectangle 19"/>
          <p:cNvSpPr/>
          <p:nvPr/>
        </p:nvSpPr>
        <p:spPr>
          <a:xfrm>
            <a:off x="9263539" y="1295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1" name="Rectangle 20"/>
          <p:cNvSpPr/>
          <p:nvPr/>
        </p:nvSpPr>
        <p:spPr>
          <a:xfrm>
            <a:off x="9415939" y="1295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2" name="Rectangle 21"/>
          <p:cNvSpPr/>
          <p:nvPr/>
        </p:nvSpPr>
        <p:spPr>
          <a:xfrm>
            <a:off x="9568339" y="1295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3" name="Rectangle 22"/>
          <p:cNvSpPr/>
          <p:nvPr/>
        </p:nvSpPr>
        <p:spPr>
          <a:xfrm>
            <a:off x="9720739" y="1295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4" name="Rectangle 23"/>
          <p:cNvSpPr/>
          <p:nvPr/>
        </p:nvSpPr>
        <p:spPr>
          <a:xfrm>
            <a:off x="9873139" y="1295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 name="Rectangle 24"/>
          <p:cNvSpPr/>
          <p:nvPr/>
        </p:nvSpPr>
        <p:spPr>
          <a:xfrm>
            <a:off x="10025539" y="1295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6" name="Rectangle 25"/>
          <p:cNvSpPr/>
          <p:nvPr/>
        </p:nvSpPr>
        <p:spPr>
          <a:xfrm>
            <a:off x="10177939" y="1295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7" name="Rectangle 26"/>
          <p:cNvSpPr/>
          <p:nvPr/>
        </p:nvSpPr>
        <p:spPr>
          <a:xfrm>
            <a:off x="9111139" y="1295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8" name="Rectangle 27"/>
          <p:cNvSpPr/>
          <p:nvPr/>
        </p:nvSpPr>
        <p:spPr>
          <a:xfrm>
            <a:off x="9263539" y="1447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9" name="Rectangle 28"/>
          <p:cNvSpPr/>
          <p:nvPr/>
        </p:nvSpPr>
        <p:spPr>
          <a:xfrm>
            <a:off x="9415939" y="1447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0" name="Rectangle 29"/>
          <p:cNvSpPr/>
          <p:nvPr/>
        </p:nvSpPr>
        <p:spPr>
          <a:xfrm>
            <a:off x="9568339" y="1447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1" name="Rectangle 30"/>
          <p:cNvSpPr/>
          <p:nvPr/>
        </p:nvSpPr>
        <p:spPr>
          <a:xfrm>
            <a:off x="9720739" y="1447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2" name="Rectangle 31"/>
          <p:cNvSpPr/>
          <p:nvPr/>
        </p:nvSpPr>
        <p:spPr>
          <a:xfrm>
            <a:off x="9873139" y="1447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3" name="Rectangle 32"/>
          <p:cNvSpPr/>
          <p:nvPr/>
        </p:nvSpPr>
        <p:spPr>
          <a:xfrm>
            <a:off x="10025539" y="1447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4" name="Rectangle 33"/>
          <p:cNvSpPr/>
          <p:nvPr/>
        </p:nvSpPr>
        <p:spPr>
          <a:xfrm>
            <a:off x="10177939" y="1447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5" name="Rectangle 34"/>
          <p:cNvSpPr/>
          <p:nvPr/>
        </p:nvSpPr>
        <p:spPr>
          <a:xfrm>
            <a:off x="9111139" y="1447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6" name="Rectangle 35"/>
          <p:cNvSpPr/>
          <p:nvPr/>
        </p:nvSpPr>
        <p:spPr>
          <a:xfrm>
            <a:off x="9263539" y="1600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7" name="Rectangle 36"/>
          <p:cNvSpPr/>
          <p:nvPr/>
        </p:nvSpPr>
        <p:spPr>
          <a:xfrm>
            <a:off x="9415939" y="1600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8" name="Rectangle 37"/>
          <p:cNvSpPr/>
          <p:nvPr/>
        </p:nvSpPr>
        <p:spPr>
          <a:xfrm>
            <a:off x="9568339" y="1600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9" name="Rectangle 38"/>
          <p:cNvSpPr/>
          <p:nvPr/>
        </p:nvSpPr>
        <p:spPr>
          <a:xfrm>
            <a:off x="9720739" y="1600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0" name="Rectangle 39"/>
          <p:cNvSpPr/>
          <p:nvPr/>
        </p:nvSpPr>
        <p:spPr>
          <a:xfrm>
            <a:off x="9873139" y="1600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1" name="Rectangle 40"/>
          <p:cNvSpPr/>
          <p:nvPr/>
        </p:nvSpPr>
        <p:spPr>
          <a:xfrm>
            <a:off x="10025539" y="1600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2" name="Rectangle 41"/>
          <p:cNvSpPr/>
          <p:nvPr/>
        </p:nvSpPr>
        <p:spPr>
          <a:xfrm>
            <a:off x="10177939" y="1600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3" name="Rectangle 42"/>
          <p:cNvSpPr/>
          <p:nvPr/>
        </p:nvSpPr>
        <p:spPr>
          <a:xfrm>
            <a:off x="9111139" y="1600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4" name="Rectangle 43"/>
          <p:cNvSpPr/>
          <p:nvPr/>
        </p:nvSpPr>
        <p:spPr>
          <a:xfrm>
            <a:off x="9263539" y="1752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5" name="Rectangle 44"/>
          <p:cNvSpPr/>
          <p:nvPr/>
        </p:nvSpPr>
        <p:spPr>
          <a:xfrm>
            <a:off x="9415939" y="1752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6" name="Rectangle 45"/>
          <p:cNvSpPr/>
          <p:nvPr/>
        </p:nvSpPr>
        <p:spPr>
          <a:xfrm>
            <a:off x="9568339" y="1752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7" name="Rectangle 46"/>
          <p:cNvSpPr/>
          <p:nvPr/>
        </p:nvSpPr>
        <p:spPr>
          <a:xfrm>
            <a:off x="9720739" y="1752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8" name="Rectangle 47"/>
          <p:cNvSpPr/>
          <p:nvPr/>
        </p:nvSpPr>
        <p:spPr>
          <a:xfrm>
            <a:off x="9873139" y="1752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9" name="Rectangle 48"/>
          <p:cNvSpPr/>
          <p:nvPr/>
        </p:nvSpPr>
        <p:spPr>
          <a:xfrm>
            <a:off x="10025539" y="1752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0" name="Rectangle 49"/>
          <p:cNvSpPr/>
          <p:nvPr/>
        </p:nvSpPr>
        <p:spPr>
          <a:xfrm>
            <a:off x="10177939" y="1752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1" name="Rectangle 50"/>
          <p:cNvSpPr/>
          <p:nvPr/>
        </p:nvSpPr>
        <p:spPr>
          <a:xfrm>
            <a:off x="9111139" y="1752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2" name="Rectangle 51"/>
          <p:cNvSpPr/>
          <p:nvPr/>
        </p:nvSpPr>
        <p:spPr>
          <a:xfrm>
            <a:off x="9263539" y="1905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3" name="Rectangle 52"/>
          <p:cNvSpPr/>
          <p:nvPr/>
        </p:nvSpPr>
        <p:spPr>
          <a:xfrm>
            <a:off x="9415939" y="1905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4" name="Rectangle 53"/>
          <p:cNvSpPr/>
          <p:nvPr/>
        </p:nvSpPr>
        <p:spPr>
          <a:xfrm>
            <a:off x="9568339" y="1905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5" name="Rectangle 54"/>
          <p:cNvSpPr/>
          <p:nvPr/>
        </p:nvSpPr>
        <p:spPr>
          <a:xfrm>
            <a:off x="9720739" y="1905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6" name="Rectangle 55"/>
          <p:cNvSpPr/>
          <p:nvPr/>
        </p:nvSpPr>
        <p:spPr>
          <a:xfrm>
            <a:off x="9873139" y="1905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7" name="Rectangle 56"/>
          <p:cNvSpPr/>
          <p:nvPr/>
        </p:nvSpPr>
        <p:spPr>
          <a:xfrm>
            <a:off x="10025539" y="1905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8" name="Rectangle 57"/>
          <p:cNvSpPr/>
          <p:nvPr/>
        </p:nvSpPr>
        <p:spPr>
          <a:xfrm>
            <a:off x="10177939" y="1905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9" name="Rectangle 58"/>
          <p:cNvSpPr/>
          <p:nvPr/>
        </p:nvSpPr>
        <p:spPr>
          <a:xfrm>
            <a:off x="9111139" y="1905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0" name="Rectangle 59"/>
          <p:cNvSpPr/>
          <p:nvPr/>
        </p:nvSpPr>
        <p:spPr>
          <a:xfrm>
            <a:off x="9263539" y="2057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1" name="Rectangle 60"/>
          <p:cNvSpPr/>
          <p:nvPr/>
        </p:nvSpPr>
        <p:spPr>
          <a:xfrm>
            <a:off x="9415939" y="2057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2" name="Rectangle 61"/>
          <p:cNvSpPr/>
          <p:nvPr/>
        </p:nvSpPr>
        <p:spPr>
          <a:xfrm>
            <a:off x="9568339" y="2057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3" name="Rectangle 62"/>
          <p:cNvSpPr/>
          <p:nvPr/>
        </p:nvSpPr>
        <p:spPr>
          <a:xfrm>
            <a:off x="9720739" y="2057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4" name="Rectangle 63"/>
          <p:cNvSpPr/>
          <p:nvPr/>
        </p:nvSpPr>
        <p:spPr>
          <a:xfrm>
            <a:off x="9873139" y="2057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5" name="Rectangle 64"/>
          <p:cNvSpPr/>
          <p:nvPr/>
        </p:nvSpPr>
        <p:spPr>
          <a:xfrm>
            <a:off x="10025539" y="2057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6" name="Rectangle 65"/>
          <p:cNvSpPr/>
          <p:nvPr/>
        </p:nvSpPr>
        <p:spPr>
          <a:xfrm>
            <a:off x="10177939" y="2057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7" name="Rectangle 66"/>
          <p:cNvSpPr/>
          <p:nvPr/>
        </p:nvSpPr>
        <p:spPr>
          <a:xfrm>
            <a:off x="9111139" y="2057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8" name="Rectangle 67"/>
          <p:cNvSpPr/>
          <p:nvPr/>
        </p:nvSpPr>
        <p:spPr>
          <a:xfrm>
            <a:off x="10482739" y="990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9" name="Rectangle 68"/>
          <p:cNvSpPr/>
          <p:nvPr/>
        </p:nvSpPr>
        <p:spPr>
          <a:xfrm>
            <a:off x="10635139" y="990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0" name="Rectangle 69"/>
          <p:cNvSpPr/>
          <p:nvPr/>
        </p:nvSpPr>
        <p:spPr>
          <a:xfrm>
            <a:off x="10787539" y="990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1" name="Rectangle 70"/>
          <p:cNvSpPr/>
          <p:nvPr/>
        </p:nvSpPr>
        <p:spPr>
          <a:xfrm>
            <a:off x="10939939" y="990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2" name="Rectangle 71"/>
          <p:cNvSpPr/>
          <p:nvPr/>
        </p:nvSpPr>
        <p:spPr>
          <a:xfrm>
            <a:off x="11092339" y="990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3" name="Rectangle 72"/>
          <p:cNvSpPr/>
          <p:nvPr/>
        </p:nvSpPr>
        <p:spPr>
          <a:xfrm>
            <a:off x="11244739" y="990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4" name="Rectangle 73"/>
          <p:cNvSpPr/>
          <p:nvPr/>
        </p:nvSpPr>
        <p:spPr>
          <a:xfrm>
            <a:off x="11397139" y="990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5" name="Rectangle 74"/>
          <p:cNvSpPr/>
          <p:nvPr/>
        </p:nvSpPr>
        <p:spPr>
          <a:xfrm>
            <a:off x="10330339" y="990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6" name="Rectangle 75"/>
          <p:cNvSpPr/>
          <p:nvPr/>
        </p:nvSpPr>
        <p:spPr>
          <a:xfrm>
            <a:off x="10482739" y="1143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7" name="Rectangle 76"/>
          <p:cNvSpPr/>
          <p:nvPr/>
        </p:nvSpPr>
        <p:spPr>
          <a:xfrm>
            <a:off x="10635139" y="1143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8" name="Rectangle 77"/>
          <p:cNvSpPr/>
          <p:nvPr/>
        </p:nvSpPr>
        <p:spPr>
          <a:xfrm>
            <a:off x="10787539" y="1143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9" name="Rectangle 78"/>
          <p:cNvSpPr/>
          <p:nvPr/>
        </p:nvSpPr>
        <p:spPr>
          <a:xfrm>
            <a:off x="10939939" y="1143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0" name="Rectangle 79"/>
          <p:cNvSpPr/>
          <p:nvPr/>
        </p:nvSpPr>
        <p:spPr>
          <a:xfrm>
            <a:off x="11092339" y="1143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1" name="Rectangle 80"/>
          <p:cNvSpPr/>
          <p:nvPr/>
        </p:nvSpPr>
        <p:spPr>
          <a:xfrm>
            <a:off x="11244739" y="1143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2" name="Rectangle 81"/>
          <p:cNvSpPr/>
          <p:nvPr/>
        </p:nvSpPr>
        <p:spPr>
          <a:xfrm>
            <a:off x="11397139" y="1143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3" name="Rectangle 82"/>
          <p:cNvSpPr/>
          <p:nvPr/>
        </p:nvSpPr>
        <p:spPr>
          <a:xfrm>
            <a:off x="10330339" y="1143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4" name="Rectangle 83"/>
          <p:cNvSpPr/>
          <p:nvPr/>
        </p:nvSpPr>
        <p:spPr>
          <a:xfrm>
            <a:off x="10482739" y="1295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5" name="Rectangle 84"/>
          <p:cNvSpPr/>
          <p:nvPr/>
        </p:nvSpPr>
        <p:spPr>
          <a:xfrm>
            <a:off x="10635139" y="1295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6" name="Rectangle 85"/>
          <p:cNvSpPr/>
          <p:nvPr/>
        </p:nvSpPr>
        <p:spPr>
          <a:xfrm>
            <a:off x="10787539" y="1295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7" name="Rectangle 86"/>
          <p:cNvSpPr/>
          <p:nvPr/>
        </p:nvSpPr>
        <p:spPr>
          <a:xfrm>
            <a:off x="10939939" y="1295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8" name="Rectangle 87"/>
          <p:cNvSpPr/>
          <p:nvPr/>
        </p:nvSpPr>
        <p:spPr>
          <a:xfrm>
            <a:off x="11092339" y="1295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9" name="Rectangle 88"/>
          <p:cNvSpPr/>
          <p:nvPr/>
        </p:nvSpPr>
        <p:spPr>
          <a:xfrm>
            <a:off x="11244739" y="1295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0" name="Rectangle 89"/>
          <p:cNvSpPr/>
          <p:nvPr/>
        </p:nvSpPr>
        <p:spPr>
          <a:xfrm>
            <a:off x="11397139" y="1295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1" name="Rectangle 90"/>
          <p:cNvSpPr/>
          <p:nvPr/>
        </p:nvSpPr>
        <p:spPr>
          <a:xfrm>
            <a:off x="10330339" y="1295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2" name="Rectangle 91"/>
          <p:cNvSpPr/>
          <p:nvPr/>
        </p:nvSpPr>
        <p:spPr>
          <a:xfrm>
            <a:off x="10482739" y="1447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3" name="Rectangle 92"/>
          <p:cNvSpPr/>
          <p:nvPr/>
        </p:nvSpPr>
        <p:spPr>
          <a:xfrm>
            <a:off x="10635139" y="1447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4" name="Rectangle 93"/>
          <p:cNvSpPr/>
          <p:nvPr/>
        </p:nvSpPr>
        <p:spPr>
          <a:xfrm>
            <a:off x="10787539" y="1447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5" name="Rectangle 94"/>
          <p:cNvSpPr/>
          <p:nvPr/>
        </p:nvSpPr>
        <p:spPr>
          <a:xfrm>
            <a:off x="10939939" y="1447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6" name="Rectangle 95"/>
          <p:cNvSpPr/>
          <p:nvPr/>
        </p:nvSpPr>
        <p:spPr>
          <a:xfrm>
            <a:off x="11092339" y="1447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7" name="Rectangle 96"/>
          <p:cNvSpPr/>
          <p:nvPr/>
        </p:nvSpPr>
        <p:spPr>
          <a:xfrm>
            <a:off x="11244739" y="1447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8" name="Rectangle 97"/>
          <p:cNvSpPr/>
          <p:nvPr/>
        </p:nvSpPr>
        <p:spPr>
          <a:xfrm>
            <a:off x="11397139" y="1447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9" name="Rectangle 98"/>
          <p:cNvSpPr/>
          <p:nvPr/>
        </p:nvSpPr>
        <p:spPr>
          <a:xfrm>
            <a:off x="10330339" y="1447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0" name="Rectangle 99"/>
          <p:cNvSpPr/>
          <p:nvPr/>
        </p:nvSpPr>
        <p:spPr>
          <a:xfrm>
            <a:off x="10482739" y="1600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1" name="Rectangle 100"/>
          <p:cNvSpPr/>
          <p:nvPr/>
        </p:nvSpPr>
        <p:spPr>
          <a:xfrm>
            <a:off x="10635139" y="1600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2" name="Rectangle 101"/>
          <p:cNvSpPr/>
          <p:nvPr/>
        </p:nvSpPr>
        <p:spPr>
          <a:xfrm>
            <a:off x="10787539" y="1600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3" name="Rectangle 102"/>
          <p:cNvSpPr/>
          <p:nvPr/>
        </p:nvSpPr>
        <p:spPr>
          <a:xfrm>
            <a:off x="10939939" y="1600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4" name="Rectangle 103"/>
          <p:cNvSpPr/>
          <p:nvPr/>
        </p:nvSpPr>
        <p:spPr>
          <a:xfrm>
            <a:off x="11092339" y="1600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5" name="Rectangle 104"/>
          <p:cNvSpPr/>
          <p:nvPr/>
        </p:nvSpPr>
        <p:spPr>
          <a:xfrm>
            <a:off x="11244739" y="1600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6" name="Rectangle 105"/>
          <p:cNvSpPr/>
          <p:nvPr/>
        </p:nvSpPr>
        <p:spPr>
          <a:xfrm>
            <a:off x="11397139" y="1600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7" name="Rectangle 106"/>
          <p:cNvSpPr/>
          <p:nvPr/>
        </p:nvSpPr>
        <p:spPr>
          <a:xfrm>
            <a:off x="10330339" y="1600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8" name="Rectangle 107"/>
          <p:cNvSpPr/>
          <p:nvPr/>
        </p:nvSpPr>
        <p:spPr>
          <a:xfrm>
            <a:off x="10482739" y="1752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9" name="Rectangle 108"/>
          <p:cNvSpPr/>
          <p:nvPr/>
        </p:nvSpPr>
        <p:spPr>
          <a:xfrm>
            <a:off x="10635139" y="1752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0" name="Rectangle 109"/>
          <p:cNvSpPr/>
          <p:nvPr/>
        </p:nvSpPr>
        <p:spPr>
          <a:xfrm>
            <a:off x="10787539" y="1752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1" name="Rectangle 110"/>
          <p:cNvSpPr/>
          <p:nvPr/>
        </p:nvSpPr>
        <p:spPr>
          <a:xfrm>
            <a:off x="10939939" y="1752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2" name="Rectangle 111"/>
          <p:cNvSpPr/>
          <p:nvPr/>
        </p:nvSpPr>
        <p:spPr>
          <a:xfrm>
            <a:off x="11092339" y="1752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3" name="Rectangle 112"/>
          <p:cNvSpPr/>
          <p:nvPr/>
        </p:nvSpPr>
        <p:spPr>
          <a:xfrm>
            <a:off x="11244739" y="1752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4" name="Rectangle 113"/>
          <p:cNvSpPr/>
          <p:nvPr/>
        </p:nvSpPr>
        <p:spPr>
          <a:xfrm>
            <a:off x="11397139" y="1752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5" name="Rectangle 114"/>
          <p:cNvSpPr/>
          <p:nvPr/>
        </p:nvSpPr>
        <p:spPr>
          <a:xfrm>
            <a:off x="10330339" y="1752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6" name="Rectangle 115"/>
          <p:cNvSpPr/>
          <p:nvPr/>
        </p:nvSpPr>
        <p:spPr>
          <a:xfrm>
            <a:off x="10482739" y="1905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7" name="Rectangle 116"/>
          <p:cNvSpPr/>
          <p:nvPr/>
        </p:nvSpPr>
        <p:spPr>
          <a:xfrm>
            <a:off x="10635139" y="1905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8" name="Rectangle 117"/>
          <p:cNvSpPr/>
          <p:nvPr/>
        </p:nvSpPr>
        <p:spPr>
          <a:xfrm>
            <a:off x="10787539" y="1905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9" name="Rectangle 118"/>
          <p:cNvSpPr/>
          <p:nvPr/>
        </p:nvSpPr>
        <p:spPr>
          <a:xfrm>
            <a:off x="10939939" y="1905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0" name="Rectangle 119"/>
          <p:cNvSpPr/>
          <p:nvPr/>
        </p:nvSpPr>
        <p:spPr>
          <a:xfrm>
            <a:off x="11092339" y="1905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1" name="Rectangle 120"/>
          <p:cNvSpPr/>
          <p:nvPr/>
        </p:nvSpPr>
        <p:spPr>
          <a:xfrm>
            <a:off x="11244739" y="1905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2" name="Rectangle 121"/>
          <p:cNvSpPr/>
          <p:nvPr/>
        </p:nvSpPr>
        <p:spPr>
          <a:xfrm>
            <a:off x="11397139" y="1905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3" name="Rectangle 122"/>
          <p:cNvSpPr/>
          <p:nvPr/>
        </p:nvSpPr>
        <p:spPr>
          <a:xfrm>
            <a:off x="10330339" y="1905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4" name="Rectangle 123"/>
          <p:cNvSpPr/>
          <p:nvPr/>
        </p:nvSpPr>
        <p:spPr>
          <a:xfrm>
            <a:off x="10482739" y="2057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5" name="Rectangle 124"/>
          <p:cNvSpPr/>
          <p:nvPr/>
        </p:nvSpPr>
        <p:spPr>
          <a:xfrm>
            <a:off x="10635139" y="2057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6" name="Rectangle 125"/>
          <p:cNvSpPr/>
          <p:nvPr/>
        </p:nvSpPr>
        <p:spPr>
          <a:xfrm>
            <a:off x="10787539" y="2057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7" name="Rectangle 126"/>
          <p:cNvSpPr/>
          <p:nvPr/>
        </p:nvSpPr>
        <p:spPr>
          <a:xfrm>
            <a:off x="10939939" y="2057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8" name="Rectangle 127"/>
          <p:cNvSpPr/>
          <p:nvPr/>
        </p:nvSpPr>
        <p:spPr>
          <a:xfrm>
            <a:off x="11092339" y="2057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9" name="Rectangle 128"/>
          <p:cNvSpPr/>
          <p:nvPr/>
        </p:nvSpPr>
        <p:spPr>
          <a:xfrm>
            <a:off x="11244739" y="2057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0" name="Rectangle 129"/>
          <p:cNvSpPr/>
          <p:nvPr/>
        </p:nvSpPr>
        <p:spPr>
          <a:xfrm>
            <a:off x="11397139" y="2057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1" name="Rectangle 130"/>
          <p:cNvSpPr/>
          <p:nvPr/>
        </p:nvSpPr>
        <p:spPr>
          <a:xfrm>
            <a:off x="10330339" y="2057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2" name="Rectangle 131"/>
          <p:cNvSpPr/>
          <p:nvPr/>
        </p:nvSpPr>
        <p:spPr>
          <a:xfrm>
            <a:off x="9263539" y="2209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3" name="Rectangle 132"/>
          <p:cNvSpPr/>
          <p:nvPr/>
        </p:nvSpPr>
        <p:spPr>
          <a:xfrm>
            <a:off x="9415939" y="2209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4" name="Rectangle 133"/>
          <p:cNvSpPr/>
          <p:nvPr/>
        </p:nvSpPr>
        <p:spPr>
          <a:xfrm>
            <a:off x="9568339" y="2209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5" name="Rectangle 134"/>
          <p:cNvSpPr/>
          <p:nvPr/>
        </p:nvSpPr>
        <p:spPr>
          <a:xfrm>
            <a:off x="9720739" y="2209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6" name="Rectangle 135"/>
          <p:cNvSpPr/>
          <p:nvPr/>
        </p:nvSpPr>
        <p:spPr>
          <a:xfrm>
            <a:off x="9873139" y="2209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7" name="Rectangle 136"/>
          <p:cNvSpPr/>
          <p:nvPr/>
        </p:nvSpPr>
        <p:spPr>
          <a:xfrm>
            <a:off x="10025539" y="2209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8" name="Rectangle 137"/>
          <p:cNvSpPr/>
          <p:nvPr/>
        </p:nvSpPr>
        <p:spPr>
          <a:xfrm>
            <a:off x="10177939" y="2209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9" name="Rectangle 138"/>
          <p:cNvSpPr/>
          <p:nvPr/>
        </p:nvSpPr>
        <p:spPr>
          <a:xfrm>
            <a:off x="9111139" y="2209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0" name="Rectangle 139"/>
          <p:cNvSpPr/>
          <p:nvPr/>
        </p:nvSpPr>
        <p:spPr>
          <a:xfrm>
            <a:off x="9263539" y="2362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1" name="Rectangle 140"/>
          <p:cNvSpPr/>
          <p:nvPr/>
        </p:nvSpPr>
        <p:spPr>
          <a:xfrm>
            <a:off x="9415939" y="2362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2" name="Rectangle 141"/>
          <p:cNvSpPr/>
          <p:nvPr/>
        </p:nvSpPr>
        <p:spPr>
          <a:xfrm>
            <a:off x="9568339" y="2362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3" name="Rectangle 142"/>
          <p:cNvSpPr/>
          <p:nvPr/>
        </p:nvSpPr>
        <p:spPr>
          <a:xfrm>
            <a:off x="9720739" y="2362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4" name="Rectangle 143"/>
          <p:cNvSpPr/>
          <p:nvPr/>
        </p:nvSpPr>
        <p:spPr>
          <a:xfrm>
            <a:off x="9873139" y="2362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5" name="Rectangle 144"/>
          <p:cNvSpPr/>
          <p:nvPr/>
        </p:nvSpPr>
        <p:spPr>
          <a:xfrm>
            <a:off x="10025539" y="2362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6" name="Rectangle 145"/>
          <p:cNvSpPr/>
          <p:nvPr/>
        </p:nvSpPr>
        <p:spPr>
          <a:xfrm>
            <a:off x="10177939" y="2362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7" name="Rectangle 146"/>
          <p:cNvSpPr/>
          <p:nvPr/>
        </p:nvSpPr>
        <p:spPr>
          <a:xfrm>
            <a:off x="9111139" y="2362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8" name="Rectangle 147"/>
          <p:cNvSpPr/>
          <p:nvPr/>
        </p:nvSpPr>
        <p:spPr>
          <a:xfrm>
            <a:off x="9263539" y="2514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9" name="Rectangle 148"/>
          <p:cNvSpPr/>
          <p:nvPr/>
        </p:nvSpPr>
        <p:spPr>
          <a:xfrm>
            <a:off x="9415939" y="2514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0" name="Rectangle 149"/>
          <p:cNvSpPr/>
          <p:nvPr/>
        </p:nvSpPr>
        <p:spPr>
          <a:xfrm>
            <a:off x="9568339" y="2514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1" name="Rectangle 150"/>
          <p:cNvSpPr/>
          <p:nvPr/>
        </p:nvSpPr>
        <p:spPr>
          <a:xfrm>
            <a:off x="9720739" y="2514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2" name="Rectangle 151"/>
          <p:cNvSpPr/>
          <p:nvPr/>
        </p:nvSpPr>
        <p:spPr>
          <a:xfrm>
            <a:off x="9873139" y="2514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3" name="Rectangle 152"/>
          <p:cNvSpPr/>
          <p:nvPr/>
        </p:nvSpPr>
        <p:spPr>
          <a:xfrm>
            <a:off x="10025539" y="2514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4" name="Rectangle 153"/>
          <p:cNvSpPr/>
          <p:nvPr/>
        </p:nvSpPr>
        <p:spPr>
          <a:xfrm>
            <a:off x="10177939" y="2514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5" name="Rectangle 154"/>
          <p:cNvSpPr/>
          <p:nvPr/>
        </p:nvSpPr>
        <p:spPr>
          <a:xfrm>
            <a:off x="9111139" y="2514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6" name="Rectangle 155"/>
          <p:cNvSpPr/>
          <p:nvPr/>
        </p:nvSpPr>
        <p:spPr>
          <a:xfrm>
            <a:off x="9263539" y="2667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7" name="Rectangle 156"/>
          <p:cNvSpPr/>
          <p:nvPr/>
        </p:nvSpPr>
        <p:spPr>
          <a:xfrm>
            <a:off x="9415939" y="2667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8" name="Rectangle 157"/>
          <p:cNvSpPr/>
          <p:nvPr/>
        </p:nvSpPr>
        <p:spPr>
          <a:xfrm>
            <a:off x="9568339" y="2667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9" name="Rectangle 158"/>
          <p:cNvSpPr/>
          <p:nvPr/>
        </p:nvSpPr>
        <p:spPr>
          <a:xfrm>
            <a:off x="9720739" y="2667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60" name="Rectangle 159"/>
          <p:cNvSpPr/>
          <p:nvPr/>
        </p:nvSpPr>
        <p:spPr>
          <a:xfrm>
            <a:off x="9873139" y="2667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61" name="Rectangle 160"/>
          <p:cNvSpPr/>
          <p:nvPr/>
        </p:nvSpPr>
        <p:spPr>
          <a:xfrm>
            <a:off x="10025539" y="2667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62" name="Rectangle 161"/>
          <p:cNvSpPr/>
          <p:nvPr/>
        </p:nvSpPr>
        <p:spPr>
          <a:xfrm>
            <a:off x="10177939" y="2667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63" name="Rectangle 162"/>
          <p:cNvSpPr/>
          <p:nvPr/>
        </p:nvSpPr>
        <p:spPr>
          <a:xfrm>
            <a:off x="9111139" y="2667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64" name="Rectangle 163"/>
          <p:cNvSpPr/>
          <p:nvPr/>
        </p:nvSpPr>
        <p:spPr>
          <a:xfrm>
            <a:off x="9263539" y="2819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65" name="Rectangle 164"/>
          <p:cNvSpPr/>
          <p:nvPr/>
        </p:nvSpPr>
        <p:spPr>
          <a:xfrm>
            <a:off x="9415939" y="2819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66" name="Rectangle 165"/>
          <p:cNvSpPr/>
          <p:nvPr/>
        </p:nvSpPr>
        <p:spPr>
          <a:xfrm>
            <a:off x="9568339" y="2819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67" name="Rectangle 166"/>
          <p:cNvSpPr/>
          <p:nvPr/>
        </p:nvSpPr>
        <p:spPr>
          <a:xfrm>
            <a:off x="9720739" y="2819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68" name="Rectangle 167"/>
          <p:cNvSpPr/>
          <p:nvPr/>
        </p:nvSpPr>
        <p:spPr>
          <a:xfrm>
            <a:off x="9873139" y="2819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69" name="Rectangle 168"/>
          <p:cNvSpPr/>
          <p:nvPr/>
        </p:nvSpPr>
        <p:spPr>
          <a:xfrm>
            <a:off x="10025539" y="2819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70" name="Rectangle 169"/>
          <p:cNvSpPr/>
          <p:nvPr/>
        </p:nvSpPr>
        <p:spPr>
          <a:xfrm>
            <a:off x="10177939" y="2819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71" name="Rectangle 170"/>
          <p:cNvSpPr/>
          <p:nvPr/>
        </p:nvSpPr>
        <p:spPr>
          <a:xfrm>
            <a:off x="9111139" y="2819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72" name="Rectangle 171"/>
          <p:cNvSpPr/>
          <p:nvPr/>
        </p:nvSpPr>
        <p:spPr>
          <a:xfrm>
            <a:off x="9263539" y="2971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73" name="Rectangle 172"/>
          <p:cNvSpPr/>
          <p:nvPr/>
        </p:nvSpPr>
        <p:spPr>
          <a:xfrm>
            <a:off x="9415939" y="2971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74" name="Rectangle 173"/>
          <p:cNvSpPr/>
          <p:nvPr/>
        </p:nvSpPr>
        <p:spPr>
          <a:xfrm>
            <a:off x="9568339" y="2971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75" name="Rectangle 174"/>
          <p:cNvSpPr/>
          <p:nvPr/>
        </p:nvSpPr>
        <p:spPr>
          <a:xfrm>
            <a:off x="9720739" y="2971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76" name="Rectangle 175"/>
          <p:cNvSpPr/>
          <p:nvPr/>
        </p:nvSpPr>
        <p:spPr>
          <a:xfrm>
            <a:off x="9873139" y="2971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77" name="Rectangle 176"/>
          <p:cNvSpPr/>
          <p:nvPr/>
        </p:nvSpPr>
        <p:spPr>
          <a:xfrm>
            <a:off x="10025539" y="2971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78" name="Rectangle 177"/>
          <p:cNvSpPr/>
          <p:nvPr/>
        </p:nvSpPr>
        <p:spPr>
          <a:xfrm>
            <a:off x="10177939" y="2971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79" name="Rectangle 178"/>
          <p:cNvSpPr/>
          <p:nvPr/>
        </p:nvSpPr>
        <p:spPr>
          <a:xfrm>
            <a:off x="9111139" y="2971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80" name="Rectangle 179"/>
          <p:cNvSpPr/>
          <p:nvPr/>
        </p:nvSpPr>
        <p:spPr>
          <a:xfrm>
            <a:off x="9263539" y="3124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81" name="Rectangle 180"/>
          <p:cNvSpPr/>
          <p:nvPr/>
        </p:nvSpPr>
        <p:spPr>
          <a:xfrm>
            <a:off x="9415939" y="3124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82" name="Rectangle 181"/>
          <p:cNvSpPr/>
          <p:nvPr/>
        </p:nvSpPr>
        <p:spPr>
          <a:xfrm>
            <a:off x="9568339" y="3124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83" name="Rectangle 182"/>
          <p:cNvSpPr/>
          <p:nvPr/>
        </p:nvSpPr>
        <p:spPr>
          <a:xfrm>
            <a:off x="9720739" y="3124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84" name="Rectangle 183"/>
          <p:cNvSpPr/>
          <p:nvPr/>
        </p:nvSpPr>
        <p:spPr>
          <a:xfrm>
            <a:off x="9873139" y="3124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85" name="Rectangle 184"/>
          <p:cNvSpPr/>
          <p:nvPr/>
        </p:nvSpPr>
        <p:spPr>
          <a:xfrm>
            <a:off x="10025539" y="3124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86" name="Rectangle 185"/>
          <p:cNvSpPr/>
          <p:nvPr/>
        </p:nvSpPr>
        <p:spPr>
          <a:xfrm>
            <a:off x="10177939" y="3124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87" name="Rectangle 186"/>
          <p:cNvSpPr/>
          <p:nvPr/>
        </p:nvSpPr>
        <p:spPr>
          <a:xfrm>
            <a:off x="9111139" y="3124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88" name="Rectangle 187"/>
          <p:cNvSpPr/>
          <p:nvPr/>
        </p:nvSpPr>
        <p:spPr>
          <a:xfrm>
            <a:off x="9263539" y="3276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89" name="Rectangle 188"/>
          <p:cNvSpPr/>
          <p:nvPr/>
        </p:nvSpPr>
        <p:spPr>
          <a:xfrm>
            <a:off x="9415939" y="3276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90" name="Rectangle 189"/>
          <p:cNvSpPr/>
          <p:nvPr/>
        </p:nvSpPr>
        <p:spPr>
          <a:xfrm>
            <a:off x="9568339" y="3276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91" name="Rectangle 190"/>
          <p:cNvSpPr/>
          <p:nvPr/>
        </p:nvSpPr>
        <p:spPr>
          <a:xfrm>
            <a:off x="9720739" y="3276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92" name="Rectangle 191"/>
          <p:cNvSpPr/>
          <p:nvPr/>
        </p:nvSpPr>
        <p:spPr>
          <a:xfrm>
            <a:off x="9873139" y="3276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93" name="Rectangle 192"/>
          <p:cNvSpPr/>
          <p:nvPr/>
        </p:nvSpPr>
        <p:spPr>
          <a:xfrm>
            <a:off x="10025539" y="3276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94" name="Rectangle 193"/>
          <p:cNvSpPr/>
          <p:nvPr/>
        </p:nvSpPr>
        <p:spPr>
          <a:xfrm>
            <a:off x="10177939" y="3276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95" name="Rectangle 194"/>
          <p:cNvSpPr/>
          <p:nvPr/>
        </p:nvSpPr>
        <p:spPr>
          <a:xfrm>
            <a:off x="9111139" y="3276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96" name="Rectangle 195"/>
          <p:cNvSpPr/>
          <p:nvPr/>
        </p:nvSpPr>
        <p:spPr>
          <a:xfrm>
            <a:off x="10482739" y="2209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97" name="Rectangle 196"/>
          <p:cNvSpPr/>
          <p:nvPr/>
        </p:nvSpPr>
        <p:spPr>
          <a:xfrm>
            <a:off x="10635139" y="2209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98" name="Rectangle 197"/>
          <p:cNvSpPr/>
          <p:nvPr/>
        </p:nvSpPr>
        <p:spPr>
          <a:xfrm>
            <a:off x="10787539" y="2209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99" name="Rectangle 198"/>
          <p:cNvSpPr/>
          <p:nvPr/>
        </p:nvSpPr>
        <p:spPr>
          <a:xfrm>
            <a:off x="10939939" y="2209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00" name="Rectangle 199"/>
          <p:cNvSpPr/>
          <p:nvPr/>
        </p:nvSpPr>
        <p:spPr>
          <a:xfrm>
            <a:off x="11092339" y="2209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01" name="Rectangle 200"/>
          <p:cNvSpPr/>
          <p:nvPr/>
        </p:nvSpPr>
        <p:spPr>
          <a:xfrm>
            <a:off x="11244739" y="2209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02" name="Rectangle 201"/>
          <p:cNvSpPr/>
          <p:nvPr/>
        </p:nvSpPr>
        <p:spPr>
          <a:xfrm>
            <a:off x="11397139" y="2209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03" name="Rectangle 202"/>
          <p:cNvSpPr/>
          <p:nvPr/>
        </p:nvSpPr>
        <p:spPr>
          <a:xfrm>
            <a:off x="10330339" y="2209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04" name="Rectangle 203"/>
          <p:cNvSpPr/>
          <p:nvPr/>
        </p:nvSpPr>
        <p:spPr>
          <a:xfrm>
            <a:off x="10482739" y="2362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05" name="Rectangle 204"/>
          <p:cNvSpPr/>
          <p:nvPr/>
        </p:nvSpPr>
        <p:spPr>
          <a:xfrm>
            <a:off x="10635139" y="2362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06" name="Rectangle 205"/>
          <p:cNvSpPr/>
          <p:nvPr/>
        </p:nvSpPr>
        <p:spPr>
          <a:xfrm>
            <a:off x="10787539" y="2362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07" name="Rectangle 206"/>
          <p:cNvSpPr/>
          <p:nvPr/>
        </p:nvSpPr>
        <p:spPr>
          <a:xfrm>
            <a:off x="10939939" y="2362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08" name="Rectangle 207"/>
          <p:cNvSpPr/>
          <p:nvPr/>
        </p:nvSpPr>
        <p:spPr>
          <a:xfrm>
            <a:off x="11092339" y="2362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09" name="Rectangle 208"/>
          <p:cNvSpPr/>
          <p:nvPr/>
        </p:nvSpPr>
        <p:spPr>
          <a:xfrm>
            <a:off x="11244739" y="2362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10" name="Rectangle 209"/>
          <p:cNvSpPr/>
          <p:nvPr/>
        </p:nvSpPr>
        <p:spPr>
          <a:xfrm>
            <a:off x="11397139" y="2362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11" name="Rectangle 210"/>
          <p:cNvSpPr/>
          <p:nvPr/>
        </p:nvSpPr>
        <p:spPr>
          <a:xfrm>
            <a:off x="10330339" y="2362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12" name="Rectangle 211"/>
          <p:cNvSpPr/>
          <p:nvPr/>
        </p:nvSpPr>
        <p:spPr>
          <a:xfrm>
            <a:off x="10482739" y="2514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13" name="Rectangle 212"/>
          <p:cNvSpPr/>
          <p:nvPr/>
        </p:nvSpPr>
        <p:spPr>
          <a:xfrm>
            <a:off x="10635139" y="2514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14" name="Rectangle 213"/>
          <p:cNvSpPr/>
          <p:nvPr/>
        </p:nvSpPr>
        <p:spPr>
          <a:xfrm>
            <a:off x="10787539" y="2514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15" name="Rectangle 214"/>
          <p:cNvSpPr/>
          <p:nvPr/>
        </p:nvSpPr>
        <p:spPr>
          <a:xfrm>
            <a:off x="10939939" y="2514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16" name="Rectangle 215"/>
          <p:cNvSpPr/>
          <p:nvPr/>
        </p:nvSpPr>
        <p:spPr>
          <a:xfrm>
            <a:off x="11092339" y="2514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17" name="Rectangle 216"/>
          <p:cNvSpPr/>
          <p:nvPr/>
        </p:nvSpPr>
        <p:spPr>
          <a:xfrm>
            <a:off x="11244739" y="2514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18" name="Rectangle 217"/>
          <p:cNvSpPr/>
          <p:nvPr/>
        </p:nvSpPr>
        <p:spPr>
          <a:xfrm>
            <a:off x="11397139" y="2514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19" name="Rectangle 218"/>
          <p:cNvSpPr/>
          <p:nvPr/>
        </p:nvSpPr>
        <p:spPr>
          <a:xfrm>
            <a:off x="10330339" y="2514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20" name="Rectangle 219"/>
          <p:cNvSpPr/>
          <p:nvPr/>
        </p:nvSpPr>
        <p:spPr>
          <a:xfrm>
            <a:off x="10482739" y="2667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21" name="Rectangle 220"/>
          <p:cNvSpPr/>
          <p:nvPr/>
        </p:nvSpPr>
        <p:spPr>
          <a:xfrm>
            <a:off x="10635139" y="2667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22" name="Rectangle 221"/>
          <p:cNvSpPr/>
          <p:nvPr/>
        </p:nvSpPr>
        <p:spPr>
          <a:xfrm>
            <a:off x="10787539" y="2667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23" name="Rectangle 222"/>
          <p:cNvSpPr/>
          <p:nvPr/>
        </p:nvSpPr>
        <p:spPr>
          <a:xfrm>
            <a:off x="10939939" y="2667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24" name="Rectangle 223"/>
          <p:cNvSpPr/>
          <p:nvPr/>
        </p:nvSpPr>
        <p:spPr>
          <a:xfrm>
            <a:off x="11092339" y="2667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25" name="Rectangle 224"/>
          <p:cNvSpPr/>
          <p:nvPr/>
        </p:nvSpPr>
        <p:spPr>
          <a:xfrm>
            <a:off x="11244739" y="2667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26" name="Rectangle 225"/>
          <p:cNvSpPr/>
          <p:nvPr/>
        </p:nvSpPr>
        <p:spPr>
          <a:xfrm>
            <a:off x="11397139" y="2667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27" name="Rectangle 226"/>
          <p:cNvSpPr/>
          <p:nvPr/>
        </p:nvSpPr>
        <p:spPr>
          <a:xfrm>
            <a:off x="10330339" y="26670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28" name="Rectangle 227"/>
          <p:cNvSpPr/>
          <p:nvPr/>
        </p:nvSpPr>
        <p:spPr>
          <a:xfrm>
            <a:off x="10482739" y="2819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29" name="Rectangle 228"/>
          <p:cNvSpPr/>
          <p:nvPr/>
        </p:nvSpPr>
        <p:spPr>
          <a:xfrm>
            <a:off x="10635139" y="2819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30" name="Rectangle 229"/>
          <p:cNvSpPr/>
          <p:nvPr/>
        </p:nvSpPr>
        <p:spPr>
          <a:xfrm>
            <a:off x="10787539" y="2819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31" name="Rectangle 230"/>
          <p:cNvSpPr/>
          <p:nvPr/>
        </p:nvSpPr>
        <p:spPr>
          <a:xfrm>
            <a:off x="10939939" y="2819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32" name="Rectangle 231"/>
          <p:cNvSpPr/>
          <p:nvPr/>
        </p:nvSpPr>
        <p:spPr>
          <a:xfrm>
            <a:off x="11092339" y="2819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33" name="Rectangle 232"/>
          <p:cNvSpPr/>
          <p:nvPr/>
        </p:nvSpPr>
        <p:spPr>
          <a:xfrm>
            <a:off x="11244739" y="2819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34" name="Rectangle 233"/>
          <p:cNvSpPr/>
          <p:nvPr/>
        </p:nvSpPr>
        <p:spPr>
          <a:xfrm>
            <a:off x="11397139" y="2819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35" name="Rectangle 234"/>
          <p:cNvSpPr/>
          <p:nvPr/>
        </p:nvSpPr>
        <p:spPr>
          <a:xfrm>
            <a:off x="10330339" y="28194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36" name="Rectangle 235"/>
          <p:cNvSpPr/>
          <p:nvPr/>
        </p:nvSpPr>
        <p:spPr>
          <a:xfrm>
            <a:off x="10482739" y="2971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37" name="Rectangle 236"/>
          <p:cNvSpPr/>
          <p:nvPr/>
        </p:nvSpPr>
        <p:spPr>
          <a:xfrm>
            <a:off x="10635139" y="2971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38" name="Rectangle 237"/>
          <p:cNvSpPr/>
          <p:nvPr/>
        </p:nvSpPr>
        <p:spPr>
          <a:xfrm>
            <a:off x="10787539" y="2971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39" name="Rectangle 238"/>
          <p:cNvSpPr/>
          <p:nvPr/>
        </p:nvSpPr>
        <p:spPr>
          <a:xfrm>
            <a:off x="10939939" y="2971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40" name="Rectangle 239"/>
          <p:cNvSpPr/>
          <p:nvPr/>
        </p:nvSpPr>
        <p:spPr>
          <a:xfrm>
            <a:off x="11092339" y="2971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41" name="Rectangle 240"/>
          <p:cNvSpPr/>
          <p:nvPr/>
        </p:nvSpPr>
        <p:spPr>
          <a:xfrm>
            <a:off x="11244739" y="2971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42" name="Rectangle 241"/>
          <p:cNvSpPr/>
          <p:nvPr/>
        </p:nvSpPr>
        <p:spPr>
          <a:xfrm>
            <a:off x="11397139" y="2971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43" name="Rectangle 242"/>
          <p:cNvSpPr/>
          <p:nvPr/>
        </p:nvSpPr>
        <p:spPr>
          <a:xfrm>
            <a:off x="10330339" y="29718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44" name="Rectangle 243"/>
          <p:cNvSpPr/>
          <p:nvPr/>
        </p:nvSpPr>
        <p:spPr>
          <a:xfrm>
            <a:off x="10482739" y="3124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45" name="Rectangle 244"/>
          <p:cNvSpPr/>
          <p:nvPr/>
        </p:nvSpPr>
        <p:spPr>
          <a:xfrm>
            <a:off x="10635139" y="3124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46" name="Rectangle 245"/>
          <p:cNvSpPr/>
          <p:nvPr/>
        </p:nvSpPr>
        <p:spPr>
          <a:xfrm>
            <a:off x="10787539" y="3124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47" name="Rectangle 246"/>
          <p:cNvSpPr/>
          <p:nvPr/>
        </p:nvSpPr>
        <p:spPr>
          <a:xfrm>
            <a:off x="10939939" y="3124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48" name="Rectangle 247"/>
          <p:cNvSpPr/>
          <p:nvPr/>
        </p:nvSpPr>
        <p:spPr>
          <a:xfrm>
            <a:off x="11092339" y="3124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49" name="Rectangle 248"/>
          <p:cNvSpPr/>
          <p:nvPr/>
        </p:nvSpPr>
        <p:spPr>
          <a:xfrm>
            <a:off x="11244739" y="3124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0" name="Rectangle 249"/>
          <p:cNvSpPr/>
          <p:nvPr/>
        </p:nvSpPr>
        <p:spPr>
          <a:xfrm>
            <a:off x="11397139" y="3124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1" name="Rectangle 250"/>
          <p:cNvSpPr/>
          <p:nvPr/>
        </p:nvSpPr>
        <p:spPr>
          <a:xfrm>
            <a:off x="10330339" y="31242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2" name="Rectangle 251"/>
          <p:cNvSpPr/>
          <p:nvPr/>
        </p:nvSpPr>
        <p:spPr>
          <a:xfrm>
            <a:off x="10482739" y="3276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3" name="Rectangle 252"/>
          <p:cNvSpPr/>
          <p:nvPr/>
        </p:nvSpPr>
        <p:spPr>
          <a:xfrm>
            <a:off x="10635139" y="3276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4" name="Rectangle 253"/>
          <p:cNvSpPr/>
          <p:nvPr/>
        </p:nvSpPr>
        <p:spPr>
          <a:xfrm>
            <a:off x="10787539" y="3276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5" name="Rectangle 254"/>
          <p:cNvSpPr/>
          <p:nvPr/>
        </p:nvSpPr>
        <p:spPr>
          <a:xfrm>
            <a:off x="10939939" y="3276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6" name="Rectangle 255"/>
          <p:cNvSpPr/>
          <p:nvPr/>
        </p:nvSpPr>
        <p:spPr>
          <a:xfrm>
            <a:off x="11092339" y="3276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7" name="Rectangle 256"/>
          <p:cNvSpPr/>
          <p:nvPr/>
        </p:nvSpPr>
        <p:spPr>
          <a:xfrm>
            <a:off x="11244739" y="3276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8" name="Rectangle 257"/>
          <p:cNvSpPr/>
          <p:nvPr/>
        </p:nvSpPr>
        <p:spPr>
          <a:xfrm>
            <a:off x="11397139" y="3276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9" name="Rectangle 258"/>
          <p:cNvSpPr/>
          <p:nvPr/>
        </p:nvSpPr>
        <p:spPr>
          <a:xfrm>
            <a:off x="10330339" y="3276600"/>
            <a:ext cx="76200" cy="76200"/>
          </a:xfrm>
          <a:prstGeom prst="rect">
            <a:avLst/>
          </a:prstGeom>
          <a:solidFill>
            <a:schemeClr val="tx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260" name="Straight Connector 259"/>
          <p:cNvCxnSpPr/>
          <p:nvPr/>
        </p:nvCxnSpPr>
        <p:spPr>
          <a:xfrm flipH="1">
            <a:off x="8999696" y="3429000"/>
            <a:ext cx="2582704" cy="0"/>
          </a:xfrm>
          <a:prstGeom prst="line">
            <a:avLst/>
          </a:prstGeom>
          <a:ln w="508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3" name="Straight Connector 262"/>
          <p:cNvCxnSpPr/>
          <p:nvPr/>
        </p:nvCxnSpPr>
        <p:spPr>
          <a:xfrm>
            <a:off x="9013634" y="914400"/>
            <a:ext cx="0" cy="2514600"/>
          </a:xfrm>
          <a:prstGeom prst="line">
            <a:avLst/>
          </a:prstGeom>
          <a:ln w="508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8" name="Straight Connector 267"/>
          <p:cNvCxnSpPr/>
          <p:nvPr/>
        </p:nvCxnSpPr>
        <p:spPr>
          <a:xfrm flipH="1">
            <a:off x="8991602" y="914400"/>
            <a:ext cx="2590798" cy="0"/>
          </a:xfrm>
          <a:prstGeom prst="line">
            <a:avLst/>
          </a:prstGeom>
          <a:ln w="508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9" name="Straight Connector 268"/>
          <p:cNvCxnSpPr/>
          <p:nvPr/>
        </p:nvCxnSpPr>
        <p:spPr>
          <a:xfrm>
            <a:off x="11560366" y="903383"/>
            <a:ext cx="0" cy="2514600"/>
          </a:xfrm>
          <a:prstGeom prst="line">
            <a:avLst/>
          </a:prstGeom>
          <a:ln w="508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7" name="Straight Arrow Connector 276"/>
          <p:cNvCxnSpPr/>
          <p:nvPr/>
        </p:nvCxnSpPr>
        <p:spPr>
          <a:xfrm>
            <a:off x="8763000" y="762000"/>
            <a:ext cx="31242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78" name="TextBox 277"/>
          <p:cNvSpPr txBox="1"/>
          <p:nvPr/>
        </p:nvSpPr>
        <p:spPr>
          <a:xfrm>
            <a:off x="9434989" y="3581400"/>
            <a:ext cx="1638300" cy="533401"/>
          </a:xfrm>
          <a:prstGeom prst="rect">
            <a:avLst/>
          </a:prstGeom>
        </p:spPr>
        <p:txBody>
          <a:bodyPr vert="horz" wrap="square" lIns="0" tIns="0" rIns="0" bIns="0" rtlCol="0" anchor="t">
            <a:normAutofit fontScale="85000" lnSpcReduction="20000"/>
          </a:bodyPr>
          <a:lstStyle/>
          <a:p>
            <a:pPr algn="ctr"/>
            <a:r>
              <a:rPr lang="en-GB" sz="1700" dirty="0"/>
              <a:t>Pixels were drawn one at a time from left to right.</a:t>
            </a:r>
          </a:p>
          <a:p>
            <a:endParaRPr lang="en-GB" dirty="0"/>
          </a:p>
        </p:txBody>
      </p:sp>
    </p:spTree>
    <p:extLst>
      <p:ext uri="{BB962C8B-B14F-4D97-AF65-F5344CB8AC3E}">
        <p14:creationId xmlns:p14="http://schemas.microsoft.com/office/powerpoint/2010/main" val="3042425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pPr marL="0" indent="0">
              <a:buNone/>
            </a:pPr>
            <a:r>
              <a:rPr lang="en-GB" dirty="0"/>
              <a:t>Sprites were originally a way to composite </a:t>
            </a:r>
            <a:br>
              <a:rPr lang="en-GB" dirty="0"/>
            </a:br>
            <a:r>
              <a:rPr lang="en-GB" dirty="0"/>
              <a:t>multiple images together using hardware.</a:t>
            </a:r>
            <a:br>
              <a:rPr lang="en-GB" dirty="0"/>
            </a:br>
            <a:br>
              <a:rPr lang="en-GB" dirty="0"/>
            </a:br>
            <a:r>
              <a:rPr lang="en-GB" dirty="0"/>
              <a:t>This optimization became unnecessary </a:t>
            </a:r>
            <a:br>
              <a:rPr lang="en-GB" dirty="0"/>
            </a:br>
            <a:r>
              <a:rPr lang="en-GB" dirty="0"/>
              <a:t>as processor speed improved.</a:t>
            </a:r>
            <a:br>
              <a:rPr lang="en-GB" dirty="0"/>
            </a:br>
            <a:br>
              <a:rPr lang="en-GB" dirty="0"/>
            </a:br>
            <a:r>
              <a:rPr lang="en-GB" dirty="0"/>
              <a:t>Today, sprites refer to the 2D images themselves.</a:t>
            </a:r>
            <a:br>
              <a:rPr lang="en-GB" dirty="0"/>
            </a:br>
            <a:br>
              <a:rPr lang="en-GB" dirty="0"/>
            </a:br>
            <a:r>
              <a:rPr lang="en-GB" dirty="0"/>
              <a:t>Various techniques have been implemented to </a:t>
            </a:r>
            <a:br>
              <a:rPr lang="en-GB" dirty="0"/>
            </a:br>
            <a:r>
              <a:rPr lang="en-GB" dirty="0"/>
              <a:t>modernize the application of sprites within games.</a:t>
            </a:r>
          </a:p>
        </p:txBody>
      </p:sp>
      <p:sp>
        <p:nvSpPr>
          <p:cNvPr id="3" name="Title 2"/>
          <p:cNvSpPr>
            <a:spLocks noGrp="1"/>
          </p:cNvSpPr>
          <p:nvPr>
            <p:ph type="title"/>
          </p:nvPr>
        </p:nvSpPr>
        <p:spPr/>
        <p:txBody>
          <a:bodyPr>
            <a:normAutofit/>
          </a:bodyPr>
          <a:lstStyle/>
          <a:p>
            <a:r>
              <a:rPr lang="en-GB" dirty="0"/>
              <a:t>Sprites </a:t>
            </a:r>
          </a:p>
        </p:txBody>
      </p:sp>
      <p:pic>
        <p:nvPicPr>
          <p:cNvPr id="2050" name="Picture 2" descr="C:\Android\cocos2d-x-3.10\tests\cpp-tests\Resources\spine\raptor.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72400" y="1508126"/>
            <a:ext cx="3978274" cy="397827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924801" y="5491480"/>
            <a:ext cx="2707480" cy="452120"/>
          </a:xfrm>
          <a:prstGeom prst="rect">
            <a:avLst/>
          </a:prstGeom>
        </p:spPr>
        <p:txBody>
          <a:bodyPr vert="horz" wrap="square" lIns="0" tIns="0" rIns="0" bIns="0" rtlCol="0" anchor="t">
            <a:normAutofit fontScale="55000" lnSpcReduction="20000"/>
          </a:bodyPr>
          <a:lstStyle/>
          <a:p>
            <a:pPr algn="ctr"/>
            <a:r>
              <a:rPr lang="en-GB" sz="2400" dirty="0"/>
              <a:t>Sprite sheets allow for complex sprites to be combined into a single image.</a:t>
            </a:r>
          </a:p>
          <a:p>
            <a:endParaRPr lang="en-GB" dirty="0"/>
          </a:p>
        </p:txBody>
      </p:sp>
    </p:spTree>
    <p:extLst>
      <p:ext uri="{BB962C8B-B14F-4D97-AF65-F5344CB8AC3E}">
        <p14:creationId xmlns:p14="http://schemas.microsoft.com/office/powerpoint/2010/main" val="1994700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pPr marL="0" indent="0">
              <a:buNone/>
            </a:pPr>
            <a:r>
              <a:rPr lang="en-GB" dirty="0"/>
              <a:t>Images can be defined by their type, size, channel information and color depth. </a:t>
            </a:r>
            <a:br>
              <a:rPr lang="en-GB" dirty="0"/>
            </a:br>
            <a:br>
              <a:rPr lang="en-GB" dirty="0"/>
            </a:br>
            <a:r>
              <a:rPr lang="en-GB" dirty="0"/>
              <a:t>The most commonly used types are as follows:</a:t>
            </a:r>
          </a:p>
          <a:p>
            <a:endParaRPr lang="en-GB" dirty="0"/>
          </a:p>
          <a:p>
            <a:endParaRPr lang="en-GB" dirty="0"/>
          </a:p>
          <a:p>
            <a:endParaRPr lang="en-GB" dirty="0"/>
          </a:p>
          <a:p>
            <a:endParaRPr lang="en-GB" dirty="0"/>
          </a:p>
          <a:p>
            <a:endParaRPr lang="en-GB" dirty="0"/>
          </a:p>
          <a:p>
            <a:endParaRPr lang="en-GB" dirty="0"/>
          </a:p>
          <a:p>
            <a:endParaRPr lang="en-GB" dirty="0"/>
          </a:p>
          <a:p>
            <a:pPr marL="0" indent="0">
              <a:buNone/>
            </a:pPr>
            <a:r>
              <a:rPr lang="en-GB" dirty="0"/>
              <a:t>PNG is typically used for most modern images as it supports up to 64 bits of color and lossless data compression.</a:t>
            </a:r>
          </a:p>
          <a:p>
            <a:endParaRPr lang="en-GB" dirty="0"/>
          </a:p>
        </p:txBody>
      </p:sp>
      <p:sp>
        <p:nvSpPr>
          <p:cNvPr id="3" name="Title 2"/>
          <p:cNvSpPr>
            <a:spLocks noGrp="1"/>
          </p:cNvSpPr>
          <p:nvPr>
            <p:ph type="title"/>
          </p:nvPr>
        </p:nvSpPr>
        <p:spPr/>
        <p:txBody>
          <a:bodyPr>
            <a:normAutofit/>
          </a:bodyPr>
          <a:lstStyle/>
          <a:p>
            <a:r>
              <a:rPr lang="en-GB" dirty="0"/>
              <a:t>2D Images: Characteristics</a:t>
            </a:r>
          </a:p>
        </p:txBody>
      </p:sp>
      <p:graphicFrame>
        <p:nvGraphicFramePr>
          <p:cNvPr id="4" name="Table 3"/>
          <p:cNvGraphicFramePr>
            <a:graphicFrameLocks noGrp="1"/>
          </p:cNvGraphicFramePr>
          <p:nvPr/>
        </p:nvGraphicFramePr>
        <p:xfrm>
          <a:off x="762000" y="2743200"/>
          <a:ext cx="8124824" cy="1854200"/>
        </p:xfrm>
        <a:graphic>
          <a:graphicData uri="http://schemas.openxmlformats.org/drawingml/2006/table">
            <a:tbl>
              <a:tblPr firstRow="1" bandRow="1">
                <a:tableStyleId>{5C22544A-7EE6-4342-B048-85BDC9FD1C3A}</a:tableStyleId>
              </a:tblPr>
              <a:tblGrid>
                <a:gridCol w="2031206">
                  <a:extLst>
                    <a:ext uri="{9D8B030D-6E8A-4147-A177-3AD203B41FA5}">
                      <a16:colId xmlns:a16="http://schemas.microsoft.com/office/drawing/2014/main" val="20000"/>
                    </a:ext>
                  </a:extLst>
                </a:gridCol>
                <a:gridCol w="2031206">
                  <a:extLst>
                    <a:ext uri="{9D8B030D-6E8A-4147-A177-3AD203B41FA5}">
                      <a16:colId xmlns:a16="http://schemas.microsoft.com/office/drawing/2014/main" val="20001"/>
                    </a:ext>
                  </a:extLst>
                </a:gridCol>
                <a:gridCol w="2031206">
                  <a:extLst>
                    <a:ext uri="{9D8B030D-6E8A-4147-A177-3AD203B41FA5}">
                      <a16:colId xmlns:a16="http://schemas.microsoft.com/office/drawing/2014/main" val="20002"/>
                    </a:ext>
                  </a:extLst>
                </a:gridCol>
                <a:gridCol w="2031206">
                  <a:extLst>
                    <a:ext uri="{9D8B030D-6E8A-4147-A177-3AD203B41FA5}">
                      <a16:colId xmlns:a16="http://schemas.microsoft.com/office/drawing/2014/main" val="20003"/>
                    </a:ext>
                  </a:extLst>
                </a:gridCol>
              </a:tblGrid>
              <a:tr h="370840">
                <a:tc>
                  <a:txBody>
                    <a:bodyPr/>
                    <a:lstStyle/>
                    <a:p>
                      <a:r>
                        <a:rPr lang="en-GB" dirty="0"/>
                        <a:t>Format</a:t>
                      </a:r>
                    </a:p>
                  </a:txBody>
                  <a:tcPr/>
                </a:tc>
                <a:tc>
                  <a:txBody>
                    <a:bodyPr/>
                    <a:lstStyle/>
                    <a:p>
                      <a:r>
                        <a:rPr lang="en-GB" dirty="0"/>
                        <a:t>Compression</a:t>
                      </a:r>
                    </a:p>
                  </a:txBody>
                  <a:tcPr/>
                </a:tc>
                <a:tc>
                  <a:txBody>
                    <a:bodyPr/>
                    <a:lstStyle/>
                    <a:p>
                      <a:r>
                        <a:rPr lang="en-GB" dirty="0"/>
                        <a:t>Color Depth</a:t>
                      </a:r>
                    </a:p>
                  </a:txBody>
                  <a:tcPr/>
                </a:tc>
                <a:tc>
                  <a:txBody>
                    <a:bodyPr/>
                    <a:lstStyle/>
                    <a:p>
                      <a:r>
                        <a:rPr lang="en-GB" dirty="0"/>
                        <a:t>Translucency</a:t>
                      </a:r>
                    </a:p>
                  </a:txBody>
                  <a:tcPr/>
                </a:tc>
                <a:extLst>
                  <a:ext uri="{0D108BD9-81ED-4DB2-BD59-A6C34878D82A}">
                    <a16:rowId xmlns:a16="http://schemas.microsoft.com/office/drawing/2014/main" val="10000"/>
                  </a:ext>
                </a:extLst>
              </a:tr>
              <a:tr h="370840">
                <a:tc>
                  <a:txBody>
                    <a:bodyPr/>
                    <a:lstStyle/>
                    <a:p>
                      <a:r>
                        <a:rPr lang="en-GB" dirty="0"/>
                        <a:t>.BMP</a:t>
                      </a:r>
                    </a:p>
                  </a:txBody>
                  <a:tcPr/>
                </a:tc>
                <a:tc>
                  <a:txBody>
                    <a:bodyPr/>
                    <a:lstStyle/>
                    <a:p>
                      <a:r>
                        <a:rPr lang="en-GB" dirty="0"/>
                        <a:t>None/Poor</a:t>
                      </a:r>
                    </a:p>
                  </a:txBody>
                  <a:tcPr/>
                </a:tc>
                <a:tc>
                  <a:txBody>
                    <a:bodyPr/>
                    <a:lstStyle/>
                    <a:p>
                      <a:r>
                        <a:rPr lang="en-GB" dirty="0"/>
                        <a:t>1,2,4,8,16,32</a:t>
                      </a:r>
                    </a:p>
                  </a:txBody>
                  <a:tcPr/>
                </a:tc>
                <a:tc>
                  <a:txBody>
                    <a:bodyPr/>
                    <a:lstStyle/>
                    <a:p>
                      <a:r>
                        <a:rPr lang="en-GB" dirty="0"/>
                        <a:t>Second Image</a:t>
                      </a:r>
                    </a:p>
                  </a:txBody>
                  <a:tcPr/>
                </a:tc>
                <a:extLst>
                  <a:ext uri="{0D108BD9-81ED-4DB2-BD59-A6C34878D82A}">
                    <a16:rowId xmlns:a16="http://schemas.microsoft.com/office/drawing/2014/main" val="10001"/>
                  </a:ext>
                </a:extLst>
              </a:tr>
              <a:tr h="370840">
                <a:tc>
                  <a:txBody>
                    <a:bodyPr/>
                    <a:lstStyle/>
                    <a:p>
                      <a:r>
                        <a:rPr lang="en-GB" dirty="0"/>
                        <a:t>.JPG</a:t>
                      </a:r>
                    </a:p>
                  </a:txBody>
                  <a:tcPr/>
                </a:tc>
                <a:tc>
                  <a:txBody>
                    <a:bodyPr/>
                    <a:lstStyle/>
                    <a:p>
                      <a:r>
                        <a:rPr lang="en-GB" dirty="0" err="1"/>
                        <a:t>Lossy</a:t>
                      </a:r>
                      <a:r>
                        <a:rPr lang="en-GB" dirty="0"/>
                        <a:t>/Good</a:t>
                      </a:r>
                    </a:p>
                  </a:txBody>
                  <a:tcPr/>
                </a:tc>
                <a:tc>
                  <a:txBody>
                    <a:bodyPr/>
                    <a:lstStyle/>
                    <a:p>
                      <a:r>
                        <a:rPr lang="en-GB" dirty="0"/>
                        <a:t>8,12,24</a:t>
                      </a:r>
                    </a:p>
                  </a:txBody>
                  <a:tcPr/>
                </a:tc>
                <a:tc>
                  <a:txBody>
                    <a:bodyPr/>
                    <a:lstStyle/>
                    <a:p>
                      <a:r>
                        <a:rPr lang="en-GB" dirty="0"/>
                        <a:t>No</a:t>
                      </a:r>
                    </a:p>
                  </a:txBody>
                  <a:tcPr/>
                </a:tc>
                <a:extLst>
                  <a:ext uri="{0D108BD9-81ED-4DB2-BD59-A6C34878D82A}">
                    <a16:rowId xmlns:a16="http://schemas.microsoft.com/office/drawing/2014/main" val="10002"/>
                  </a:ext>
                </a:extLst>
              </a:tr>
              <a:tr h="370840">
                <a:tc>
                  <a:txBody>
                    <a:bodyPr/>
                    <a:lstStyle/>
                    <a:p>
                      <a:r>
                        <a:rPr lang="en-GB" dirty="0"/>
                        <a:t>.GIF</a:t>
                      </a:r>
                    </a:p>
                  </a:txBody>
                  <a:tcPr/>
                </a:tc>
                <a:tc>
                  <a:txBody>
                    <a:bodyPr/>
                    <a:lstStyle/>
                    <a:p>
                      <a:r>
                        <a:rPr lang="en-GB" dirty="0"/>
                        <a:t>Poor</a:t>
                      </a:r>
                    </a:p>
                  </a:txBody>
                  <a:tcPr/>
                </a:tc>
                <a:tc>
                  <a:txBody>
                    <a:bodyPr/>
                    <a:lstStyle/>
                    <a:p>
                      <a:r>
                        <a:rPr lang="en-GB" dirty="0"/>
                        <a:t>1,2,3,4,5,6,7,8</a:t>
                      </a:r>
                    </a:p>
                  </a:txBody>
                  <a:tcPr/>
                </a:tc>
                <a:tc>
                  <a:txBody>
                    <a:bodyPr/>
                    <a:lstStyle/>
                    <a:p>
                      <a:r>
                        <a:rPr lang="en-GB" dirty="0"/>
                        <a:t>No</a:t>
                      </a:r>
                    </a:p>
                  </a:txBody>
                  <a:tcPr/>
                </a:tc>
                <a:extLst>
                  <a:ext uri="{0D108BD9-81ED-4DB2-BD59-A6C34878D82A}">
                    <a16:rowId xmlns:a16="http://schemas.microsoft.com/office/drawing/2014/main" val="10003"/>
                  </a:ext>
                </a:extLst>
              </a:tr>
              <a:tr h="370840">
                <a:tc>
                  <a:txBody>
                    <a:bodyPr/>
                    <a:lstStyle/>
                    <a:p>
                      <a:r>
                        <a:rPr lang="en-GB" dirty="0"/>
                        <a:t>.PNG</a:t>
                      </a:r>
                    </a:p>
                  </a:txBody>
                  <a:tcPr/>
                </a:tc>
                <a:tc>
                  <a:txBody>
                    <a:bodyPr/>
                    <a:lstStyle/>
                    <a:p>
                      <a:r>
                        <a:rPr lang="en-GB" dirty="0"/>
                        <a:t>Lossless/Good</a:t>
                      </a:r>
                    </a:p>
                  </a:txBody>
                  <a:tcPr/>
                </a:tc>
                <a:tc>
                  <a:txBody>
                    <a:bodyPr/>
                    <a:lstStyle/>
                    <a:p>
                      <a:r>
                        <a:rPr lang="en-GB" dirty="0"/>
                        <a:t>1,2,4,8,16,32,64</a:t>
                      </a:r>
                    </a:p>
                  </a:txBody>
                  <a:tcPr/>
                </a:tc>
                <a:tc>
                  <a:txBody>
                    <a:bodyPr/>
                    <a:lstStyle/>
                    <a:p>
                      <a:r>
                        <a:rPr lang="en-GB" dirty="0"/>
                        <a:t>Yes</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71281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6" y="1440000"/>
            <a:ext cx="8431535" cy="4680000"/>
          </a:xfrm>
        </p:spPr>
        <p:txBody>
          <a:bodyPr/>
          <a:lstStyle/>
          <a:p>
            <a:pPr marL="0" indent="0">
              <a:buNone/>
            </a:pPr>
            <a:endParaRPr lang="en-GB" dirty="0"/>
          </a:p>
          <a:p>
            <a:pPr marL="0" indent="0">
              <a:buNone/>
            </a:pPr>
            <a:r>
              <a:rPr lang="en-GB" dirty="0"/>
              <a:t>Through the 1980s, graphics processing power grew exponentially.</a:t>
            </a:r>
            <a:br>
              <a:rPr lang="en-GB" dirty="0"/>
            </a:br>
            <a:br>
              <a:rPr lang="en-GB" dirty="0"/>
            </a:br>
            <a:r>
              <a:rPr lang="en-GB" dirty="0"/>
              <a:t>Advancements in the 1990s brought about 3D polygons.</a:t>
            </a:r>
            <a:br>
              <a:rPr lang="en-GB" dirty="0"/>
            </a:br>
            <a:br>
              <a:rPr lang="en-GB" dirty="0"/>
            </a:br>
            <a:r>
              <a:rPr lang="en-GB" dirty="0"/>
              <a:t>A polygon is defined from a set of vertices. </a:t>
            </a:r>
            <a:br>
              <a:rPr lang="en-GB" dirty="0"/>
            </a:br>
            <a:br>
              <a:rPr lang="en-GB" dirty="0"/>
            </a:br>
            <a:r>
              <a:rPr lang="en-GB" dirty="0"/>
              <a:t>Meshes and models are formed from multiple vertices.</a:t>
            </a:r>
            <a:br>
              <a:rPr lang="en-GB" dirty="0"/>
            </a:br>
            <a:br>
              <a:rPr lang="en-GB" dirty="0"/>
            </a:br>
            <a:r>
              <a:rPr lang="en-GB" dirty="0"/>
              <a:t>Low Poly models are made from a low number of vertices, and therefore a low number of polygons.</a:t>
            </a:r>
          </a:p>
          <a:p>
            <a:endParaRPr lang="en-GB" dirty="0"/>
          </a:p>
          <a:p>
            <a:endParaRPr lang="en-GB" dirty="0"/>
          </a:p>
          <a:p>
            <a:endParaRPr lang="en-GB" dirty="0"/>
          </a:p>
          <a:p>
            <a:endParaRPr lang="en-GB" dirty="0"/>
          </a:p>
          <a:p>
            <a:endParaRPr lang="en-GB" dirty="0"/>
          </a:p>
          <a:p>
            <a:endParaRPr lang="en-GB" dirty="0"/>
          </a:p>
          <a:p>
            <a:endParaRPr lang="en-GB" dirty="0"/>
          </a:p>
        </p:txBody>
      </p:sp>
      <p:sp>
        <p:nvSpPr>
          <p:cNvPr id="3" name="Title 2"/>
          <p:cNvSpPr>
            <a:spLocks noGrp="1"/>
          </p:cNvSpPr>
          <p:nvPr>
            <p:ph type="title"/>
          </p:nvPr>
        </p:nvSpPr>
        <p:spPr/>
        <p:txBody>
          <a:bodyPr>
            <a:normAutofit/>
          </a:bodyPr>
          <a:lstStyle/>
          <a:p>
            <a:r>
              <a:rPr lang="en-GB" dirty="0"/>
              <a:t>Polygons</a:t>
            </a:r>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0199" y="2057400"/>
            <a:ext cx="2460539" cy="22709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9448801" y="4419600"/>
            <a:ext cx="1820817" cy="457200"/>
          </a:xfrm>
          <a:prstGeom prst="rect">
            <a:avLst/>
          </a:prstGeom>
        </p:spPr>
        <p:txBody>
          <a:bodyPr vert="horz" wrap="square" lIns="0" tIns="0" rIns="0" bIns="0" rtlCol="0" anchor="t">
            <a:normAutofit fontScale="77500" lnSpcReduction="20000"/>
          </a:bodyPr>
          <a:lstStyle/>
          <a:p>
            <a:pPr algn="ctr"/>
            <a:r>
              <a:rPr lang="en-GB" dirty="0"/>
              <a:t>A wireframe sphere, made up of 482 vertices. </a:t>
            </a:r>
          </a:p>
          <a:p>
            <a:endParaRPr lang="en-GB" dirty="0"/>
          </a:p>
        </p:txBody>
      </p:sp>
    </p:spTree>
    <p:extLst>
      <p:ext uri="{BB962C8B-B14F-4D97-AF65-F5344CB8AC3E}">
        <p14:creationId xmlns:p14="http://schemas.microsoft.com/office/powerpoint/2010/main" val="3640137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440000"/>
            <a:ext cx="7738196" cy="4680000"/>
          </a:xfrm>
        </p:spPr>
        <p:txBody>
          <a:bodyPr/>
          <a:lstStyle/>
          <a:p>
            <a:pPr marL="0" indent="0">
              <a:buNone/>
            </a:pPr>
            <a:endParaRPr lang="en-GB" dirty="0"/>
          </a:p>
          <a:p>
            <a:pPr marL="0" indent="0">
              <a:buNone/>
            </a:pPr>
            <a:r>
              <a:rPr lang="en-GB" dirty="0"/>
              <a:t>In 3D games, images play an important role in texturing 3D objects.</a:t>
            </a:r>
            <a:br>
              <a:rPr lang="en-GB" dirty="0"/>
            </a:br>
            <a:br>
              <a:rPr lang="en-GB" dirty="0"/>
            </a:br>
            <a:r>
              <a:rPr lang="en-GB" dirty="0"/>
              <a:t>The example on the right shows how a single image </a:t>
            </a:r>
            <a:br>
              <a:rPr lang="en-GB" dirty="0"/>
            </a:br>
            <a:r>
              <a:rPr lang="en-GB" dirty="0"/>
              <a:t>contains textures for a skeletal model.</a:t>
            </a:r>
            <a:br>
              <a:rPr lang="en-GB" dirty="0"/>
            </a:br>
            <a:br>
              <a:rPr lang="en-GB" dirty="0"/>
            </a:br>
            <a:r>
              <a:rPr lang="en-GB" dirty="0"/>
              <a:t>UV/UVW is the method usually used to map textures </a:t>
            </a:r>
            <a:br>
              <a:rPr lang="en-GB" dirty="0"/>
            </a:br>
            <a:r>
              <a:rPr lang="en-GB" dirty="0"/>
              <a:t>to 3D objects.</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p:txBody>
      </p:sp>
      <p:sp>
        <p:nvSpPr>
          <p:cNvPr id="3" name="Title 2"/>
          <p:cNvSpPr>
            <a:spLocks noGrp="1"/>
          </p:cNvSpPr>
          <p:nvPr>
            <p:ph type="title"/>
          </p:nvPr>
        </p:nvSpPr>
        <p:spPr/>
        <p:txBody>
          <a:bodyPr>
            <a:normAutofit/>
          </a:bodyPr>
          <a:lstStyle/>
          <a:p>
            <a:r>
              <a:rPr lang="en-GB" dirty="0"/>
              <a:t>2d Images: Textures</a:t>
            </a:r>
          </a:p>
        </p:txBody>
      </p:sp>
      <p:pic>
        <p:nvPicPr>
          <p:cNvPr id="3074" name="Picture 2" descr="C:\Android\cocos2d-x-3.10\tests\cpp-tests\Resources\Sprite3DTest\body.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2200" y="457200"/>
            <a:ext cx="2438400" cy="243840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p:cNvCxnSpPr>
            <a:stCxn id="3074" idx="2"/>
            <a:endCxn id="7" idx="0"/>
          </p:cNvCxnSpPr>
          <p:nvPr/>
        </p:nvCxnSpPr>
        <p:spPr>
          <a:xfrm>
            <a:off x="9931400" y="2895600"/>
            <a:ext cx="5596" cy="736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7" name="Picture 6"/>
          <p:cNvPicPr/>
          <p:nvPr/>
        </p:nvPicPr>
        <p:blipFill rotWithShape="1">
          <a:blip r:embed="rId4" cstate="print">
            <a:extLst>
              <a:ext uri="{28A0092B-C50C-407E-A947-70E740481C1C}">
                <a14:useLocalDpi xmlns:a14="http://schemas.microsoft.com/office/drawing/2010/main" val="0"/>
              </a:ext>
            </a:extLst>
          </a:blip>
          <a:srcRect l="31494" t="18918" r="40511" b="21595"/>
          <a:stretch/>
        </p:blipFill>
        <p:spPr bwMode="auto">
          <a:xfrm>
            <a:off x="8980091" y="3632200"/>
            <a:ext cx="1913811" cy="228735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97897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6" y="1440000"/>
            <a:ext cx="6221735" cy="4680000"/>
          </a:xfrm>
        </p:spPr>
        <p:txBody>
          <a:bodyPr/>
          <a:lstStyle/>
          <a:p>
            <a:pPr marL="0" indent="0">
              <a:buNone/>
            </a:pPr>
            <a:endParaRPr lang="en-GB" dirty="0"/>
          </a:p>
          <a:p>
            <a:pPr marL="0" indent="0">
              <a:buNone/>
            </a:pPr>
            <a:r>
              <a:rPr lang="en-GB" dirty="0"/>
              <a:t>One of the first games using 3D polygons was Battlezone. </a:t>
            </a:r>
            <a:br>
              <a:rPr lang="en-GB" dirty="0"/>
            </a:br>
            <a:br>
              <a:rPr lang="en-GB" dirty="0"/>
            </a:br>
            <a:r>
              <a:rPr lang="en-GB" dirty="0"/>
              <a:t>The rise of modular PCs allowed the use of VGA graphics in games.</a:t>
            </a:r>
            <a:br>
              <a:rPr lang="en-GB" dirty="0"/>
            </a:br>
            <a:br>
              <a:rPr lang="en-GB" dirty="0"/>
            </a:br>
            <a:r>
              <a:rPr lang="en-GB" dirty="0"/>
              <a:t>Games like Super Mario 64, Final Fantasy 7, Crash Bandicoot and Ridge Racer were early commercial successes that mastered 3D polygons.</a:t>
            </a:r>
          </a:p>
          <a:p>
            <a:endParaRPr lang="en-GB" dirty="0"/>
          </a:p>
          <a:p>
            <a:endParaRPr lang="en-GB" dirty="0"/>
          </a:p>
          <a:p>
            <a:endParaRPr lang="en-GB" dirty="0"/>
          </a:p>
          <a:p>
            <a:endParaRPr lang="en-GB" dirty="0"/>
          </a:p>
        </p:txBody>
      </p:sp>
      <p:sp>
        <p:nvSpPr>
          <p:cNvPr id="3" name="Title 2"/>
          <p:cNvSpPr>
            <a:spLocks noGrp="1"/>
          </p:cNvSpPr>
          <p:nvPr>
            <p:ph type="title"/>
          </p:nvPr>
        </p:nvSpPr>
        <p:spPr/>
        <p:txBody>
          <a:bodyPr>
            <a:normAutofit/>
          </a:bodyPr>
          <a:lstStyle/>
          <a:p>
            <a:r>
              <a:rPr lang="en-GB" dirty="0"/>
              <a:t>Polygons in Games</a:t>
            </a:r>
          </a:p>
        </p:txBody>
      </p:sp>
      <p:pic>
        <p:nvPicPr>
          <p:cNvPr id="4098" name="Picture 2" descr="C:\Users\robsar01\Pictures\Gaming LiB items\Open Source gaming Images\Battlezone.png"/>
          <p:cNvPicPr>
            <a:picLocks noChangeAspect="1" noChangeArrowheads="1"/>
          </p:cNvPicPr>
          <p:nvPr/>
        </p:nvPicPr>
        <p:blipFill rotWithShape="1">
          <a:blip r:embed="rId3">
            <a:extLst>
              <a:ext uri="{28A0092B-C50C-407E-A947-70E740481C1C}">
                <a14:useLocalDpi xmlns:a14="http://schemas.microsoft.com/office/drawing/2010/main" val="0"/>
              </a:ext>
            </a:extLst>
          </a:blip>
          <a:srcRect t="21052"/>
          <a:stretch/>
        </p:blipFill>
        <p:spPr bwMode="auto">
          <a:xfrm>
            <a:off x="7363566" y="2012415"/>
            <a:ext cx="3864751" cy="228122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8114841" y="4643609"/>
            <a:ext cx="2362200" cy="533400"/>
          </a:xfrm>
          <a:prstGeom prst="rect">
            <a:avLst/>
          </a:prstGeom>
        </p:spPr>
        <p:txBody>
          <a:bodyPr vert="horz" wrap="square" lIns="0" tIns="0" rIns="0" bIns="0" rtlCol="0" anchor="t">
            <a:normAutofit/>
          </a:bodyPr>
          <a:lstStyle/>
          <a:p>
            <a:pPr algn="ctr"/>
            <a:r>
              <a:rPr lang="en-GB" sz="1300" dirty="0"/>
              <a:t>Atari’s </a:t>
            </a:r>
            <a:r>
              <a:rPr lang="en-GB" sz="1300" dirty="0" err="1"/>
              <a:t>Battlezone</a:t>
            </a:r>
            <a:r>
              <a:rPr lang="en-GB" sz="1300" dirty="0"/>
              <a:t> (1980) was made from 3D polygons.</a:t>
            </a:r>
          </a:p>
          <a:p>
            <a:endParaRPr lang="en-GB" dirty="0"/>
          </a:p>
        </p:txBody>
      </p:sp>
    </p:spTree>
    <p:extLst>
      <p:ext uri="{BB962C8B-B14F-4D97-AF65-F5344CB8AC3E}">
        <p14:creationId xmlns:p14="http://schemas.microsoft.com/office/powerpoint/2010/main" val="2773061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440000"/>
            <a:ext cx="11403335" cy="4680000"/>
          </a:xfrm>
        </p:spPr>
        <p:txBody>
          <a:bodyPr/>
          <a:lstStyle/>
          <a:p>
            <a:pPr marL="0" indent="0">
              <a:buNone/>
            </a:pPr>
            <a:endParaRPr lang="en-GB" dirty="0"/>
          </a:p>
          <a:p>
            <a:pPr marL="0" indent="0">
              <a:buNone/>
            </a:pPr>
            <a:r>
              <a:rPr lang="en-GB" dirty="0"/>
              <a:t>3D modeling is the technique of developing a three-dimensional object by mathematically setting vertices. </a:t>
            </a:r>
            <a:br>
              <a:rPr lang="en-GB" dirty="0"/>
            </a:br>
            <a:br>
              <a:rPr lang="en-GB" dirty="0"/>
            </a:br>
            <a:r>
              <a:rPr lang="en-GB" dirty="0"/>
              <a:t>This is typically done with specialist software.</a:t>
            </a:r>
            <a:br>
              <a:rPr lang="en-GB" dirty="0"/>
            </a:br>
            <a:br>
              <a:rPr lang="en-GB" dirty="0"/>
            </a:br>
            <a:r>
              <a:rPr lang="en-GB" dirty="0"/>
              <a:t>For performance considerations you want as few vertices as possible</a:t>
            </a:r>
            <a:br>
              <a:rPr lang="en-GB" dirty="0"/>
            </a:br>
            <a:br>
              <a:rPr lang="en-GB" dirty="0"/>
            </a:br>
            <a:r>
              <a:rPr lang="en-GB" dirty="0"/>
              <a:t>Good artistic design, accurate UV modeling and competent 3D modeling allow a creator to overcome low poly models. </a:t>
            </a:r>
          </a:p>
          <a:p>
            <a:endParaRPr lang="en-GB" dirty="0"/>
          </a:p>
        </p:txBody>
      </p:sp>
      <p:sp>
        <p:nvSpPr>
          <p:cNvPr id="3" name="Title 2"/>
          <p:cNvSpPr>
            <a:spLocks noGrp="1"/>
          </p:cNvSpPr>
          <p:nvPr>
            <p:ph type="title"/>
          </p:nvPr>
        </p:nvSpPr>
        <p:spPr/>
        <p:txBody>
          <a:bodyPr>
            <a:normAutofit/>
          </a:bodyPr>
          <a:lstStyle/>
          <a:p>
            <a:r>
              <a:rPr lang="en-GB" dirty="0"/>
              <a:t>3D Modeling</a:t>
            </a:r>
            <a:endParaRPr lang="en-GB" dirty="0">
              <a:solidFill>
                <a:srgbClr val="FF0000"/>
              </a:solidFill>
            </a:endParaRPr>
          </a:p>
        </p:txBody>
      </p:sp>
    </p:spTree>
    <p:extLst>
      <p:ext uri="{BB962C8B-B14F-4D97-AF65-F5344CB8AC3E}">
        <p14:creationId xmlns:p14="http://schemas.microsoft.com/office/powerpoint/2010/main" val="3757700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7315200" y="533400"/>
            <a:ext cx="4204812" cy="2774390"/>
          </a:xfrm>
        </p:spPr>
      </p:pic>
      <p:sp>
        <p:nvSpPr>
          <p:cNvPr id="3" name="Title 2"/>
          <p:cNvSpPr>
            <a:spLocks noGrp="1"/>
          </p:cNvSpPr>
          <p:nvPr>
            <p:ph type="title"/>
          </p:nvPr>
        </p:nvSpPr>
        <p:spPr/>
        <p:txBody>
          <a:bodyPr>
            <a:normAutofit/>
          </a:bodyPr>
          <a:lstStyle/>
          <a:p>
            <a:r>
              <a:rPr lang="en-GB" dirty="0"/>
              <a:t>Low Polygon Models</a:t>
            </a:r>
          </a:p>
        </p:txBody>
      </p:sp>
      <p:sp>
        <p:nvSpPr>
          <p:cNvPr id="5" name="TextBox 4"/>
          <p:cNvSpPr txBox="1"/>
          <p:nvPr/>
        </p:nvSpPr>
        <p:spPr>
          <a:xfrm>
            <a:off x="8382000" y="3352800"/>
            <a:ext cx="2209800" cy="457200"/>
          </a:xfrm>
          <a:prstGeom prst="rect">
            <a:avLst/>
          </a:prstGeom>
        </p:spPr>
        <p:txBody>
          <a:bodyPr vert="horz" wrap="square" lIns="0" tIns="0" rIns="0" bIns="0" rtlCol="0" anchor="t">
            <a:normAutofit/>
          </a:bodyPr>
          <a:lstStyle/>
          <a:p>
            <a:endParaRPr lang="en-GB" dirty="0"/>
          </a:p>
        </p:txBody>
      </p:sp>
      <p:sp>
        <p:nvSpPr>
          <p:cNvPr id="6" name="Content Placeholder 1"/>
          <p:cNvSpPr txBox="1">
            <a:spLocks/>
          </p:cNvSpPr>
          <p:nvPr/>
        </p:nvSpPr>
        <p:spPr>
          <a:xfrm>
            <a:off x="483865" y="1440000"/>
            <a:ext cx="11154300" cy="46800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ClrTx/>
              <a:buNone/>
            </a:pPr>
            <a:endParaRPr lang="en-GB" sz="2000" dirty="0">
              <a:latin typeface="+mn-lt"/>
            </a:endParaRPr>
          </a:p>
          <a:p>
            <a:pPr marL="0" indent="0">
              <a:buClrTx/>
              <a:buNone/>
            </a:pPr>
            <a:r>
              <a:rPr lang="en-GB" sz="2000" dirty="0">
                <a:latin typeface="+mn-lt"/>
              </a:rPr>
              <a:t>It is possible to create aesthetically pleasing</a:t>
            </a:r>
            <a:br>
              <a:rPr lang="en-GB" sz="2000" dirty="0">
                <a:latin typeface="+mn-lt"/>
              </a:rPr>
            </a:br>
            <a:r>
              <a:rPr lang="en-GB" sz="2000" dirty="0">
                <a:latin typeface="+mn-lt"/>
              </a:rPr>
              <a:t>low poly models.</a:t>
            </a:r>
            <a:br>
              <a:rPr lang="en-GB" sz="2000" dirty="0">
                <a:latin typeface="+mn-lt"/>
              </a:rPr>
            </a:br>
            <a:endParaRPr lang="en-GB" sz="2000" dirty="0">
              <a:latin typeface="+mn-lt"/>
            </a:endParaRPr>
          </a:p>
          <a:p>
            <a:pPr marL="0" indent="0">
              <a:buClrTx/>
              <a:buNone/>
            </a:pPr>
            <a:r>
              <a:rPr lang="en-GB" sz="2000" dirty="0">
                <a:latin typeface="+mn-lt"/>
              </a:rPr>
              <a:t>The primary goal is to eliminate overdraw.</a:t>
            </a:r>
          </a:p>
          <a:p>
            <a:pPr>
              <a:buClrTx/>
              <a:buFont typeface="Arial" panose="020B0604020202020204" pitchFamily="34" charset="0"/>
              <a:buChar char="•"/>
            </a:pPr>
            <a:endParaRPr lang="en-GB" sz="2000" dirty="0">
              <a:latin typeface="+mn-lt"/>
            </a:endParaRPr>
          </a:p>
          <a:p>
            <a:pPr marL="0" indent="0">
              <a:buClrTx/>
              <a:buNone/>
            </a:pPr>
            <a:r>
              <a:rPr lang="en-GB" sz="2000" dirty="0">
                <a:latin typeface="+mn-lt"/>
              </a:rPr>
              <a:t>In this example, it is essential to use </a:t>
            </a:r>
            <a:br>
              <a:rPr lang="en-GB" sz="2000" dirty="0">
                <a:latin typeface="+mn-lt"/>
              </a:rPr>
            </a:br>
            <a:r>
              <a:rPr lang="en-GB" sz="2000" dirty="0">
                <a:latin typeface="+mn-lt"/>
              </a:rPr>
              <a:t>good artistic direction and various lighting effects.</a:t>
            </a:r>
          </a:p>
          <a:p>
            <a:endParaRPr lang="en-GB" sz="2000" dirty="0"/>
          </a:p>
          <a:p>
            <a:pPr marL="0" indent="0">
              <a:buNone/>
            </a:pPr>
            <a:br>
              <a:rPr lang="en-GB" sz="2000" dirty="0"/>
            </a:br>
            <a:endParaRPr lang="en-GB" sz="2000" dirty="0"/>
          </a:p>
        </p:txBody>
      </p:sp>
      <p:sp>
        <p:nvSpPr>
          <p:cNvPr id="7" name="TextBox 6"/>
          <p:cNvSpPr txBox="1"/>
          <p:nvPr/>
        </p:nvSpPr>
        <p:spPr>
          <a:xfrm>
            <a:off x="7772400" y="3352800"/>
            <a:ext cx="3505200" cy="482990"/>
          </a:xfrm>
          <a:prstGeom prst="rect">
            <a:avLst/>
          </a:prstGeom>
        </p:spPr>
        <p:txBody>
          <a:bodyPr vert="horz" wrap="square" lIns="0" tIns="0" rIns="0" bIns="0" rtlCol="0" anchor="t">
            <a:normAutofit/>
          </a:bodyPr>
          <a:lstStyle/>
          <a:p>
            <a:pPr algn="ctr"/>
            <a:r>
              <a:rPr lang="en-GB" sz="1300" dirty="0"/>
              <a:t>The above model is 334 polygons.</a:t>
            </a:r>
          </a:p>
          <a:p>
            <a:endParaRPr lang="en-GB" dirty="0"/>
          </a:p>
        </p:txBody>
      </p:sp>
    </p:spTree>
    <p:extLst>
      <p:ext uri="{BB962C8B-B14F-4D97-AF65-F5344CB8AC3E}">
        <p14:creationId xmlns:p14="http://schemas.microsoft.com/office/powerpoint/2010/main" val="4172155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pPr marL="0" indent="0">
              <a:buNone/>
            </a:pPr>
            <a:r>
              <a:rPr lang="en-GB" dirty="0"/>
              <a:t>A UV is a set of two-dimensional coordinates for textures </a:t>
            </a:r>
            <a:br>
              <a:rPr lang="en-GB" dirty="0"/>
            </a:br>
            <a:r>
              <a:rPr lang="en-GB" dirty="0"/>
              <a:t>that define how an image texture is connected </a:t>
            </a:r>
            <a:br>
              <a:rPr lang="en-GB" dirty="0"/>
            </a:br>
            <a:r>
              <a:rPr lang="en-GB" dirty="0"/>
              <a:t>to the surface mesh.</a:t>
            </a:r>
            <a:br>
              <a:rPr lang="en-GB" dirty="0"/>
            </a:br>
            <a:br>
              <a:rPr lang="en-GB" dirty="0"/>
            </a:br>
            <a:r>
              <a:rPr lang="en-GB" dirty="0"/>
              <a:t>UV coordinates have values between 0.0 and 1.0.</a:t>
            </a:r>
            <a:br>
              <a:rPr lang="en-GB" dirty="0"/>
            </a:br>
            <a:br>
              <a:rPr lang="en-GB" dirty="0"/>
            </a:br>
            <a:r>
              <a:rPr lang="en-GB" dirty="0"/>
              <a:t>Typically, UV mapping is completed within a </a:t>
            </a:r>
            <a:br>
              <a:rPr lang="en-GB" dirty="0"/>
            </a:br>
            <a:r>
              <a:rPr lang="en-GB" dirty="0"/>
              <a:t>third party 3D modeling tool.</a:t>
            </a:r>
            <a:br>
              <a:rPr lang="en-GB" dirty="0"/>
            </a:br>
            <a:br>
              <a:rPr lang="en-GB" dirty="0"/>
            </a:br>
            <a:r>
              <a:rPr lang="en-GB" dirty="0"/>
              <a:t>Utilizing 3D modeling competency and skilful UV </a:t>
            </a:r>
            <a:br>
              <a:rPr lang="en-GB" dirty="0"/>
            </a:br>
            <a:r>
              <a:rPr lang="en-GB" dirty="0"/>
              <a:t>mapped textures, it is possible to optimize performance.</a:t>
            </a:r>
          </a:p>
        </p:txBody>
      </p:sp>
      <p:sp>
        <p:nvSpPr>
          <p:cNvPr id="3" name="Title 2"/>
          <p:cNvSpPr>
            <a:spLocks noGrp="1"/>
          </p:cNvSpPr>
          <p:nvPr>
            <p:ph type="title"/>
          </p:nvPr>
        </p:nvSpPr>
        <p:spPr/>
        <p:txBody>
          <a:bodyPr>
            <a:normAutofit/>
          </a:bodyPr>
          <a:lstStyle/>
          <a:p>
            <a:r>
              <a:rPr lang="en-GB" dirty="0"/>
              <a:t>UV Mapping: Overview</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96401" y="762000"/>
            <a:ext cx="2207507" cy="18526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96400" y="3235430"/>
            <a:ext cx="2209800" cy="2141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9525000" y="2667000"/>
            <a:ext cx="1638300" cy="190500"/>
          </a:xfrm>
          <a:prstGeom prst="rect">
            <a:avLst/>
          </a:prstGeom>
        </p:spPr>
        <p:txBody>
          <a:bodyPr vert="horz" wrap="square" lIns="0" tIns="0" rIns="0" bIns="0" rtlCol="0" anchor="t">
            <a:normAutofit fontScale="92500" lnSpcReduction="20000"/>
          </a:bodyPr>
          <a:lstStyle/>
          <a:p>
            <a:pPr algn="ctr"/>
            <a:r>
              <a:rPr lang="en-GB" sz="1500" dirty="0"/>
              <a:t>A cube</a:t>
            </a:r>
          </a:p>
          <a:p>
            <a:endParaRPr lang="en-GB" dirty="0"/>
          </a:p>
        </p:txBody>
      </p:sp>
      <p:sp>
        <p:nvSpPr>
          <p:cNvPr id="8" name="TextBox 7"/>
          <p:cNvSpPr txBox="1"/>
          <p:nvPr/>
        </p:nvSpPr>
        <p:spPr>
          <a:xfrm>
            <a:off x="9296400" y="5486400"/>
            <a:ext cx="2057400" cy="511280"/>
          </a:xfrm>
          <a:prstGeom prst="rect">
            <a:avLst/>
          </a:prstGeom>
        </p:spPr>
        <p:txBody>
          <a:bodyPr vert="horz" wrap="square" lIns="0" tIns="0" rIns="0" bIns="0" rtlCol="0" anchor="t">
            <a:normAutofit fontScale="62500" lnSpcReduction="20000"/>
          </a:bodyPr>
          <a:lstStyle/>
          <a:p>
            <a:pPr algn="ctr"/>
            <a:r>
              <a:rPr lang="en-GB" sz="2100" dirty="0"/>
              <a:t>The unwrapped UV coordinates of the above cube</a:t>
            </a:r>
          </a:p>
          <a:p>
            <a:endParaRPr lang="en-GB" dirty="0"/>
          </a:p>
        </p:txBody>
      </p:sp>
    </p:spTree>
    <p:extLst>
      <p:ext uri="{BB962C8B-B14F-4D97-AF65-F5344CB8AC3E}">
        <p14:creationId xmlns:p14="http://schemas.microsoft.com/office/powerpoint/2010/main" val="4834038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6" y="1440000"/>
            <a:ext cx="6831335" cy="4680000"/>
          </a:xfrm>
        </p:spPr>
        <p:txBody>
          <a:bodyPr/>
          <a:lstStyle/>
          <a:p>
            <a:pPr marL="0" indent="0">
              <a:buNone/>
            </a:pPr>
            <a:endParaRPr lang="en-GB" dirty="0"/>
          </a:p>
          <a:p>
            <a:pPr marL="0" indent="0">
              <a:buNone/>
            </a:pPr>
            <a:r>
              <a:rPr lang="en-GB" dirty="0"/>
              <a:t>Texture mapping is specifically mapping a 2D </a:t>
            </a:r>
            <a:br>
              <a:rPr lang="en-GB" dirty="0"/>
            </a:br>
            <a:r>
              <a:rPr lang="en-GB" dirty="0"/>
              <a:t>image to the UV coordinates of a 3D model.</a:t>
            </a:r>
            <a:br>
              <a:rPr lang="en-GB" dirty="0"/>
            </a:br>
            <a:br>
              <a:rPr lang="en-GB" dirty="0"/>
            </a:br>
            <a:r>
              <a:rPr lang="en-GB" dirty="0"/>
              <a:t>Diffuse maps are the most widely used type of texture map.</a:t>
            </a:r>
            <a:br>
              <a:rPr lang="en-GB" dirty="0"/>
            </a:br>
            <a:br>
              <a:rPr lang="en-GB" dirty="0"/>
            </a:br>
            <a:r>
              <a:rPr lang="en-GB" dirty="0"/>
              <a:t>The diffuse map essentially paints the color </a:t>
            </a:r>
            <a:br>
              <a:rPr lang="en-GB" dirty="0"/>
            </a:br>
            <a:r>
              <a:rPr lang="en-GB" dirty="0"/>
              <a:t>onto the UV coordinates. </a:t>
            </a:r>
            <a:br>
              <a:rPr lang="en-GB" dirty="0"/>
            </a:br>
            <a:br>
              <a:rPr lang="en-GB" dirty="0"/>
            </a:br>
            <a:r>
              <a:rPr lang="en-GB" dirty="0"/>
              <a:t>In modern games, this is combined with other </a:t>
            </a:r>
            <a:br>
              <a:rPr lang="en-GB" dirty="0"/>
            </a:br>
            <a:r>
              <a:rPr lang="en-GB" dirty="0"/>
              <a:t>maps to create more definition.</a:t>
            </a:r>
          </a:p>
        </p:txBody>
      </p:sp>
      <p:sp>
        <p:nvSpPr>
          <p:cNvPr id="3" name="Title 2"/>
          <p:cNvSpPr>
            <a:spLocks noGrp="1"/>
          </p:cNvSpPr>
          <p:nvPr>
            <p:ph type="title"/>
          </p:nvPr>
        </p:nvSpPr>
        <p:spPr/>
        <p:txBody>
          <a:bodyPr>
            <a:normAutofit/>
          </a:bodyPr>
          <a:lstStyle/>
          <a:p>
            <a:r>
              <a:rPr lang="en-GB" dirty="0"/>
              <a:t>Diffuse Mapping</a:t>
            </a:r>
          </a:p>
        </p:txBody>
      </p:sp>
      <p:pic>
        <p:nvPicPr>
          <p:cNvPr id="308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96709" y="4191000"/>
            <a:ext cx="1762841" cy="1981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65420" y="152401"/>
            <a:ext cx="2288381" cy="1526055"/>
          </a:xfrm>
          <a:prstGeom prst="rect">
            <a:avLst/>
          </a:prstGeom>
        </p:spPr>
      </p:pic>
      <p:pic>
        <p:nvPicPr>
          <p:cNvPr id="3081"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96400" y="2133601"/>
            <a:ext cx="1745174" cy="1750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5" name="Straight Arrow Connector 14"/>
          <p:cNvCxnSpPr/>
          <p:nvPr/>
        </p:nvCxnSpPr>
        <p:spPr>
          <a:xfrm>
            <a:off x="10058400" y="1678456"/>
            <a:ext cx="0" cy="45514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flipH="1">
            <a:off x="10134600" y="3883776"/>
            <a:ext cx="1" cy="30722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152990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endParaRPr lang="en-GB" dirty="0"/>
          </a:p>
          <a:p>
            <a:pPr marL="0" indent="0">
              <a:buNone/>
            </a:pPr>
            <a:r>
              <a:rPr lang="en-GB" dirty="0"/>
              <a:t>Light mapping works in conjunction with diffuse mapping.</a:t>
            </a:r>
            <a:br>
              <a:rPr lang="en-GB" dirty="0"/>
            </a:br>
            <a:br>
              <a:rPr lang="en-GB" dirty="0"/>
            </a:br>
            <a:r>
              <a:rPr lang="en-GB" dirty="0"/>
              <a:t>Typically occurs with a 3D modelling program.</a:t>
            </a:r>
            <a:br>
              <a:rPr lang="en-GB" dirty="0"/>
            </a:br>
            <a:br>
              <a:rPr lang="en-GB" dirty="0"/>
            </a:br>
            <a:r>
              <a:rPr lang="en-GB" dirty="0"/>
              <a:t>Bakes or renders the model’s UV map when lighting is applied.  This new texture overwrites the existing diffuse map.</a:t>
            </a:r>
            <a:br>
              <a:rPr lang="en-GB" dirty="0"/>
            </a:br>
            <a:br>
              <a:rPr lang="en-GB" dirty="0"/>
            </a:br>
            <a:r>
              <a:rPr lang="en-GB" dirty="0"/>
              <a:t>This pre-computation of shadows and lighting saves a great deal of compute time as opposed to doing it in real-time.</a:t>
            </a:r>
          </a:p>
          <a:p>
            <a:endParaRPr lang="en-GB" dirty="0"/>
          </a:p>
        </p:txBody>
      </p:sp>
      <p:sp>
        <p:nvSpPr>
          <p:cNvPr id="3" name="Title 2"/>
          <p:cNvSpPr>
            <a:spLocks noGrp="1"/>
          </p:cNvSpPr>
          <p:nvPr>
            <p:ph type="title"/>
          </p:nvPr>
        </p:nvSpPr>
        <p:spPr/>
        <p:txBody>
          <a:bodyPr>
            <a:normAutofit/>
          </a:bodyPr>
          <a:lstStyle/>
          <a:p>
            <a:r>
              <a:rPr lang="en-GB" dirty="0"/>
              <a:t>Static Lighting: Light Mapping</a:t>
            </a:r>
          </a:p>
        </p:txBody>
      </p:sp>
    </p:spTree>
    <p:extLst>
      <p:ext uri="{BB962C8B-B14F-4D97-AF65-F5344CB8AC3E}">
        <p14:creationId xmlns:p14="http://schemas.microsoft.com/office/powerpoint/2010/main" val="17756653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endParaRPr lang="en-GB" dirty="0"/>
          </a:p>
          <a:p>
            <a:pPr marL="0" indent="0">
              <a:buNone/>
            </a:pPr>
            <a:r>
              <a:rPr lang="en-GB" dirty="0"/>
              <a:t>Dynamic lighting is set within the game code and is rendered at runtime.</a:t>
            </a:r>
            <a:br>
              <a:rPr lang="en-GB" dirty="0"/>
            </a:br>
            <a:br>
              <a:rPr lang="en-GB" dirty="0"/>
            </a:br>
            <a:r>
              <a:rPr lang="en-GB" dirty="0"/>
              <a:t>Lighting and shadows should be updated immediately as a result.</a:t>
            </a:r>
            <a:br>
              <a:rPr lang="en-GB" dirty="0"/>
            </a:br>
            <a:br>
              <a:rPr lang="en-GB" dirty="0"/>
            </a:br>
            <a:r>
              <a:rPr lang="en-GB" dirty="0"/>
              <a:t>Typically shadows and character lighting are dynamic to achieve better realism.</a:t>
            </a:r>
            <a:br>
              <a:rPr lang="en-GB" dirty="0"/>
            </a:br>
            <a:br>
              <a:rPr lang="en-GB" dirty="0"/>
            </a:br>
            <a:r>
              <a:rPr lang="en-GB" dirty="0"/>
              <a:t>Dynamic lighting, as you may expect, is very computationally expensive.</a:t>
            </a:r>
          </a:p>
          <a:p>
            <a:endParaRPr lang="en-GB" dirty="0"/>
          </a:p>
          <a:p>
            <a:endParaRPr lang="en-GB" dirty="0"/>
          </a:p>
          <a:p>
            <a:endParaRPr lang="en-GB" dirty="0"/>
          </a:p>
          <a:p>
            <a:endParaRPr lang="en-GB" dirty="0"/>
          </a:p>
          <a:p>
            <a:endParaRPr lang="en-GB" dirty="0"/>
          </a:p>
          <a:p>
            <a:endParaRPr lang="en-GB" dirty="0"/>
          </a:p>
        </p:txBody>
      </p:sp>
      <p:sp>
        <p:nvSpPr>
          <p:cNvPr id="3" name="Title 2"/>
          <p:cNvSpPr>
            <a:spLocks noGrp="1"/>
          </p:cNvSpPr>
          <p:nvPr>
            <p:ph type="title"/>
          </p:nvPr>
        </p:nvSpPr>
        <p:spPr/>
        <p:txBody>
          <a:bodyPr>
            <a:normAutofit/>
          </a:bodyPr>
          <a:lstStyle/>
          <a:p>
            <a:r>
              <a:rPr lang="en-GB" dirty="0"/>
              <a:t>Dynamic Lighting: Real-time Lighting</a:t>
            </a:r>
          </a:p>
        </p:txBody>
      </p:sp>
    </p:spTree>
    <p:extLst>
      <p:ext uri="{BB962C8B-B14F-4D97-AF65-F5344CB8AC3E}">
        <p14:creationId xmlns:p14="http://schemas.microsoft.com/office/powerpoint/2010/main" val="41176373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Lighting: Dynamic versus Static</a:t>
            </a:r>
          </a:p>
        </p:txBody>
      </p:sp>
      <p:sp>
        <p:nvSpPr>
          <p:cNvPr id="4" name="TextBox 3"/>
          <p:cNvSpPr txBox="1"/>
          <p:nvPr/>
        </p:nvSpPr>
        <p:spPr>
          <a:xfrm>
            <a:off x="914400" y="1177925"/>
            <a:ext cx="2819400" cy="624840"/>
          </a:xfrm>
          <a:prstGeom prst="rect">
            <a:avLst/>
          </a:prstGeom>
        </p:spPr>
        <p:txBody>
          <a:bodyPr vert="horz" wrap="square" lIns="0" tIns="0" rIns="0" bIns="0" rtlCol="0" anchor="t">
            <a:noAutofit/>
          </a:bodyPr>
          <a:lstStyle/>
          <a:p>
            <a:r>
              <a:rPr lang="en-GB" sz="2800" dirty="0"/>
              <a:t>Static Lightmaps</a:t>
            </a:r>
          </a:p>
        </p:txBody>
      </p:sp>
      <p:sp>
        <p:nvSpPr>
          <p:cNvPr id="5" name="TextBox 4"/>
          <p:cNvSpPr txBox="1"/>
          <p:nvPr/>
        </p:nvSpPr>
        <p:spPr>
          <a:xfrm>
            <a:off x="6887570" y="1177925"/>
            <a:ext cx="3430138" cy="609600"/>
          </a:xfrm>
          <a:prstGeom prst="rect">
            <a:avLst/>
          </a:prstGeom>
        </p:spPr>
        <p:txBody>
          <a:bodyPr vert="horz" wrap="square" lIns="0" tIns="0" rIns="0" bIns="0" rtlCol="0" anchor="t">
            <a:noAutofit/>
          </a:bodyPr>
          <a:lstStyle/>
          <a:p>
            <a:r>
              <a:rPr lang="en-GB" sz="2800" dirty="0"/>
              <a:t>Dynamic Lighting</a:t>
            </a:r>
          </a:p>
        </p:txBody>
      </p:sp>
      <p:graphicFrame>
        <p:nvGraphicFramePr>
          <p:cNvPr id="6" name="Diagram 5"/>
          <p:cNvGraphicFramePr/>
          <p:nvPr/>
        </p:nvGraphicFramePr>
        <p:xfrm>
          <a:off x="533401" y="1939926"/>
          <a:ext cx="5129213" cy="3013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 6"/>
          <p:cNvGraphicFramePr/>
          <p:nvPr/>
        </p:nvGraphicFramePr>
        <p:xfrm>
          <a:off x="6248401" y="1939926"/>
          <a:ext cx="5129213" cy="301307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p:cNvSpPr txBox="1"/>
          <p:nvPr/>
        </p:nvSpPr>
        <p:spPr>
          <a:xfrm>
            <a:off x="533401" y="4853354"/>
            <a:ext cx="11201400" cy="838200"/>
          </a:xfrm>
          <a:prstGeom prst="rect">
            <a:avLst/>
          </a:prstGeom>
        </p:spPr>
        <p:txBody>
          <a:bodyPr vert="horz" wrap="square" lIns="0" tIns="0" rIns="0" bIns="0" rtlCol="0" anchor="t">
            <a:noAutofit/>
          </a:bodyPr>
          <a:lstStyle/>
          <a:p>
            <a:endParaRPr lang="en-GB" sz="2400" dirty="0"/>
          </a:p>
          <a:p>
            <a:r>
              <a:rPr lang="en-GB" sz="2000" dirty="0">
                <a:latin typeface="+mn-lt"/>
              </a:rPr>
              <a:t>The best way to add lighting to your game is to use a mix of both static and dynamic.</a:t>
            </a:r>
          </a:p>
        </p:txBody>
      </p:sp>
    </p:spTree>
    <p:extLst>
      <p:ext uri="{BB962C8B-B14F-4D97-AF65-F5344CB8AC3E}">
        <p14:creationId xmlns:p14="http://schemas.microsoft.com/office/powerpoint/2010/main" val="24865402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6" y="1440000"/>
            <a:ext cx="8050535" cy="4680000"/>
          </a:xfrm>
        </p:spPr>
        <p:txBody>
          <a:bodyPr/>
          <a:lstStyle/>
          <a:p>
            <a:pPr marL="0" indent="0">
              <a:spcAft>
                <a:spcPts val="400"/>
              </a:spcAft>
              <a:buNone/>
            </a:pPr>
            <a:endParaRPr lang="en-GB" dirty="0"/>
          </a:p>
          <a:p>
            <a:pPr marL="0" indent="0">
              <a:spcAft>
                <a:spcPts val="400"/>
              </a:spcAft>
              <a:buNone/>
            </a:pPr>
            <a:r>
              <a:rPr lang="en-GB" dirty="0"/>
              <a:t>Typically a greyscale image (though can be color) </a:t>
            </a:r>
            <a:br>
              <a:rPr lang="en-GB" dirty="0"/>
            </a:br>
            <a:r>
              <a:rPr lang="en-GB" dirty="0"/>
              <a:t>that represents elevation data in a 3D model.</a:t>
            </a:r>
          </a:p>
          <a:p>
            <a:pPr>
              <a:spcAft>
                <a:spcPts val="400"/>
              </a:spcAft>
            </a:pPr>
            <a:endParaRPr lang="en-GB" dirty="0"/>
          </a:p>
          <a:p>
            <a:pPr marL="0" indent="0">
              <a:spcAft>
                <a:spcPts val="400"/>
              </a:spcAft>
              <a:buNone/>
            </a:pPr>
            <a:r>
              <a:rPr lang="en-GB" dirty="0"/>
              <a:t>The heightmap contains a single channel, with black representing the floor and white representing the maximum height.</a:t>
            </a:r>
          </a:p>
          <a:p>
            <a:pPr>
              <a:spcAft>
                <a:spcPts val="400"/>
              </a:spcAft>
            </a:pPr>
            <a:endParaRPr lang="en-GB" dirty="0"/>
          </a:p>
          <a:p>
            <a:pPr marL="0" indent="0">
              <a:spcAft>
                <a:spcPts val="400"/>
              </a:spcAft>
              <a:buNone/>
            </a:pPr>
            <a:r>
              <a:rPr lang="en-GB" dirty="0" err="1"/>
              <a:t>Color</a:t>
            </a:r>
            <a:r>
              <a:rPr lang="en-GB" dirty="0"/>
              <a:t> maps allow for a greater range of height, as greyscale allows for only 256 heights. </a:t>
            </a:r>
          </a:p>
          <a:p>
            <a:pPr>
              <a:spcAft>
                <a:spcPts val="400"/>
              </a:spcAft>
            </a:pPr>
            <a:endParaRPr lang="en-GB" dirty="0"/>
          </a:p>
          <a:p>
            <a:pPr marL="0" indent="0">
              <a:spcAft>
                <a:spcPts val="400"/>
              </a:spcAft>
              <a:buNone/>
            </a:pPr>
            <a:r>
              <a:rPr lang="en-GB" dirty="0" err="1"/>
              <a:t>Heightmaps</a:t>
            </a:r>
            <a:r>
              <a:rPr lang="en-GB" dirty="0"/>
              <a:t> are very simple to create but difficult to master.</a:t>
            </a:r>
          </a:p>
        </p:txBody>
      </p:sp>
      <p:sp>
        <p:nvSpPr>
          <p:cNvPr id="3" name="Title 2"/>
          <p:cNvSpPr>
            <a:spLocks noGrp="1"/>
          </p:cNvSpPr>
          <p:nvPr>
            <p:ph type="title"/>
          </p:nvPr>
        </p:nvSpPr>
        <p:spPr/>
        <p:txBody>
          <a:bodyPr>
            <a:normAutofit/>
          </a:bodyPr>
          <a:lstStyle/>
          <a:p>
            <a:r>
              <a:rPr lang="en-GB" dirty="0"/>
              <a:t>Height Mapping</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20201" y="609601"/>
            <a:ext cx="2177543" cy="2177543"/>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20201" y="3657600"/>
            <a:ext cx="2177543" cy="1752600"/>
          </a:xfrm>
          <a:prstGeom prst="rect">
            <a:avLst/>
          </a:prstGeom>
        </p:spPr>
      </p:pic>
      <p:cxnSp>
        <p:nvCxnSpPr>
          <p:cNvPr id="7" name="Straight Arrow Connector 6"/>
          <p:cNvCxnSpPr>
            <a:stCxn id="4" idx="2"/>
            <a:endCxn id="5" idx="0"/>
          </p:cNvCxnSpPr>
          <p:nvPr/>
        </p:nvCxnSpPr>
        <p:spPr>
          <a:xfrm>
            <a:off x="10308972" y="2787144"/>
            <a:ext cx="0" cy="87045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9220200" y="5511800"/>
            <a:ext cx="2286000" cy="608200"/>
          </a:xfrm>
          <a:prstGeom prst="rect">
            <a:avLst/>
          </a:prstGeom>
        </p:spPr>
        <p:txBody>
          <a:bodyPr vert="horz" wrap="none" lIns="0" tIns="0" rIns="0" bIns="0" rtlCol="0" anchor="t">
            <a:noAutofit/>
          </a:bodyPr>
          <a:lstStyle/>
          <a:p>
            <a:pPr algn="ctr"/>
            <a:r>
              <a:rPr lang="en-GB" sz="1300" dirty="0"/>
              <a:t>A 2D height map </a:t>
            </a:r>
            <a:br>
              <a:rPr lang="en-GB" sz="1300" dirty="0"/>
            </a:br>
            <a:r>
              <a:rPr lang="en-GB" sz="1300" dirty="0"/>
              <a:t>and its 3D rendered terrain</a:t>
            </a:r>
          </a:p>
        </p:txBody>
      </p:sp>
    </p:spTree>
    <p:extLst>
      <p:ext uri="{BB962C8B-B14F-4D97-AF65-F5344CB8AC3E}">
        <p14:creationId xmlns:p14="http://schemas.microsoft.com/office/powerpoint/2010/main" val="3696760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pPr marL="0" indent="0">
              <a:buNone/>
            </a:pPr>
            <a:r>
              <a:rPr lang="en-GB" dirty="0"/>
              <a:t>A technique for creating detail on the surface of geometry.</a:t>
            </a:r>
            <a:br>
              <a:rPr lang="en-GB" dirty="0"/>
            </a:br>
            <a:br>
              <a:rPr lang="en-GB" dirty="0"/>
            </a:br>
            <a:r>
              <a:rPr lang="en-GB" dirty="0"/>
              <a:t>Bump/normal mapping is the earliest form of this </a:t>
            </a:r>
            <a:br>
              <a:rPr lang="en-GB" dirty="0"/>
            </a:br>
            <a:r>
              <a:rPr lang="en-GB" dirty="0"/>
              <a:t>technique. The detail created is fake.</a:t>
            </a:r>
            <a:br>
              <a:rPr lang="en-GB" dirty="0"/>
            </a:br>
            <a:br>
              <a:rPr lang="en-GB" dirty="0"/>
            </a:br>
            <a:r>
              <a:rPr lang="en-GB" dirty="0"/>
              <a:t>Detail created via grey scale for bump mapping,</a:t>
            </a:r>
            <a:br>
              <a:rPr lang="en-GB" dirty="0"/>
            </a:br>
            <a:r>
              <a:rPr lang="en-GB" dirty="0"/>
              <a:t>and RGB values for normal mapping.</a:t>
            </a:r>
            <a:br>
              <a:rPr lang="en-GB" dirty="0"/>
            </a:br>
            <a:br>
              <a:rPr lang="en-GB" dirty="0"/>
            </a:br>
            <a:r>
              <a:rPr lang="en-GB" dirty="0"/>
              <a:t>Displacement maps add resolution and physically</a:t>
            </a:r>
            <a:br>
              <a:rPr lang="en-GB" dirty="0"/>
            </a:br>
            <a:r>
              <a:rPr lang="en-GB" dirty="0"/>
              <a:t>manipulate the image when applied.</a:t>
            </a:r>
          </a:p>
          <a:p>
            <a:endParaRPr lang="en-GB" dirty="0"/>
          </a:p>
          <a:p>
            <a:endParaRPr lang="en-GB" dirty="0"/>
          </a:p>
        </p:txBody>
      </p:sp>
      <p:sp>
        <p:nvSpPr>
          <p:cNvPr id="3" name="Title 2"/>
          <p:cNvSpPr>
            <a:spLocks noGrp="1"/>
          </p:cNvSpPr>
          <p:nvPr>
            <p:ph type="title"/>
          </p:nvPr>
        </p:nvSpPr>
        <p:spPr/>
        <p:txBody>
          <a:bodyPr>
            <a:normAutofit/>
          </a:bodyPr>
          <a:lstStyle/>
          <a:p>
            <a:r>
              <a:rPr lang="en-GB" dirty="0"/>
              <a:t>Normal/Bump/Displacement Mapping</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15400" y="1066800"/>
            <a:ext cx="2641600" cy="1981200"/>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915400" y="3810000"/>
            <a:ext cx="2641600" cy="1981200"/>
          </a:xfrm>
          <a:prstGeom prst="rect">
            <a:avLst/>
          </a:prstGeom>
        </p:spPr>
      </p:pic>
      <p:sp>
        <p:nvSpPr>
          <p:cNvPr id="6" name="TextBox 5"/>
          <p:cNvSpPr txBox="1"/>
          <p:nvPr/>
        </p:nvSpPr>
        <p:spPr>
          <a:xfrm>
            <a:off x="9093200" y="3063240"/>
            <a:ext cx="2286000" cy="457200"/>
          </a:xfrm>
          <a:prstGeom prst="rect">
            <a:avLst/>
          </a:prstGeom>
        </p:spPr>
        <p:txBody>
          <a:bodyPr vert="horz" wrap="none" lIns="0" tIns="0" rIns="0" bIns="0" rtlCol="0" anchor="t">
            <a:noAutofit/>
          </a:bodyPr>
          <a:lstStyle/>
          <a:p>
            <a:pPr algn="ctr"/>
            <a:r>
              <a:rPr lang="en-GB" sz="1300" dirty="0"/>
              <a:t>A bump map, notice the shadows?</a:t>
            </a:r>
          </a:p>
        </p:txBody>
      </p:sp>
      <p:sp>
        <p:nvSpPr>
          <p:cNvPr id="7" name="TextBox 6"/>
          <p:cNvSpPr txBox="1"/>
          <p:nvPr/>
        </p:nvSpPr>
        <p:spPr>
          <a:xfrm>
            <a:off x="9085739" y="5791200"/>
            <a:ext cx="2286000" cy="457200"/>
          </a:xfrm>
          <a:prstGeom prst="rect">
            <a:avLst/>
          </a:prstGeom>
        </p:spPr>
        <p:txBody>
          <a:bodyPr vert="horz" wrap="none" lIns="0" tIns="0" rIns="0" bIns="0" rtlCol="0" anchor="t">
            <a:noAutofit/>
          </a:bodyPr>
          <a:lstStyle/>
          <a:p>
            <a:pPr algn="ctr"/>
            <a:r>
              <a:rPr lang="en-GB" sz="1300" dirty="0"/>
              <a:t>A displacement map, notice the shadows?</a:t>
            </a:r>
          </a:p>
        </p:txBody>
      </p:sp>
    </p:spTree>
    <p:extLst>
      <p:ext uri="{BB962C8B-B14F-4D97-AF65-F5344CB8AC3E}">
        <p14:creationId xmlns:p14="http://schemas.microsoft.com/office/powerpoint/2010/main" val="3305060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buNone/>
            </a:pPr>
            <a:endParaRPr lang="en-GB" dirty="0"/>
          </a:p>
          <a:p>
            <a:pPr marL="0" indent="0">
              <a:buNone/>
            </a:pPr>
            <a:endParaRPr lang="en-GB" dirty="0"/>
          </a:p>
          <a:p>
            <a:pPr marL="0" indent="0">
              <a:buNone/>
            </a:pPr>
            <a:r>
              <a:rPr lang="en-GB" dirty="0"/>
              <a:t>Areas of the 3D mesh are designated to be translucent </a:t>
            </a:r>
            <a:br>
              <a:rPr lang="en-GB" dirty="0"/>
            </a:br>
            <a:r>
              <a:rPr lang="en-GB" dirty="0"/>
              <a:t>through either greyscale or RGB values.</a:t>
            </a:r>
            <a:br>
              <a:rPr lang="en-GB" dirty="0"/>
            </a:br>
            <a:br>
              <a:rPr lang="en-GB" dirty="0"/>
            </a:br>
            <a:r>
              <a:rPr lang="en-GB" dirty="0"/>
              <a:t>Typically used to map multiple textures </a:t>
            </a:r>
            <a:br>
              <a:rPr lang="en-GB" dirty="0"/>
            </a:br>
            <a:r>
              <a:rPr lang="en-GB" dirty="0"/>
              <a:t>seamlessly in an environment.</a:t>
            </a:r>
            <a:br>
              <a:rPr lang="en-GB" dirty="0"/>
            </a:br>
            <a:br>
              <a:rPr lang="en-GB" dirty="0"/>
            </a:br>
            <a:r>
              <a:rPr lang="en-GB" dirty="0"/>
              <a:t>The RGB values can be blended together to merge</a:t>
            </a:r>
            <a:br>
              <a:rPr lang="en-GB" dirty="0"/>
            </a:br>
            <a:r>
              <a:rPr lang="en-GB" dirty="0"/>
              <a:t>multiple textures together</a:t>
            </a:r>
          </a:p>
          <a:p>
            <a:endParaRPr lang="en-GB" dirty="0"/>
          </a:p>
          <a:p>
            <a:endParaRPr lang="en-GB" dirty="0"/>
          </a:p>
          <a:p>
            <a:endParaRPr lang="en-GB" dirty="0"/>
          </a:p>
          <a:p>
            <a:endParaRPr lang="en-GB" dirty="0"/>
          </a:p>
          <a:p>
            <a:endParaRPr lang="en-GB" dirty="0"/>
          </a:p>
          <a:p>
            <a:endParaRPr lang="en-GB" dirty="0"/>
          </a:p>
        </p:txBody>
      </p:sp>
      <p:sp>
        <p:nvSpPr>
          <p:cNvPr id="3" name="Title 2"/>
          <p:cNvSpPr>
            <a:spLocks noGrp="1"/>
          </p:cNvSpPr>
          <p:nvPr>
            <p:ph type="title"/>
          </p:nvPr>
        </p:nvSpPr>
        <p:spPr/>
        <p:txBody>
          <a:bodyPr>
            <a:normAutofit/>
          </a:bodyPr>
          <a:lstStyle/>
          <a:p>
            <a:r>
              <a:rPr lang="en-GB" dirty="0"/>
              <a:t>Alpha Mapping</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1600" y="2703547"/>
            <a:ext cx="2523746" cy="2518137"/>
          </a:xfrm>
          <a:prstGeom prst="rect">
            <a:avLst/>
          </a:prstGeom>
        </p:spPr>
      </p:pic>
      <p:sp>
        <p:nvSpPr>
          <p:cNvPr id="7" name="TextBox 6"/>
          <p:cNvSpPr txBox="1"/>
          <p:nvPr/>
        </p:nvSpPr>
        <p:spPr>
          <a:xfrm>
            <a:off x="9110473" y="5413737"/>
            <a:ext cx="2286000" cy="457200"/>
          </a:xfrm>
          <a:prstGeom prst="rect">
            <a:avLst/>
          </a:prstGeom>
        </p:spPr>
        <p:txBody>
          <a:bodyPr vert="horz" wrap="none" lIns="0" tIns="0" rIns="0" bIns="0" rtlCol="0" anchor="t">
            <a:noAutofit/>
          </a:bodyPr>
          <a:lstStyle/>
          <a:p>
            <a:pPr algn="ctr"/>
            <a:r>
              <a:rPr lang="en-GB" sz="1300" dirty="0"/>
              <a:t>An RGB-based alpha map</a:t>
            </a:r>
          </a:p>
        </p:txBody>
      </p:sp>
    </p:spTree>
    <p:extLst>
      <p:ext uri="{BB962C8B-B14F-4D97-AF65-F5344CB8AC3E}">
        <p14:creationId xmlns:p14="http://schemas.microsoft.com/office/powerpoint/2010/main" val="5613002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6" y="1440000"/>
            <a:ext cx="7216471" cy="4680000"/>
          </a:xfrm>
        </p:spPr>
        <p:txBody>
          <a:bodyPr/>
          <a:lstStyle/>
          <a:p>
            <a:pPr marL="0" indent="0">
              <a:buNone/>
            </a:pPr>
            <a:endParaRPr lang="en-GB" dirty="0"/>
          </a:p>
          <a:p>
            <a:pPr marL="0" indent="0">
              <a:buNone/>
            </a:pPr>
            <a:r>
              <a:rPr lang="en-GB" dirty="0"/>
              <a:t>A skybox is one of the many forms of cube maps used in games.</a:t>
            </a:r>
            <a:br>
              <a:rPr lang="en-GB" dirty="0"/>
            </a:br>
            <a:br>
              <a:rPr lang="en-GB" dirty="0"/>
            </a:br>
            <a:r>
              <a:rPr lang="en-GB" dirty="0"/>
              <a:t>It’s a method for creating immersion within the world by enclosing levels within a cube/cuboid or sphere.</a:t>
            </a:r>
            <a:br>
              <a:rPr lang="en-GB" dirty="0"/>
            </a:br>
            <a:br>
              <a:rPr lang="en-GB" dirty="0"/>
            </a:br>
            <a:r>
              <a:rPr lang="en-GB" dirty="0"/>
              <a:t>Memory efficient, but tend to be static.</a:t>
            </a:r>
            <a:br>
              <a:rPr lang="en-GB" dirty="0"/>
            </a:br>
            <a:br>
              <a:rPr lang="en-GB" dirty="0"/>
            </a:br>
            <a:r>
              <a:rPr lang="en-GB" dirty="0"/>
              <a:t>Techniques like parallax scrolling allow for multiple</a:t>
            </a:r>
            <a:br>
              <a:rPr lang="en-GB" dirty="0"/>
            </a:br>
            <a:r>
              <a:rPr lang="en-GB" dirty="0"/>
              <a:t>layers of skybox to allow for a sense of depth.</a:t>
            </a:r>
          </a:p>
          <a:p>
            <a:endParaRPr lang="en-GB" dirty="0"/>
          </a:p>
          <a:p>
            <a:endParaRPr lang="en-GB" dirty="0"/>
          </a:p>
          <a:p>
            <a:endParaRPr lang="en-GB" dirty="0"/>
          </a:p>
        </p:txBody>
      </p:sp>
      <p:sp>
        <p:nvSpPr>
          <p:cNvPr id="3" name="Title 2"/>
          <p:cNvSpPr>
            <a:spLocks noGrp="1"/>
          </p:cNvSpPr>
          <p:nvPr>
            <p:ph type="title"/>
          </p:nvPr>
        </p:nvSpPr>
        <p:spPr/>
        <p:txBody>
          <a:bodyPr>
            <a:normAutofit/>
          </a:bodyPr>
          <a:lstStyle/>
          <a:p>
            <a:r>
              <a:rPr lang="en-GB" dirty="0"/>
              <a:t>Skyboxes in Games</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992" y="2969047"/>
            <a:ext cx="998609" cy="998609"/>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79007" y="4001200"/>
            <a:ext cx="996781" cy="996781"/>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84968" y="2993093"/>
            <a:ext cx="994419" cy="1015307"/>
          </a:xfrm>
          <a:prstGeom prst="rect">
            <a:avLst/>
          </a:prstGeom>
        </p:spPr>
      </p:pic>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666845" y="2974509"/>
            <a:ext cx="993146" cy="993146"/>
          </a:xfrm>
          <a:prstGeom prst="rect">
            <a:avLst/>
          </a:prstGeom>
        </p:spPr>
      </p:pic>
      <p:pic>
        <p:nvPicPr>
          <p:cNvPr id="8" name="Pictur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03936" y="2993093"/>
            <a:ext cx="991873" cy="991873"/>
          </a:xfrm>
          <a:prstGeom prst="rect">
            <a:avLst/>
          </a:prstGeom>
        </p:spPr>
      </p:pic>
      <p:pic>
        <p:nvPicPr>
          <p:cNvPr id="9" name="Picture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695808" y="2002492"/>
            <a:ext cx="990600" cy="990600"/>
          </a:xfrm>
          <a:prstGeom prst="rect">
            <a:avLst/>
          </a:prstGeom>
        </p:spPr>
      </p:pic>
      <p:sp>
        <p:nvSpPr>
          <p:cNvPr id="10" name="TextBox 9"/>
          <p:cNvSpPr txBox="1"/>
          <p:nvPr/>
        </p:nvSpPr>
        <p:spPr>
          <a:xfrm>
            <a:off x="9686408" y="4114800"/>
            <a:ext cx="2286000" cy="457200"/>
          </a:xfrm>
          <a:prstGeom prst="rect">
            <a:avLst/>
          </a:prstGeom>
        </p:spPr>
        <p:txBody>
          <a:bodyPr vert="horz" wrap="none" lIns="0" tIns="0" rIns="0" bIns="0" rtlCol="0" anchor="t">
            <a:noAutofit/>
          </a:bodyPr>
          <a:lstStyle/>
          <a:p>
            <a:pPr algn="ctr"/>
            <a:r>
              <a:rPr lang="en-GB" sz="1300" dirty="0"/>
              <a:t>A cuboid Skybox</a:t>
            </a:r>
          </a:p>
        </p:txBody>
      </p:sp>
    </p:spTree>
    <p:extLst>
      <p:ext uri="{BB962C8B-B14F-4D97-AF65-F5344CB8AC3E}">
        <p14:creationId xmlns:p14="http://schemas.microsoft.com/office/powerpoint/2010/main" val="953370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buNone/>
            </a:pPr>
            <a:endParaRPr lang="en-GB" dirty="0"/>
          </a:p>
          <a:p>
            <a:pPr marL="0" indent="0">
              <a:buNone/>
            </a:pPr>
            <a:endParaRPr lang="en-GB" dirty="0"/>
          </a:p>
          <a:p>
            <a:pPr marL="0" indent="0">
              <a:buNone/>
            </a:pPr>
            <a:r>
              <a:rPr lang="en-GB" dirty="0" err="1"/>
              <a:t>Cubemaps</a:t>
            </a:r>
            <a:r>
              <a:rPr lang="en-GB" dirty="0"/>
              <a:t> are essential for many parts of </a:t>
            </a:r>
            <a:br>
              <a:rPr lang="en-GB" dirty="0"/>
            </a:br>
            <a:r>
              <a:rPr lang="en-GB" dirty="0"/>
              <a:t>environment mapping, not just skyboxes.</a:t>
            </a:r>
            <a:br>
              <a:rPr lang="en-GB" dirty="0"/>
            </a:br>
            <a:br>
              <a:rPr lang="en-GB" dirty="0"/>
            </a:br>
            <a:r>
              <a:rPr lang="en-GB" dirty="0"/>
              <a:t>Local </a:t>
            </a:r>
            <a:r>
              <a:rPr lang="en-GB" dirty="0" err="1"/>
              <a:t>cubemaps</a:t>
            </a:r>
            <a:r>
              <a:rPr lang="en-GB" dirty="0"/>
              <a:t> are a very efficient and accurate</a:t>
            </a:r>
            <a:br>
              <a:rPr lang="en-GB" dirty="0"/>
            </a:br>
            <a:r>
              <a:rPr lang="en-GB" dirty="0"/>
              <a:t>way of representing reflections.</a:t>
            </a:r>
            <a:br>
              <a:rPr lang="en-GB" dirty="0"/>
            </a:br>
            <a:br>
              <a:rPr lang="en-GB" dirty="0"/>
            </a:br>
            <a:r>
              <a:rPr lang="en-GB" dirty="0"/>
              <a:t>Other uses include global scene illumination, </a:t>
            </a:r>
            <a:br>
              <a:rPr lang="en-GB" dirty="0"/>
            </a:br>
            <a:r>
              <a:rPr lang="en-GB" dirty="0"/>
              <a:t>projection textures and specular highlighting.</a:t>
            </a:r>
          </a:p>
          <a:p>
            <a:endParaRPr lang="en-GB" dirty="0"/>
          </a:p>
          <a:p>
            <a:endParaRPr lang="en-GB" dirty="0"/>
          </a:p>
        </p:txBody>
      </p:sp>
      <p:sp>
        <p:nvSpPr>
          <p:cNvPr id="3" name="Title 2"/>
          <p:cNvSpPr>
            <a:spLocks noGrp="1"/>
          </p:cNvSpPr>
          <p:nvPr>
            <p:ph type="title"/>
          </p:nvPr>
        </p:nvSpPr>
        <p:spPr/>
        <p:txBody>
          <a:bodyPr>
            <a:normAutofit/>
          </a:bodyPr>
          <a:lstStyle/>
          <a:p>
            <a:r>
              <a:rPr lang="en-GB" dirty="0" err="1"/>
              <a:t>Cubemaps</a:t>
            </a:r>
            <a:endParaRPr lang="en-GB" dirty="0"/>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34200" y="3458013"/>
            <a:ext cx="4866454" cy="2357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t="3366" b="3740"/>
          <a:stretch/>
        </p:blipFill>
        <p:spPr bwMode="auto">
          <a:xfrm>
            <a:off x="8915400" y="228601"/>
            <a:ext cx="1798698" cy="30835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8224427" y="5961303"/>
            <a:ext cx="2286000" cy="457200"/>
          </a:xfrm>
          <a:prstGeom prst="rect">
            <a:avLst/>
          </a:prstGeom>
        </p:spPr>
        <p:txBody>
          <a:bodyPr vert="horz" wrap="none" lIns="0" tIns="0" rIns="0" bIns="0" rtlCol="0" anchor="t">
            <a:noAutofit/>
          </a:bodyPr>
          <a:lstStyle/>
          <a:p>
            <a:pPr algn="ctr"/>
            <a:r>
              <a:rPr lang="en-GB" sz="1300" dirty="0"/>
              <a:t>Reflections using local </a:t>
            </a:r>
            <a:r>
              <a:rPr lang="en-GB" sz="1300" dirty="0" err="1"/>
              <a:t>cubemaps</a:t>
            </a:r>
            <a:endParaRPr lang="en-GB" sz="1300" dirty="0"/>
          </a:p>
        </p:txBody>
      </p:sp>
    </p:spTree>
    <p:extLst>
      <p:ext uri="{BB962C8B-B14F-4D97-AF65-F5344CB8AC3E}">
        <p14:creationId xmlns:p14="http://schemas.microsoft.com/office/powerpoint/2010/main" val="2629835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6" y="1440000"/>
            <a:ext cx="9803135" cy="4680000"/>
          </a:xfrm>
          <a:solidFill>
            <a:schemeClr val="bg1"/>
          </a:solidFill>
        </p:spPr>
        <p:txBody>
          <a:bodyPr/>
          <a:lstStyle/>
          <a:p>
            <a:pPr marL="0" indent="0">
              <a:spcAft>
                <a:spcPts val="400"/>
              </a:spcAft>
              <a:buNone/>
            </a:pPr>
            <a:endParaRPr lang="en-GB" dirty="0"/>
          </a:p>
          <a:p>
            <a:pPr marL="0" indent="0">
              <a:spcAft>
                <a:spcPts val="400"/>
              </a:spcAft>
              <a:buNone/>
            </a:pPr>
            <a:r>
              <a:rPr lang="en-GB" dirty="0"/>
              <a:t>3D modeling, graphics programming and image editing are very time and resource intensive and can eat into your planning timeline.</a:t>
            </a:r>
          </a:p>
          <a:p>
            <a:pPr>
              <a:spcAft>
                <a:spcPts val="400"/>
              </a:spcAft>
            </a:pPr>
            <a:endParaRPr lang="en-GB" dirty="0"/>
          </a:p>
          <a:p>
            <a:pPr marL="0" indent="0">
              <a:spcAft>
                <a:spcPts val="400"/>
              </a:spcAft>
              <a:buNone/>
            </a:pPr>
            <a:r>
              <a:rPr lang="en-GB" dirty="0"/>
              <a:t>To assist, there are a huge number of </a:t>
            </a:r>
            <a:r>
              <a:rPr lang="en-GB"/>
              <a:t>free open-source </a:t>
            </a:r>
            <a:r>
              <a:rPr lang="en-GB" dirty="0"/>
              <a:t>images and 3D models around the web.</a:t>
            </a:r>
          </a:p>
          <a:p>
            <a:pPr>
              <a:spcAft>
                <a:spcPts val="400"/>
              </a:spcAft>
            </a:pPr>
            <a:endParaRPr lang="en-GB" dirty="0"/>
          </a:p>
          <a:p>
            <a:pPr marL="0" indent="0">
              <a:spcAft>
                <a:spcPts val="400"/>
              </a:spcAft>
              <a:buNone/>
            </a:pPr>
            <a:r>
              <a:rPr lang="en-GB" dirty="0"/>
              <a:t>Some are listed below:</a:t>
            </a:r>
          </a:p>
          <a:p>
            <a:pPr lvl="1"/>
            <a:r>
              <a:rPr lang="en-GB" dirty="0">
                <a:hlinkClick r:id="rId3"/>
              </a:rPr>
              <a:t>https://3dwarehouse.sketchup.com/index.html</a:t>
            </a:r>
            <a:endParaRPr lang="en-GB" dirty="0"/>
          </a:p>
          <a:p>
            <a:pPr lvl="1"/>
            <a:r>
              <a:rPr lang="en-GB" dirty="0">
                <a:hlinkClick r:id="rId4"/>
              </a:rPr>
              <a:t>http://tf3dm.com/</a:t>
            </a:r>
            <a:endParaRPr lang="en-GB" dirty="0"/>
          </a:p>
          <a:p>
            <a:pPr lvl="1"/>
            <a:r>
              <a:rPr lang="en-GB" dirty="0">
                <a:hlinkClick r:id="rId5"/>
              </a:rPr>
              <a:t>http://texturelib.com/</a:t>
            </a:r>
            <a:endParaRPr lang="en-GB" dirty="0"/>
          </a:p>
          <a:p>
            <a:pPr lvl="1"/>
            <a:r>
              <a:rPr lang="en-GB" dirty="0">
                <a:hlinkClick r:id="rId6"/>
              </a:rPr>
              <a:t>http://www.turbosquid.com/</a:t>
            </a:r>
            <a:endParaRPr lang="en-GB" dirty="0"/>
          </a:p>
          <a:p>
            <a:pPr marL="538162" lvl="1" indent="0">
              <a:buNone/>
            </a:pPr>
            <a:br>
              <a:rPr lang="en-GB" dirty="0"/>
            </a:br>
            <a:r>
              <a:rPr lang="en-GB" dirty="0"/>
              <a:t>	</a:t>
            </a:r>
          </a:p>
        </p:txBody>
      </p:sp>
      <p:sp>
        <p:nvSpPr>
          <p:cNvPr id="3" name="Title 2"/>
          <p:cNvSpPr>
            <a:spLocks noGrp="1"/>
          </p:cNvSpPr>
          <p:nvPr>
            <p:ph type="title"/>
          </p:nvPr>
        </p:nvSpPr>
        <p:spPr/>
        <p:txBody>
          <a:bodyPr>
            <a:normAutofit/>
          </a:bodyPr>
          <a:lstStyle/>
          <a:p>
            <a:r>
              <a:rPr lang="en-GB" dirty="0"/>
              <a:t>Importance of External Resources</a:t>
            </a:r>
          </a:p>
        </p:txBody>
      </p:sp>
    </p:spTree>
    <p:extLst>
      <p:ext uri="{BB962C8B-B14F-4D97-AF65-F5344CB8AC3E}">
        <p14:creationId xmlns:p14="http://schemas.microsoft.com/office/powerpoint/2010/main" val="31098821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9218394"/>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3.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5.xml><?xml version="1.0" encoding="utf-8"?>
<?mso-contentType ?>
<customXsn xmlns="http://schemas.microsoft.com/office/2006/metadata/customXsn">
  <xsnLocation/>
  <cached>True</cached>
  <openByDefault>True</openByDefault>
  <xsnScope/>
</customXsn>
</file>

<file path=customXml/itemProps1.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2.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customXml/itemProps3.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5.xml><?xml version="1.0" encoding="utf-8"?>
<ds:datastoreItem xmlns:ds="http://schemas.openxmlformats.org/officeDocument/2006/customXml" ds:itemID="{C959113B-7FA4-40AB-AF85-5C5588D4771C}">
  <ds:schemaRefs>
    <ds:schemaRef ds:uri="http://schemas.microsoft.com/office/2006/metadata/customXsn"/>
  </ds:schemaRefs>
</ds:datastoreItem>
</file>

<file path=docProps/app.xml><?xml version="1.0" encoding="utf-8"?>
<Properties xmlns="http://schemas.openxmlformats.org/officeDocument/2006/extended-properties" xmlns:vt="http://schemas.openxmlformats.org/officeDocument/2006/docPropsVTypes">
  <Template>Arm_Public_2026</Template>
  <TotalTime>20</TotalTime>
  <Words>2715</Words>
  <Application>Microsoft Office PowerPoint</Application>
  <PresentationFormat>Widescreen</PresentationFormat>
  <Paragraphs>317</Paragraphs>
  <Slides>25</Slides>
  <Notes>20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25</vt:i4>
      </vt:variant>
    </vt:vector>
  </HeadingPairs>
  <TitlesOfParts>
    <vt:vector size="30" baseType="lpstr">
      <vt:lpstr>Arial</vt:lpstr>
      <vt:lpstr>Calibri</vt:lpstr>
      <vt:lpstr>Wingdings</vt:lpstr>
      <vt:lpstr>Arm_Public_2026_Lightmode</vt:lpstr>
      <vt:lpstr>Arm_Public_2026_Darkmode</vt:lpstr>
      <vt:lpstr>Game Graphics</vt:lpstr>
      <vt:lpstr>Module Syllabus</vt:lpstr>
      <vt:lpstr>Graphics: History of Hardware </vt:lpstr>
      <vt:lpstr>Color Cells: Commodore and NES</vt:lpstr>
      <vt:lpstr>NTSC Artefact Coloring:  Apple 2 Computers</vt:lpstr>
      <vt:lpstr>TIA Driven Graphics:  Atari</vt:lpstr>
      <vt:lpstr>Sprites </vt:lpstr>
      <vt:lpstr>2D Images: Characteristics</vt:lpstr>
      <vt:lpstr>Polygons</vt:lpstr>
      <vt:lpstr>2d Images: Textures</vt:lpstr>
      <vt:lpstr>Polygons in Games</vt:lpstr>
      <vt:lpstr>3D Modeling</vt:lpstr>
      <vt:lpstr>Low Polygon Models</vt:lpstr>
      <vt:lpstr>UV Mapping: Overview</vt:lpstr>
      <vt:lpstr>Diffuse Mapping</vt:lpstr>
      <vt:lpstr>Static Lighting: Light Mapping</vt:lpstr>
      <vt:lpstr>Dynamic Lighting: Real-time Lighting</vt:lpstr>
      <vt:lpstr>Lighting: Dynamic versus Static</vt:lpstr>
      <vt:lpstr>Height Mapping</vt:lpstr>
      <vt:lpstr>Normal/Bump/Displacement Mapping</vt:lpstr>
      <vt:lpstr>Alpha Mapping</vt:lpstr>
      <vt:lpstr>Skyboxes in Games</vt:lpstr>
      <vt:lpstr>Cubemaps</vt:lpstr>
      <vt:lpstr>Importance of External Resources</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2026-08-03T13:12:45Z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