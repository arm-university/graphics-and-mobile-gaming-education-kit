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5431" r:id="rId6"/>
    <p:sldMasterId id="2147485659" r:id="rId7"/>
  </p:sldMasterIdLst>
  <p:notesMasterIdLst>
    <p:notesMasterId r:id="rId37"/>
  </p:notesMasterIdLst>
  <p:handoutMasterIdLst>
    <p:handoutMasterId r:id="rId38"/>
  </p:handout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372" r:id="rId36"/>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883F7"/>
    <a:srgbClr val="7233F7"/>
    <a:srgbClr val="6E2FF1"/>
    <a:srgbClr val="E0D1FC"/>
    <a:srgbClr val="000000"/>
    <a:srgbClr val="FFFFFF"/>
    <a:srgbClr val="080225"/>
    <a:srgbClr val="FF6900"/>
    <a:srgbClr val="00C1DE"/>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FADCB6D-240B-4321-9F31-EFF7D200E794}" v="1" dt="2026-08-03T12:09:45.856"/>
  </p1510:revLst>
</p1510:revInfo>
</file>

<file path=ppt/tableStyles.xml><?xml version="1.0" encoding="utf-8"?>
<a:tblStyleLst xmlns:a="http://schemas.openxmlformats.org/drawingml/2006/main" def="{2D5ABB26-0587-4C30-8999-92F81FD0307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420" autoAdjust="0"/>
    <p:restoredTop sz="80213" autoAdjust="0"/>
  </p:normalViewPr>
  <p:slideViewPr>
    <p:cSldViewPr snapToGrid="0">
      <p:cViewPr varScale="1">
        <p:scale>
          <a:sx n="70" d="100"/>
          <a:sy n="70" d="100"/>
        </p:scale>
        <p:origin x="666" y="7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97" d="100"/>
          <a:sy n="97" d="100"/>
        </p:scale>
        <p:origin x="3456" y="20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presProps" Target="presProps.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tableStyles" Target="tableStyles.xml"/><Relationship Id="rId7" Type="http://schemas.openxmlformats.org/officeDocument/2006/relationships/slideMaster" Target="slideMasters/slideMaster2.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slide" Target="slides/slide22.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1.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customXml" Target="../customXml/item5.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4" Type="http://schemas.microsoft.com/office/2015/10/relationships/revisionInfo" Target="revisionInfo.xml"/><Relationship Id="rId4" Type="http://schemas.openxmlformats.org/officeDocument/2006/relationships/customXml" Target="../customXml/item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microsoft.com/office/2016/11/relationships/changesInfo" Target="changesInfos/changesInfo1.xml"/><Relationship Id="rId8" Type="http://schemas.openxmlformats.org/officeDocument/2006/relationships/slide" Target="slides/slide1.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m Carter" userId="db1a6269-4a98-40f4-850a-a379349c8455" providerId="ADAL" clId="{ABAF003C-6A2E-48CA-BA6D-D6D12E9B1187}"/>
    <pc:docChg chg="undo custSel addSld delSld modSld">
      <pc:chgData name="Tom Carter" userId="db1a6269-4a98-40f4-850a-a379349c8455" providerId="ADAL" clId="{ABAF003C-6A2E-48CA-BA6D-D6D12E9B1187}" dt="2026-08-03T12:37:28.726" v="230" actId="5793"/>
      <pc:docMkLst>
        <pc:docMk/>
      </pc:docMkLst>
      <pc:sldChg chg="delSp modSp add mod">
        <pc:chgData name="Tom Carter" userId="db1a6269-4a98-40f4-850a-a379349c8455" providerId="ADAL" clId="{ABAF003C-6A2E-48CA-BA6D-D6D12E9B1187}" dt="2026-08-03T12:10:07.784" v="56" actId="478"/>
        <pc:sldMkLst>
          <pc:docMk/>
          <pc:sldMk cId="1237245834" sldId="256"/>
        </pc:sldMkLst>
        <pc:spChg chg="mod">
          <ac:chgData name="Tom Carter" userId="db1a6269-4a98-40f4-850a-a379349c8455" providerId="ADAL" clId="{ABAF003C-6A2E-48CA-BA6D-D6D12E9B1187}" dt="2026-08-03T12:10:00.422" v="53" actId="20577"/>
          <ac:spMkLst>
            <pc:docMk/>
            <pc:sldMk cId="1237245834" sldId="256"/>
            <ac:spMk id="2" creationId="{720272F2-7B4D-556D-DB89-999AA9031C3F}"/>
          </ac:spMkLst>
        </pc:spChg>
        <pc:spChg chg="del">
          <ac:chgData name="Tom Carter" userId="db1a6269-4a98-40f4-850a-a379349c8455" providerId="ADAL" clId="{ABAF003C-6A2E-48CA-BA6D-D6D12E9B1187}" dt="2026-08-03T12:10:04.534" v="54" actId="478"/>
          <ac:spMkLst>
            <pc:docMk/>
            <pc:sldMk cId="1237245834" sldId="256"/>
            <ac:spMk id="3" creationId="{C27EAAE4-2E78-323A-D4DB-3FBFA04767FD}"/>
          </ac:spMkLst>
        </pc:spChg>
        <pc:spChg chg="del">
          <ac:chgData name="Tom Carter" userId="db1a6269-4a98-40f4-850a-a379349c8455" providerId="ADAL" clId="{ABAF003C-6A2E-48CA-BA6D-D6D12E9B1187}" dt="2026-08-03T12:10:07.784" v="56" actId="478"/>
          <ac:spMkLst>
            <pc:docMk/>
            <pc:sldMk cId="1237245834" sldId="256"/>
            <ac:spMk id="4" creationId="{E07DBF81-FE80-E66F-853C-A39999BF06B3}"/>
          </ac:spMkLst>
        </pc:spChg>
        <pc:spChg chg="del">
          <ac:chgData name="Tom Carter" userId="db1a6269-4a98-40f4-850a-a379349c8455" providerId="ADAL" clId="{ABAF003C-6A2E-48CA-BA6D-D6D12E9B1187}" dt="2026-08-03T12:10:06.258" v="55" actId="478"/>
          <ac:spMkLst>
            <pc:docMk/>
            <pc:sldMk cId="1237245834" sldId="256"/>
            <ac:spMk id="5" creationId="{73E54964-AE45-B120-54CD-151230035D18}"/>
          </ac:spMkLst>
        </pc:spChg>
      </pc:sldChg>
      <pc:sldChg chg="modSp mod">
        <pc:chgData name="Tom Carter" userId="db1a6269-4a98-40f4-850a-a379349c8455" providerId="ADAL" clId="{ABAF003C-6A2E-48CA-BA6D-D6D12E9B1187}" dt="2026-08-03T12:17:22.015" v="65" actId="20577"/>
        <pc:sldMkLst>
          <pc:docMk/>
          <pc:sldMk cId="2333764439" sldId="257"/>
        </pc:sldMkLst>
        <pc:spChg chg="mod">
          <ac:chgData name="Tom Carter" userId="db1a6269-4a98-40f4-850a-a379349c8455" providerId="ADAL" clId="{ABAF003C-6A2E-48CA-BA6D-D6D12E9B1187}" dt="2026-08-03T12:17:22.015" v="65" actId="20577"/>
          <ac:spMkLst>
            <pc:docMk/>
            <pc:sldMk cId="2333764439" sldId="257"/>
            <ac:spMk id="2" creationId="{00000000-0000-0000-0000-000000000000}"/>
          </ac:spMkLst>
        </pc:spChg>
      </pc:sldChg>
      <pc:sldChg chg="modSp mod">
        <pc:chgData name="Tom Carter" userId="db1a6269-4a98-40f4-850a-a379349c8455" providerId="ADAL" clId="{ABAF003C-6A2E-48CA-BA6D-D6D12E9B1187}" dt="2026-08-03T12:17:54.549" v="75" actId="20577"/>
        <pc:sldMkLst>
          <pc:docMk/>
          <pc:sldMk cId="2419502719" sldId="258"/>
        </pc:sldMkLst>
        <pc:spChg chg="mod">
          <ac:chgData name="Tom Carter" userId="db1a6269-4a98-40f4-850a-a379349c8455" providerId="ADAL" clId="{ABAF003C-6A2E-48CA-BA6D-D6D12E9B1187}" dt="2026-08-03T12:17:54.549" v="75" actId="20577"/>
          <ac:spMkLst>
            <pc:docMk/>
            <pc:sldMk cId="2419502719" sldId="258"/>
            <ac:spMk id="2" creationId="{00000000-0000-0000-0000-000000000000}"/>
          </ac:spMkLst>
        </pc:spChg>
      </pc:sldChg>
      <pc:sldChg chg="modSp mod">
        <pc:chgData name="Tom Carter" userId="db1a6269-4a98-40f4-850a-a379349c8455" providerId="ADAL" clId="{ABAF003C-6A2E-48CA-BA6D-D6D12E9B1187}" dt="2026-08-03T12:18:06.686" v="80" actId="2710"/>
        <pc:sldMkLst>
          <pc:docMk/>
          <pc:sldMk cId="594578265" sldId="259"/>
        </pc:sldMkLst>
        <pc:spChg chg="mod">
          <ac:chgData name="Tom Carter" userId="db1a6269-4a98-40f4-850a-a379349c8455" providerId="ADAL" clId="{ABAF003C-6A2E-48CA-BA6D-D6D12E9B1187}" dt="2026-08-03T12:18:06.686" v="80" actId="2710"/>
          <ac:spMkLst>
            <pc:docMk/>
            <pc:sldMk cId="594578265" sldId="259"/>
            <ac:spMk id="2" creationId="{00000000-0000-0000-0000-000000000000}"/>
          </ac:spMkLst>
        </pc:spChg>
      </pc:sldChg>
      <pc:sldChg chg="modSp mod">
        <pc:chgData name="Tom Carter" userId="db1a6269-4a98-40f4-850a-a379349c8455" providerId="ADAL" clId="{ABAF003C-6A2E-48CA-BA6D-D6D12E9B1187}" dt="2026-08-03T12:18:22.383" v="84" actId="20577"/>
        <pc:sldMkLst>
          <pc:docMk/>
          <pc:sldMk cId="4165716277" sldId="260"/>
        </pc:sldMkLst>
        <pc:spChg chg="mod">
          <ac:chgData name="Tom Carter" userId="db1a6269-4a98-40f4-850a-a379349c8455" providerId="ADAL" clId="{ABAF003C-6A2E-48CA-BA6D-D6D12E9B1187}" dt="2026-08-03T12:18:22.383" v="84" actId="20577"/>
          <ac:spMkLst>
            <pc:docMk/>
            <pc:sldMk cId="4165716277" sldId="260"/>
            <ac:spMk id="2" creationId="{00000000-0000-0000-0000-000000000000}"/>
          </ac:spMkLst>
        </pc:spChg>
      </pc:sldChg>
      <pc:sldChg chg="modSp mod">
        <pc:chgData name="Tom Carter" userId="db1a6269-4a98-40f4-850a-a379349c8455" providerId="ADAL" clId="{ABAF003C-6A2E-48CA-BA6D-D6D12E9B1187}" dt="2026-08-03T12:18:36.533" v="88" actId="20577"/>
        <pc:sldMkLst>
          <pc:docMk/>
          <pc:sldMk cId="1570804248" sldId="261"/>
        </pc:sldMkLst>
        <pc:spChg chg="mod">
          <ac:chgData name="Tom Carter" userId="db1a6269-4a98-40f4-850a-a379349c8455" providerId="ADAL" clId="{ABAF003C-6A2E-48CA-BA6D-D6D12E9B1187}" dt="2026-08-03T12:18:36.533" v="88" actId="20577"/>
          <ac:spMkLst>
            <pc:docMk/>
            <pc:sldMk cId="1570804248" sldId="261"/>
            <ac:spMk id="2" creationId="{00000000-0000-0000-0000-000000000000}"/>
          </ac:spMkLst>
        </pc:spChg>
      </pc:sldChg>
      <pc:sldChg chg="modSp mod">
        <pc:chgData name="Tom Carter" userId="db1a6269-4a98-40f4-850a-a379349c8455" providerId="ADAL" clId="{ABAF003C-6A2E-48CA-BA6D-D6D12E9B1187}" dt="2026-08-03T12:18:53.105" v="90" actId="20577"/>
        <pc:sldMkLst>
          <pc:docMk/>
          <pc:sldMk cId="2182641102" sldId="262"/>
        </pc:sldMkLst>
        <pc:spChg chg="mod">
          <ac:chgData name="Tom Carter" userId="db1a6269-4a98-40f4-850a-a379349c8455" providerId="ADAL" clId="{ABAF003C-6A2E-48CA-BA6D-D6D12E9B1187}" dt="2026-08-03T12:18:53.105" v="90" actId="20577"/>
          <ac:spMkLst>
            <pc:docMk/>
            <pc:sldMk cId="2182641102" sldId="262"/>
            <ac:spMk id="5" creationId="{00000000-0000-0000-0000-000000000000}"/>
          </ac:spMkLst>
        </pc:spChg>
      </pc:sldChg>
      <pc:sldChg chg="modSp mod">
        <pc:chgData name="Tom Carter" userId="db1a6269-4a98-40f4-850a-a379349c8455" providerId="ADAL" clId="{ABAF003C-6A2E-48CA-BA6D-D6D12E9B1187}" dt="2026-08-03T12:19:09.858" v="95" actId="5793"/>
        <pc:sldMkLst>
          <pc:docMk/>
          <pc:sldMk cId="3689950685" sldId="263"/>
        </pc:sldMkLst>
        <pc:spChg chg="mod">
          <ac:chgData name="Tom Carter" userId="db1a6269-4a98-40f4-850a-a379349c8455" providerId="ADAL" clId="{ABAF003C-6A2E-48CA-BA6D-D6D12E9B1187}" dt="2026-08-03T12:19:09.858" v="95" actId="5793"/>
          <ac:spMkLst>
            <pc:docMk/>
            <pc:sldMk cId="3689950685" sldId="263"/>
            <ac:spMk id="2" creationId="{00000000-0000-0000-0000-000000000000}"/>
          </ac:spMkLst>
        </pc:spChg>
      </pc:sldChg>
      <pc:sldChg chg="modSp mod">
        <pc:chgData name="Tom Carter" userId="db1a6269-4a98-40f4-850a-a379349c8455" providerId="ADAL" clId="{ABAF003C-6A2E-48CA-BA6D-D6D12E9B1187}" dt="2026-08-03T12:19:32.515" v="102" actId="5793"/>
        <pc:sldMkLst>
          <pc:docMk/>
          <pc:sldMk cId="3547390113" sldId="264"/>
        </pc:sldMkLst>
        <pc:spChg chg="mod">
          <ac:chgData name="Tom Carter" userId="db1a6269-4a98-40f4-850a-a379349c8455" providerId="ADAL" clId="{ABAF003C-6A2E-48CA-BA6D-D6D12E9B1187}" dt="2026-08-03T12:19:32.515" v="102" actId="5793"/>
          <ac:spMkLst>
            <pc:docMk/>
            <pc:sldMk cId="3547390113" sldId="264"/>
            <ac:spMk id="2" creationId="{00000000-0000-0000-0000-000000000000}"/>
          </ac:spMkLst>
        </pc:spChg>
      </pc:sldChg>
      <pc:sldChg chg="modSp mod">
        <pc:chgData name="Tom Carter" userId="db1a6269-4a98-40f4-850a-a379349c8455" providerId="ADAL" clId="{ABAF003C-6A2E-48CA-BA6D-D6D12E9B1187}" dt="2026-08-03T12:19:55.689" v="110" actId="5793"/>
        <pc:sldMkLst>
          <pc:docMk/>
          <pc:sldMk cId="2282313707" sldId="265"/>
        </pc:sldMkLst>
        <pc:spChg chg="mod">
          <ac:chgData name="Tom Carter" userId="db1a6269-4a98-40f4-850a-a379349c8455" providerId="ADAL" clId="{ABAF003C-6A2E-48CA-BA6D-D6D12E9B1187}" dt="2026-08-03T12:19:55.689" v="110" actId="5793"/>
          <ac:spMkLst>
            <pc:docMk/>
            <pc:sldMk cId="2282313707" sldId="265"/>
            <ac:spMk id="2" creationId="{00000000-0000-0000-0000-000000000000}"/>
          </ac:spMkLst>
        </pc:spChg>
      </pc:sldChg>
      <pc:sldChg chg="modSp mod">
        <pc:chgData name="Tom Carter" userId="db1a6269-4a98-40f4-850a-a379349c8455" providerId="ADAL" clId="{ABAF003C-6A2E-48CA-BA6D-D6D12E9B1187}" dt="2026-08-03T12:20:13.538" v="118" actId="5793"/>
        <pc:sldMkLst>
          <pc:docMk/>
          <pc:sldMk cId="3186897047" sldId="266"/>
        </pc:sldMkLst>
        <pc:spChg chg="mod">
          <ac:chgData name="Tom Carter" userId="db1a6269-4a98-40f4-850a-a379349c8455" providerId="ADAL" clId="{ABAF003C-6A2E-48CA-BA6D-D6D12E9B1187}" dt="2026-08-03T12:20:13.538" v="118" actId="5793"/>
          <ac:spMkLst>
            <pc:docMk/>
            <pc:sldMk cId="3186897047" sldId="266"/>
            <ac:spMk id="2" creationId="{00000000-0000-0000-0000-000000000000}"/>
          </ac:spMkLst>
        </pc:spChg>
      </pc:sldChg>
      <pc:sldChg chg="modSp mod">
        <pc:chgData name="Tom Carter" userId="db1a6269-4a98-40f4-850a-a379349c8455" providerId="ADAL" clId="{ABAF003C-6A2E-48CA-BA6D-D6D12E9B1187}" dt="2026-08-03T12:20:28.963" v="123" actId="5793"/>
        <pc:sldMkLst>
          <pc:docMk/>
          <pc:sldMk cId="3519630557" sldId="267"/>
        </pc:sldMkLst>
        <pc:spChg chg="mod">
          <ac:chgData name="Tom Carter" userId="db1a6269-4a98-40f4-850a-a379349c8455" providerId="ADAL" clId="{ABAF003C-6A2E-48CA-BA6D-D6D12E9B1187}" dt="2026-08-03T12:20:28.963" v="123" actId="5793"/>
          <ac:spMkLst>
            <pc:docMk/>
            <pc:sldMk cId="3519630557" sldId="267"/>
            <ac:spMk id="2" creationId="{00000000-0000-0000-0000-000000000000}"/>
          </ac:spMkLst>
        </pc:spChg>
      </pc:sldChg>
      <pc:sldChg chg="modSp mod">
        <pc:chgData name="Tom Carter" userId="db1a6269-4a98-40f4-850a-a379349c8455" providerId="ADAL" clId="{ABAF003C-6A2E-48CA-BA6D-D6D12E9B1187}" dt="2026-08-03T12:20:41.526" v="127" actId="5793"/>
        <pc:sldMkLst>
          <pc:docMk/>
          <pc:sldMk cId="1891546972" sldId="268"/>
        </pc:sldMkLst>
        <pc:spChg chg="mod">
          <ac:chgData name="Tom Carter" userId="db1a6269-4a98-40f4-850a-a379349c8455" providerId="ADAL" clId="{ABAF003C-6A2E-48CA-BA6D-D6D12E9B1187}" dt="2026-08-03T12:20:41.526" v="127" actId="5793"/>
          <ac:spMkLst>
            <pc:docMk/>
            <pc:sldMk cId="1891546972" sldId="268"/>
            <ac:spMk id="2" creationId="{00000000-0000-0000-0000-000000000000}"/>
          </ac:spMkLst>
        </pc:spChg>
      </pc:sldChg>
      <pc:sldChg chg="modSp mod">
        <pc:chgData name="Tom Carter" userId="db1a6269-4a98-40f4-850a-a379349c8455" providerId="ADAL" clId="{ABAF003C-6A2E-48CA-BA6D-D6D12E9B1187}" dt="2026-08-03T12:21:48.387" v="139" actId="20577"/>
        <pc:sldMkLst>
          <pc:docMk/>
          <pc:sldMk cId="1422296933" sldId="269"/>
        </pc:sldMkLst>
        <pc:spChg chg="mod">
          <ac:chgData name="Tom Carter" userId="db1a6269-4a98-40f4-850a-a379349c8455" providerId="ADAL" clId="{ABAF003C-6A2E-48CA-BA6D-D6D12E9B1187}" dt="2026-08-03T12:21:48.387" v="139" actId="20577"/>
          <ac:spMkLst>
            <pc:docMk/>
            <pc:sldMk cId="1422296933" sldId="269"/>
            <ac:spMk id="4" creationId="{00000000-0000-0000-0000-000000000000}"/>
          </ac:spMkLst>
        </pc:spChg>
      </pc:sldChg>
      <pc:sldChg chg="modSp mod">
        <pc:chgData name="Tom Carter" userId="db1a6269-4a98-40f4-850a-a379349c8455" providerId="ADAL" clId="{ABAF003C-6A2E-48CA-BA6D-D6D12E9B1187}" dt="2026-08-03T12:25:17.206" v="149" actId="5793"/>
        <pc:sldMkLst>
          <pc:docMk/>
          <pc:sldMk cId="3105787337" sldId="270"/>
        </pc:sldMkLst>
        <pc:spChg chg="mod">
          <ac:chgData name="Tom Carter" userId="db1a6269-4a98-40f4-850a-a379349c8455" providerId="ADAL" clId="{ABAF003C-6A2E-48CA-BA6D-D6D12E9B1187}" dt="2026-08-03T12:24:53.942" v="144" actId="255"/>
          <ac:spMkLst>
            <pc:docMk/>
            <pc:sldMk cId="3105787337" sldId="270"/>
            <ac:spMk id="2" creationId="{00000000-0000-0000-0000-000000000000}"/>
          </ac:spMkLst>
        </pc:spChg>
        <pc:spChg chg="mod">
          <ac:chgData name="Tom Carter" userId="db1a6269-4a98-40f4-850a-a379349c8455" providerId="ADAL" clId="{ABAF003C-6A2E-48CA-BA6D-D6D12E9B1187}" dt="2026-08-03T12:25:17.206" v="149" actId="5793"/>
          <ac:spMkLst>
            <pc:docMk/>
            <pc:sldMk cId="3105787337" sldId="270"/>
            <ac:spMk id="4" creationId="{00000000-0000-0000-0000-000000000000}"/>
          </ac:spMkLst>
        </pc:spChg>
        <pc:spChg chg="mod">
          <ac:chgData name="Tom Carter" userId="db1a6269-4a98-40f4-850a-a379349c8455" providerId="ADAL" clId="{ABAF003C-6A2E-48CA-BA6D-D6D12E9B1187}" dt="2026-08-03T12:25:13.341" v="148" actId="5793"/>
          <ac:spMkLst>
            <pc:docMk/>
            <pc:sldMk cId="3105787337" sldId="270"/>
            <ac:spMk id="5" creationId="{00000000-0000-0000-0000-000000000000}"/>
          </ac:spMkLst>
        </pc:spChg>
      </pc:sldChg>
      <pc:sldChg chg="modSp mod">
        <pc:chgData name="Tom Carter" userId="db1a6269-4a98-40f4-850a-a379349c8455" providerId="ADAL" clId="{ABAF003C-6A2E-48CA-BA6D-D6D12E9B1187}" dt="2026-08-03T12:28:15.364" v="165" actId="20577"/>
        <pc:sldMkLst>
          <pc:docMk/>
          <pc:sldMk cId="234708568" sldId="272"/>
        </pc:sldMkLst>
        <pc:spChg chg="mod">
          <ac:chgData name="Tom Carter" userId="db1a6269-4a98-40f4-850a-a379349c8455" providerId="ADAL" clId="{ABAF003C-6A2E-48CA-BA6D-D6D12E9B1187}" dt="2026-08-03T12:28:15.364" v="165" actId="20577"/>
          <ac:spMkLst>
            <pc:docMk/>
            <pc:sldMk cId="234708568" sldId="272"/>
            <ac:spMk id="2" creationId="{00000000-0000-0000-0000-000000000000}"/>
          </ac:spMkLst>
        </pc:spChg>
      </pc:sldChg>
      <pc:sldChg chg="modSp mod">
        <pc:chgData name="Tom Carter" userId="db1a6269-4a98-40f4-850a-a379349c8455" providerId="ADAL" clId="{ABAF003C-6A2E-48CA-BA6D-D6D12E9B1187}" dt="2026-08-03T12:29:43.569" v="178" actId="5793"/>
        <pc:sldMkLst>
          <pc:docMk/>
          <pc:sldMk cId="705527505" sldId="273"/>
        </pc:sldMkLst>
        <pc:spChg chg="mod">
          <ac:chgData name="Tom Carter" userId="db1a6269-4a98-40f4-850a-a379349c8455" providerId="ADAL" clId="{ABAF003C-6A2E-48CA-BA6D-D6D12E9B1187}" dt="2026-08-03T12:29:43.569" v="178" actId="5793"/>
          <ac:spMkLst>
            <pc:docMk/>
            <pc:sldMk cId="705527505" sldId="273"/>
            <ac:spMk id="2" creationId="{00000000-0000-0000-0000-000000000000}"/>
          </ac:spMkLst>
        </pc:spChg>
        <pc:spChg chg="mod">
          <ac:chgData name="Tom Carter" userId="db1a6269-4a98-40f4-850a-a379349c8455" providerId="ADAL" clId="{ABAF003C-6A2E-48CA-BA6D-D6D12E9B1187}" dt="2026-08-03T12:29:32.185" v="177" actId="20577"/>
          <ac:spMkLst>
            <pc:docMk/>
            <pc:sldMk cId="705527505" sldId="273"/>
            <ac:spMk id="4" creationId="{00000000-0000-0000-0000-000000000000}"/>
          </ac:spMkLst>
        </pc:spChg>
      </pc:sldChg>
      <pc:sldChg chg="modSp mod">
        <pc:chgData name="Tom Carter" userId="db1a6269-4a98-40f4-850a-a379349c8455" providerId="ADAL" clId="{ABAF003C-6A2E-48CA-BA6D-D6D12E9B1187}" dt="2026-08-03T12:30:01.327" v="182" actId="20577"/>
        <pc:sldMkLst>
          <pc:docMk/>
          <pc:sldMk cId="3327223631" sldId="274"/>
        </pc:sldMkLst>
        <pc:spChg chg="mod">
          <ac:chgData name="Tom Carter" userId="db1a6269-4a98-40f4-850a-a379349c8455" providerId="ADAL" clId="{ABAF003C-6A2E-48CA-BA6D-D6D12E9B1187}" dt="2026-08-03T12:30:01.327" v="182" actId="20577"/>
          <ac:spMkLst>
            <pc:docMk/>
            <pc:sldMk cId="3327223631" sldId="274"/>
            <ac:spMk id="2" creationId="{00000000-0000-0000-0000-000000000000}"/>
          </ac:spMkLst>
        </pc:spChg>
      </pc:sldChg>
      <pc:sldChg chg="modSp mod">
        <pc:chgData name="Tom Carter" userId="db1a6269-4a98-40f4-850a-a379349c8455" providerId="ADAL" clId="{ABAF003C-6A2E-48CA-BA6D-D6D12E9B1187}" dt="2026-08-03T12:30:11.896" v="186" actId="5793"/>
        <pc:sldMkLst>
          <pc:docMk/>
          <pc:sldMk cId="4292148783" sldId="275"/>
        </pc:sldMkLst>
        <pc:spChg chg="mod">
          <ac:chgData name="Tom Carter" userId="db1a6269-4a98-40f4-850a-a379349c8455" providerId="ADAL" clId="{ABAF003C-6A2E-48CA-BA6D-D6D12E9B1187}" dt="2026-08-03T12:30:11.896" v="186" actId="5793"/>
          <ac:spMkLst>
            <pc:docMk/>
            <pc:sldMk cId="4292148783" sldId="275"/>
            <ac:spMk id="2" creationId="{00000000-0000-0000-0000-000000000000}"/>
          </ac:spMkLst>
        </pc:spChg>
      </pc:sldChg>
      <pc:sldChg chg="modSp mod">
        <pc:chgData name="Tom Carter" userId="db1a6269-4a98-40f4-850a-a379349c8455" providerId="ADAL" clId="{ABAF003C-6A2E-48CA-BA6D-D6D12E9B1187}" dt="2026-08-03T12:34:06.137" v="189" actId="5793"/>
        <pc:sldMkLst>
          <pc:docMk/>
          <pc:sldMk cId="2381687603" sldId="276"/>
        </pc:sldMkLst>
        <pc:spChg chg="mod">
          <ac:chgData name="Tom Carter" userId="db1a6269-4a98-40f4-850a-a379349c8455" providerId="ADAL" clId="{ABAF003C-6A2E-48CA-BA6D-D6D12E9B1187}" dt="2026-08-03T12:34:06.137" v="189" actId="5793"/>
          <ac:spMkLst>
            <pc:docMk/>
            <pc:sldMk cId="2381687603" sldId="276"/>
            <ac:spMk id="2" creationId="{00000000-0000-0000-0000-000000000000}"/>
          </ac:spMkLst>
        </pc:spChg>
      </pc:sldChg>
      <pc:sldChg chg="modSp mod modNotesTx">
        <pc:chgData name="Tom Carter" userId="db1a6269-4a98-40f4-850a-a379349c8455" providerId="ADAL" clId="{ABAF003C-6A2E-48CA-BA6D-D6D12E9B1187}" dt="2026-08-03T12:34:31.550" v="196" actId="20577"/>
        <pc:sldMkLst>
          <pc:docMk/>
          <pc:sldMk cId="1683799590" sldId="277"/>
        </pc:sldMkLst>
        <pc:spChg chg="mod">
          <ac:chgData name="Tom Carter" userId="db1a6269-4a98-40f4-850a-a379349c8455" providerId="ADAL" clId="{ABAF003C-6A2E-48CA-BA6D-D6D12E9B1187}" dt="2026-08-03T12:34:23.644" v="194" actId="5793"/>
          <ac:spMkLst>
            <pc:docMk/>
            <pc:sldMk cId="1683799590" sldId="277"/>
            <ac:spMk id="2" creationId="{00000000-0000-0000-0000-000000000000}"/>
          </ac:spMkLst>
        </pc:spChg>
      </pc:sldChg>
      <pc:sldChg chg="modSp mod">
        <pc:chgData name="Tom Carter" userId="db1a6269-4a98-40f4-850a-a379349c8455" providerId="ADAL" clId="{ABAF003C-6A2E-48CA-BA6D-D6D12E9B1187}" dt="2026-08-03T12:34:48.454" v="201" actId="2710"/>
        <pc:sldMkLst>
          <pc:docMk/>
          <pc:sldMk cId="496708101" sldId="278"/>
        </pc:sldMkLst>
        <pc:spChg chg="mod">
          <ac:chgData name="Tom Carter" userId="db1a6269-4a98-40f4-850a-a379349c8455" providerId="ADAL" clId="{ABAF003C-6A2E-48CA-BA6D-D6D12E9B1187}" dt="2026-08-03T12:34:48.454" v="201" actId="2710"/>
          <ac:spMkLst>
            <pc:docMk/>
            <pc:sldMk cId="496708101" sldId="278"/>
            <ac:spMk id="2" creationId="{00000000-0000-0000-0000-000000000000}"/>
          </ac:spMkLst>
        </pc:spChg>
      </pc:sldChg>
      <pc:sldChg chg="modSp mod">
        <pc:chgData name="Tom Carter" userId="db1a6269-4a98-40f4-850a-a379349c8455" providerId="ADAL" clId="{ABAF003C-6A2E-48CA-BA6D-D6D12E9B1187}" dt="2026-08-03T12:35:23.506" v="209" actId="2710"/>
        <pc:sldMkLst>
          <pc:docMk/>
          <pc:sldMk cId="860306616" sldId="279"/>
        </pc:sldMkLst>
        <pc:spChg chg="mod">
          <ac:chgData name="Tom Carter" userId="db1a6269-4a98-40f4-850a-a379349c8455" providerId="ADAL" clId="{ABAF003C-6A2E-48CA-BA6D-D6D12E9B1187}" dt="2026-08-03T12:35:23.506" v="209" actId="2710"/>
          <ac:spMkLst>
            <pc:docMk/>
            <pc:sldMk cId="860306616" sldId="279"/>
            <ac:spMk id="2" creationId="{00000000-0000-0000-0000-000000000000}"/>
          </ac:spMkLst>
        </pc:spChg>
      </pc:sldChg>
      <pc:sldChg chg="modSp mod modNotesTx">
        <pc:chgData name="Tom Carter" userId="db1a6269-4a98-40f4-850a-a379349c8455" providerId="ADAL" clId="{ABAF003C-6A2E-48CA-BA6D-D6D12E9B1187}" dt="2026-08-03T12:36:34.087" v="215" actId="20577"/>
        <pc:sldMkLst>
          <pc:docMk/>
          <pc:sldMk cId="2789365266" sldId="280"/>
        </pc:sldMkLst>
        <pc:spChg chg="mod">
          <ac:chgData name="Tom Carter" userId="db1a6269-4a98-40f4-850a-a379349c8455" providerId="ADAL" clId="{ABAF003C-6A2E-48CA-BA6D-D6D12E9B1187}" dt="2026-08-03T12:36:34.087" v="215" actId="20577"/>
          <ac:spMkLst>
            <pc:docMk/>
            <pc:sldMk cId="2789365266" sldId="280"/>
            <ac:spMk id="2" creationId="{00000000-0000-0000-0000-000000000000}"/>
          </ac:spMkLst>
        </pc:spChg>
        <pc:spChg chg="mod">
          <ac:chgData name="Tom Carter" userId="db1a6269-4a98-40f4-850a-a379349c8455" providerId="ADAL" clId="{ABAF003C-6A2E-48CA-BA6D-D6D12E9B1187}" dt="2026-08-03T12:35:18.562" v="207" actId="1036"/>
          <ac:spMkLst>
            <pc:docMk/>
            <pc:sldMk cId="2789365266" sldId="280"/>
            <ac:spMk id="3" creationId="{00000000-0000-0000-0000-000000000000}"/>
          </ac:spMkLst>
        </pc:spChg>
      </pc:sldChg>
      <pc:sldChg chg="modSp mod">
        <pc:chgData name="Tom Carter" userId="db1a6269-4a98-40f4-850a-a379349c8455" providerId="ADAL" clId="{ABAF003C-6A2E-48CA-BA6D-D6D12E9B1187}" dt="2026-08-03T12:36:46.264" v="219" actId="5793"/>
        <pc:sldMkLst>
          <pc:docMk/>
          <pc:sldMk cId="596558403" sldId="281"/>
        </pc:sldMkLst>
        <pc:spChg chg="mod">
          <ac:chgData name="Tom Carter" userId="db1a6269-4a98-40f4-850a-a379349c8455" providerId="ADAL" clId="{ABAF003C-6A2E-48CA-BA6D-D6D12E9B1187}" dt="2026-08-03T12:36:46.264" v="219" actId="5793"/>
          <ac:spMkLst>
            <pc:docMk/>
            <pc:sldMk cId="596558403" sldId="281"/>
            <ac:spMk id="2" creationId="{00000000-0000-0000-0000-000000000000}"/>
          </ac:spMkLst>
        </pc:spChg>
      </pc:sldChg>
      <pc:sldChg chg="modSp mod">
        <pc:chgData name="Tom Carter" userId="db1a6269-4a98-40f4-850a-a379349c8455" providerId="ADAL" clId="{ABAF003C-6A2E-48CA-BA6D-D6D12E9B1187}" dt="2026-08-03T12:37:19.256" v="227" actId="255"/>
        <pc:sldMkLst>
          <pc:docMk/>
          <pc:sldMk cId="3037338388" sldId="282"/>
        </pc:sldMkLst>
        <pc:spChg chg="mod">
          <ac:chgData name="Tom Carter" userId="db1a6269-4a98-40f4-850a-a379349c8455" providerId="ADAL" clId="{ABAF003C-6A2E-48CA-BA6D-D6D12E9B1187}" dt="2026-08-03T12:37:19.256" v="227" actId="255"/>
          <ac:spMkLst>
            <pc:docMk/>
            <pc:sldMk cId="3037338388" sldId="282"/>
            <ac:spMk id="2" creationId="{00000000-0000-0000-0000-000000000000}"/>
          </ac:spMkLst>
        </pc:spChg>
      </pc:sldChg>
      <pc:sldChg chg="modSp mod">
        <pc:chgData name="Tom Carter" userId="db1a6269-4a98-40f4-850a-a379349c8455" providerId="ADAL" clId="{ABAF003C-6A2E-48CA-BA6D-D6D12E9B1187}" dt="2026-08-03T12:37:28.726" v="230" actId="5793"/>
        <pc:sldMkLst>
          <pc:docMk/>
          <pc:sldMk cId="390755624" sldId="283"/>
        </pc:sldMkLst>
        <pc:spChg chg="mod">
          <ac:chgData name="Tom Carter" userId="db1a6269-4a98-40f4-850a-a379349c8455" providerId="ADAL" clId="{ABAF003C-6A2E-48CA-BA6D-D6D12E9B1187}" dt="2026-08-03T12:37:28.726" v="230" actId="5793"/>
          <ac:spMkLst>
            <pc:docMk/>
            <pc:sldMk cId="390755624" sldId="283"/>
            <ac:spMk id="2" creationId="{00000000-0000-0000-0000-000000000000}"/>
          </ac:spMkLst>
        </pc:spChg>
      </pc:sldChg>
      <pc:sldChg chg="del">
        <pc:chgData name="Tom Carter" userId="db1a6269-4a98-40f4-850a-a379349c8455" providerId="ADAL" clId="{ABAF003C-6A2E-48CA-BA6D-D6D12E9B1187}" dt="2026-08-03T12:10:12.152" v="57" actId="2696"/>
        <pc:sldMkLst>
          <pc:docMk/>
          <pc:sldMk cId="1464739154" sldId="371"/>
        </pc:sldMkLst>
      </pc:sldChg>
      <pc:sldMasterChg chg="delSldLayout">
        <pc:chgData name="Tom Carter" userId="db1a6269-4a98-40f4-850a-a379349c8455" providerId="ADAL" clId="{ABAF003C-6A2E-48CA-BA6D-D6D12E9B1187}" dt="2026-08-03T12:10:12.152" v="57" actId="2696"/>
        <pc:sldMasterMkLst>
          <pc:docMk/>
          <pc:sldMasterMk cId="1077791022" sldId="2147485431"/>
        </pc:sldMasterMkLst>
        <pc:sldLayoutChg chg="del">
          <pc:chgData name="Tom Carter" userId="db1a6269-4a98-40f4-850a-a379349c8455" providerId="ADAL" clId="{ABAF003C-6A2E-48CA-BA6D-D6D12E9B1187}" dt="2026-08-03T12:10:12.152" v="57" actId="2696"/>
          <pc:sldLayoutMkLst>
            <pc:docMk/>
            <pc:sldMasterMk cId="1077791022" sldId="2147485431"/>
            <pc:sldLayoutMk cId="2755024234" sldId="2147485851"/>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7B394A5-FD1F-430F-BB3A-F7878AC293E0}"/>
              </a:ext>
            </a:extLst>
          </p:cNvPr>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4" name="Footer Placeholder 3">
            <a:extLst>
              <a:ext uri="{FF2B5EF4-FFF2-40B4-BE49-F238E27FC236}">
                <a16:creationId xmlns:a16="http://schemas.microsoft.com/office/drawing/2014/main" id="{363CE605-DAD4-4C64-BE6E-BE3D8E5504AE}"/>
              </a:ext>
            </a:extLst>
          </p:cNvPr>
          <p:cNvSpPr>
            <a:spLocks noGrp="1"/>
          </p:cNvSpPr>
          <p:nvPr>
            <p:ph type="ftr" sz="quarter" idx="2"/>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5" name="Slide Number Placeholder 4">
            <a:extLst>
              <a:ext uri="{FF2B5EF4-FFF2-40B4-BE49-F238E27FC236}">
                <a16:creationId xmlns:a16="http://schemas.microsoft.com/office/drawing/2014/main" id="{5F699187-58AF-4D6B-8526-D5C98A6AF82B}"/>
              </a:ext>
            </a:extLst>
          </p:cNvPr>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charset="0"/>
                <a:ea typeface="ＭＳ Ｐゴシック" charset="-128"/>
              </a:defRPr>
            </a:lvl1pPr>
          </a:lstStyle>
          <a:p>
            <a:pPr>
              <a:defRPr/>
            </a:pPr>
            <a:fld id="{79C45C6D-DBFC-4B67-A8DE-9C2360ACC98E}" type="slidenum">
              <a:rPr lang="en-US" altLang="en-US"/>
              <a:pPr>
                <a:defRPr/>
              </a:pPr>
              <a:t>‹#›</a:t>
            </a:fld>
            <a:endParaRPr lang="en-US" altLang="en-US"/>
          </a:p>
        </p:txBody>
      </p:sp>
    </p:spTree>
    <p:extLst>
      <p:ext uri="{BB962C8B-B14F-4D97-AF65-F5344CB8AC3E}">
        <p14:creationId xmlns:p14="http://schemas.microsoft.com/office/powerpoint/2010/main" val="85318220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97C0424-39BA-4205-9510-7D8372B40FAD}"/>
              </a:ext>
            </a:extLst>
          </p:cNvPr>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3" name="Date Placeholder 2">
            <a:extLst>
              <a:ext uri="{FF2B5EF4-FFF2-40B4-BE49-F238E27FC236}">
                <a16:creationId xmlns:a16="http://schemas.microsoft.com/office/drawing/2014/main" id="{190861BC-4E89-4909-9F41-7A6E20183733}"/>
              </a:ext>
            </a:extLst>
          </p:cNvPr>
          <p:cNvSpPr>
            <a:spLocks noGrp="1"/>
          </p:cNvSpPr>
          <p:nvPr>
            <p:ph type="dt" idx="1"/>
          </p:nvPr>
        </p:nvSpPr>
        <p:spPr>
          <a:xfrm>
            <a:off x="3884613" y="0"/>
            <a:ext cx="2971800" cy="458788"/>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Calibri" charset="0"/>
                <a:ea typeface="ＭＳ Ｐゴシック" charset="-128"/>
              </a:defRPr>
            </a:lvl1pPr>
          </a:lstStyle>
          <a:p>
            <a:pPr>
              <a:defRPr/>
            </a:pPr>
            <a:fld id="{5B25F150-DB0B-4758-AFA9-222A6E446235}" type="datetimeFigureOut">
              <a:rPr lang="en-US" altLang="en-US"/>
              <a:pPr>
                <a:defRPr/>
              </a:pPr>
              <a:t>8/3/2026</a:t>
            </a:fld>
            <a:endParaRPr lang="en-US" altLang="en-US"/>
          </a:p>
        </p:txBody>
      </p:sp>
      <p:sp>
        <p:nvSpPr>
          <p:cNvPr id="4" name="Slide Image Placeholder 3">
            <a:extLst>
              <a:ext uri="{FF2B5EF4-FFF2-40B4-BE49-F238E27FC236}">
                <a16:creationId xmlns:a16="http://schemas.microsoft.com/office/drawing/2014/main" id="{D5B20C51-CC4D-4C34-9C63-92F50CE02E99}"/>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DAC138B7-E2A5-4B5D-ADC2-E53A511B52FC}"/>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Footer Placeholder 5">
            <a:extLst>
              <a:ext uri="{FF2B5EF4-FFF2-40B4-BE49-F238E27FC236}">
                <a16:creationId xmlns:a16="http://schemas.microsoft.com/office/drawing/2014/main" id="{59A61A1A-4481-471C-A253-BE997586AA04}"/>
              </a:ext>
            </a:extLst>
          </p:cNvPr>
          <p:cNvSpPr>
            <a:spLocks noGrp="1"/>
          </p:cNvSpPr>
          <p:nvPr>
            <p:ph type="ftr" sz="quarter" idx="4"/>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7" name="Slide Number Placeholder 6">
            <a:extLst>
              <a:ext uri="{FF2B5EF4-FFF2-40B4-BE49-F238E27FC236}">
                <a16:creationId xmlns:a16="http://schemas.microsoft.com/office/drawing/2014/main" id="{1BC0DDD9-A1C6-46BA-89ED-AF0DD2672605}"/>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charset="0"/>
                <a:ea typeface="ＭＳ Ｐゴシック" charset="-128"/>
              </a:defRPr>
            </a:lvl1pPr>
          </a:lstStyle>
          <a:p>
            <a:pPr>
              <a:defRPr/>
            </a:pPr>
            <a:fld id="{3B16354E-6974-4833-AB87-3220A0835E84}" type="slidenum">
              <a:rPr lang="en-US" altLang="en-US"/>
              <a:pPr>
                <a:defRPr/>
              </a:pPr>
              <a:t>‹#›</a:t>
            </a:fld>
            <a:endParaRPr lang="en-US" altLang="en-US"/>
          </a:p>
        </p:txBody>
      </p:sp>
    </p:spTree>
    <p:extLst>
      <p:ext uri="{BB962C8B-B14F-4D97-AF65-F5344CB8AC3E}">
        <p14:creationId xmlns:p14="http://schemas.microsoft.com/office/powerpoint/2010/main" val="976758004"/>
      </p:ext>
    </p:extLst>
  </p:cSld>
  <p:clrMap bg1="lt1" tx1="dk1" bg2="lt2" tx2="dk2" accent1="accent1" accent2="accent2" accent3="accent3" accent4="accent4" accent5="accent5" accent6="accent6" hlink="hlink" folHlink="folHlink"/>
  <p:notesStyle>
    <a:lvl1pPr algn="l" rtl="0" eaLnBrk="0" fontAlgn="base" hangingPunct="0">
      <a:spcBef>
        <a:spcPts val="600"/>
      </a:spcBef>
      <a:spcAft>
        <a:spcPct val="0"/>
      </a:spcAft>
      <a:defRPr sz="1200" kern="1200">
        <a:solidFill>
          <a:schemeClr val="tx1"/>
        </a:solidFill>
        <a:latin typeface="+mn-lt"/>
        <a:ea typeface="ＭＳ Ｐゴシック" charset="0"/>
        <a:cs typeface="ＭＳ Ｐゴシック" charset="0"/>
      </a:defRPr>
    </a:lvl1pPr>
    <a:lvl2pPr marL="457200" algn="l" rtl="0" eaLnBrk="0" fontAlgn="base" hangingPunct="0">
      <a:spcBef>
        <a:spcPts val="0"/>
      </a:spcBef>
      <a:spcAft>
        <a:spcPct val="0"/>
      </a:spcAft>
      <a:defRPr sz="1200" kern="1200">
        <a:solidFill>
          <a:schemeClr val="tx1"/>
        </a:solidFill>
        <a:latin typeface="+mn-lt"/>
        <a:ea typeface="ＭＳ Ｐゴシック" charset="0"/>
        <a:cs typeface="+mn-cs"/>
      </a:defRPr>
    </a:lvl2pPr>
    <a:lvl3pPr marL="914400" algn="l" rtl="0" eaLnBrk="0" fontAlgn="base" hangingPunct="0">
      <a:spcBef>
        <a:spcPts val="0"/>
      </a:spcBef>
      <a:spcAft>
        <a:spcPct val="0"/>
      </a:spcAft>
      <a:defRPr sz="1200" kern="1200">
        <a:solidFill>
          <a:schemeClr val="tx1"/>
        </a:solidFill>
        <a:latin typeface="+mn-lt"/>
        <a:ea typeface="ＭＳ Ｐゴシック" charset="0"/>
        <a:cs typeface="+mn-cs"/>
      </a:defRPr>
    </a:lvl3pPr>
    <a:lvl4pPr marL="1371600" algn="l" rtl="0" eaLnBrk="0" fontAlgn="base" hangingPunct="0">
      <a:spcBef>
        <a:spcPts val="0"/>
      </a:spcBef>
      <a:spcAft>
        <a:spcPct val="0"/>
      </a:spcAft>
      <a:defRPr sz="1200" kern="1200">
        <a:solidFill>
          <a:schemeClr val="tx1"/>
        </a:solidFill>
        <a:latin typeface="+mn-lt"/>
        <a:ea typeface="ＭＳ Ｐゴシック" charset="0"/>
        <a:cs typeface="+mn-cs"/>
      </a:defRPr>
    </a:lvl4pPr>
    <a:lvl5pPr marL="1828800" algn="l" rtl="0" eaLnBrk="0" fontAlgn="base" hangingPunct="0">
      <a:spcBef>
        <a:spcPts val="0"/>
      </a:spcBef>
      <a:spcAft>
        <a:spcPct val="0"/>
      </a:spcAft>
      <a:defRPr sz="1200" kern="1200">
        <a:solidFill>
          <a:schemeClr val="tx1"/>
        </a:solidFill>
        <a:latin typeface="+mn-lt"/>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2</a:t>
            </a:fld>
            <a:endParaRPr lang="en-US" altLang="en-US" dirty="0"/>
          </a:p>
        </p:txBody>
      </p:sp>
    </p:spTree>
    <p:extLst>
      <p:ext uri="{BB962C8B-B14F-4D97-AF65-F5344CB8AC3E}">
        <p14:creationId xmlns:p14="http://schemas.microsoft.com/office/powerpoint/2010/main" val="9294191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As mobile devices are becoming more popular, and applications</a:t>
            </a:r>
            <a:r>
              <a:rPr lang="en-GB" baseline="0" dirty="0"/>
              <a:t> are consumed by more people, developers have to find a balance between complex-dynamic graphics and application performance.</a:t>
            </a:r>
          </a:p>
          <a:p>
            <a:endParaRPr lang="en-GB" baseline="0" dirty="0"/>
          </a:p>
          <a:p>
            <a:r>
              <a:rPr lang="en-GB" baseline="0" dirty="0"/>
              <a:t>There is an ever-present trade-off between performance and detail. If we want a scene to look realistic, it generally requires a large number of vertices and calculations. This diminishes the performance of the graphics/application. However, if we simply focus on keeping the performance at an optimal level, this may diminish the visual appeal of the graphics.</a:t>
            </a:r>
          </a:p>
          <a:p>
            <a:endParaRPr lang="en-GB" baseline="0" dirty="0"/>
          </a:p>
          <a:p>
            <a:r>
              <a:rPr lang="en-GB" baseline="0" dirty="0"/>
              <a:t>A balance of the two is good, and there are some methods we can use in order to achieve the best balance.</a:t>
            </a:r>
          </a:p>
          <a:p>
            <a:endParaRPr lang="en-GB" baseline="0" dirty="0"/>
          </a:p>
          <a:p>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3</a:t>
            </a:fld>
            <a:endParaRPr lang="en-GB"/>
          </a:p>
        </p:txBody>
      </p:sp>
    </p:spTree>
    <p:extLst>
      <p:ext uri="{BB962C8B-B14F-4D97-AF65-F5344CB8AC3E}">
        <p14:creationId xmlns:p14="http://schemas.microsoft.com/office/powerpoint/2010/main" val="39919275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lvl="1" indent="0">
              <a:buFont typeface="Arial" panose="020B0604020202020204" pitchFamily="34" charset="0"/>
              <a:buNone/>
            </a:pPr>
            <a:endParaRPr lang="en-GB" baseline="0" dirty="0"/>
          </a:p>
        </p:txBody>
      </p:sp>
      <p:sp>
        <p:nvSpPr>
          <p:cNvPr id="4" name="Slide Number Placeholder 3"/>
          <p:cNvSpPr>
            <a:spLocks noGrp="1"/>
          </p:cNvSpPr>
          <p:nvPr>
            <p:ph type="sldNum" sz="quarter" idx="10"/>
          </p:nvPr>
        </p:nvSpPr>
        <p:spPr/>
        <p:txBody>
          <a:bodyPr/>
          <a:lstStyle/>
          <a:p>
            <a:fld id="{7E30B4F9-F56B-4B1F-A7F6-68D0E6BDFCA5}" type="slidenum">
              <a:rPr lang="en-GB" smtClean="0"/>
              <a:t>4</a:t>
            </a:fld>
            <a:endParaRPr lang="en-GB"/>
          </a:p>
        </p:txBody>
      </p:sp>
    </p:spTree>
    <p:extLst>
      <p:ext uri="{BB962C8B-B14F-4D97-AF65-F5344CB8AC3E}">
        <p14:creationId xmlns:p14="http://schemas.microsoft.com/office/powerpoint/2010/main" val="40552228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Bump mapping is a method commonly used in the rendering</a:t>
            </a:r>
            <a:r>
              <a:rPr lang="en-GB" baseline="0" dirty="0"/>
              <a:t> of graphics. It is used to simulate the  bumps and divots on an object’s surface, without actually altering the model itself. Instead, it uses lighting and surface </a:t>
            </a:r>
            <a:r>
              <a:rPr lang="en-GB" baseline="0" dirty="0" err="1"/>
              <a:t>normals</a:t>
            </a:r>
            <a:r>
              <a:rPr lang="en-GB" baseline="0" dirty="0"/>
              <a:t> to create the illusion of displacements on the model. </a:t>
            </a:r>
          </a:p>
          <a:p>
            <a:endParaRPr lang="en-GB" baseline="0" dirty="0"/>
          </a:p>
          <a:p>
            <a:r>
              <a:rPr lang="en-GB" baseline="0" dirty="0"/>
              <a:t>As we can see in the image here, the model on the left is a perfect sphere, whereas the model on the right has bumps. These bumps are created by the lighting interacting with created surface </a:t>
            </a:r>
            <a:r>
              <a:rPr lang="en-GB" baseline="0" dirty="0" err="1"/>
              <a:t>normals</a:t>
            </a:r>
            <a:r>
              <a:rPr lang="en-GB" baseline="0" dirty="0"/>
              <a:t>.</a:t>
            </a:r>
          </a:p>
          <a:p>
            <a:endParaRPr lang="en-GB" baseline="0" dirty="0"/>
          </a:p>
          <a:p>
            <a:r>
              <a:rPr lang="en-GB" baseline="0" dirty="0"/>
              <a:t>Picture source: https://en.wikipedia.org/wiki/Bump_mapping#/media/File:Bump_map_vs_isosurface2.png</a:t>
            </a:r>
          </a:p>
          <a:p>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5</a:t>
            </a:fld>
            <a:endParaRPr lang="en-GB"/>
          </a:p>
        </p:txBody>
      </p:sp>
    </p:spTree>
    <p:extLst>
      <p:ext uri="{BB962C8B-B14F-4D97-AF65-F5344CB8AC3E}">
        <p14:creationId xmlns:p14="http://schemas.microsoft.com/office/powerpoint/2010/main" val="24136766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a:t>Normal mapping is an implementation of bump mapping.</a:t>
            </a:r>
            <a:r>
              <a:rPr lang="en-GB" baseline="0" dirty="0"/>
              <a:t> Normal mapping</a:t>
            </a:r>
            <a:r>
              <a:rPr lang="en-GB" dirty="0"/>
              <a:t> is achieved without the use of any extra polygons. This means that not only is it more graphically complex, it is also comparably better in terms of performance.</a:t>
            </a:r>
            <a:r>
              <a:rPr lang="en-GB" baseline="0" dirty="0"/>
              <a:t> </a:t>
            </a:r>
            <a:r>
              <a:rPr lang="en-GB" dirty="0"/>
              <a:t>A complex geometry</a:t>
            </a:r>
            <a:r>
              <a:rPr lang="en-GB" baseline="0" dirty="0"/>
              <a:t> is created, which includes the direction of all the surface </a:t>
            </a:r>
            <a:r>
              <a:rPr lang="en-GB" baseline="0" dirty="0" err="1"/>
              <a:t>normals</a:t>
            </a:r>
            <a:r>
              <a:rPr lang="en-GB" baseline="0" dirty="0"/>
              <a:t>. The </a:t>
            </a:r>
            <a:r>
              <a:rPr lang="en-GB" baseline="0" dirty="0" err="1"/>
              <a:t>normals</a:t>
            </a:r>
            <a:r>
              <a:rPr lang="en-GB" baseline="0" dirty="0"/>
              <a:t> are then saved in a texture and applied to a simple geometry, making it look more realistic.</a:t>
            </a:r>
          </a:p>
          <a:p>
            <a:pPr marL="0" marR="0" indent="0" algn="l" defTabSz="914400" rtl="0" eaLnBrk="1" fontAlgn="auto" latinLnBrk="0" hangingPunct="1">
              <a:lnSpc>
                <a:spcPct val="100000"/>
              </a:lnSpc>
              <a:spcBef>
                <a:spcPts val="0"/>
              </a:spcBef>
              <a:spcAft>
                <a:spcPts val="0"/>
              </a:spcAft>
              <a:buClrTx/>
              <a:buSzTx/>
              <a:buFontTx/>
              <a:buNone/>
              <a:tabLst/>
              <a:defRPr/>
            </a:pPr>
            <a:endParaRPr lang="en-GB" baseline="0" dirty="0"/>
          </a:p>
        </p:txBody>
      </p:sp>
      <p:sp>
        <p:nvSpPr>
          <p:cNvPr id="4" name="Slide Number Placeholder 3"/>
          <p:cNvSpPr>
            <a:spLocks noGrp="1"/>
          </p:cNvSpPr>
          <p:nvPr>
            <p:ph type="sldNum" sz="quarter" idx="10"/>
          </p:nvPr>
        </p:nvSpPr>
        <p:spPr/>
        <p:txBody>
          <a:bodyPr/>
          <a:lstStyle/>
          <a:p>
            <a:fld id="{7E30B4F9-F56B-4B1F-A7F6-68D0E6BDFCA5}" type="slidenum">
              <a:rPr lang="en-GB" smtClean="0"/>
              <a:t>6</a:t>
            </a:fld>
            <a:endParaRPr lang="en-GB"/>
          </a:p>
        </p:txBody>
      </p:sp>
    </p:spTree>
    <p:extLst>
      <p:ext uri="{BB962C8B-B14F-4D97-AF65-F5344CB8AC3E}">
        <p14:creationId xmlns:p14="http://schemas.microsoft.com/office/powerpoint/2010/main" val="637026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a:t>A normal map is a regular texture, but instead of defining what color a pixel will be on screen, it determines what the surface normal will be for each pixel.</a:t>
            </a:r>
          </a:p>
          <a:p>
            <a:endParaRPr lang="en-GB" dirty="0"/>
          </a:p>
          <a:p>
            <a:pPr marL="0" marR="0" indent="0" algn="l" defTabSz="914400" rtl="0" eaLnBrk="1" fontAlgn="auto" latinLnBrk="0" hangingPunct="1">
              <a:lnSpc>
                <a:spcPct val="100000"/>
              </a:lnSpc>
              <a:spcBef>
                <a:spcPts val="0"/>
              </a:spcBef>
              <a:spcAft>
                <a:spcPts val="0"/>
              </a:spcAft>
              <a:buClrTx/>
              <a:buSzTx/>
              <a:buFontTx/>
              <a:buNone/>
              <a:tabLst/>
              <a:defRPr/>
            </a:pPr>
            <a:r>
              <a:rPr lang="en-GB" dirty="0"/>
              <a:t>The red, green and blue channels in the texture tell you the X, Y and Z components of the normal direction respectively.</a:t>
            </a:r>
          </a:p>
          <a:p>
            <a:pPr marL="0" marR="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indent="0" algn="l" defTabSz="914400" rtl="0" eaLnBrk="1" fontAlgn="auto" latinLnBrk="0" hangingPunct="1">
              <a:lnSpc>
                <a:spcPct val="100000"/>
              </a:lnSpc>
              <a:spcBef>
                <a:spcPts val="0"/>
              </a:spcBef>
              <a:spcAft>
                <a:spcPts val="0"/>
              </a:spcAft>
              <a:buClrTx/>
              <a:buSzTx/>
              <a:buFontTx/>
              <a:buNone/>
              <a:tabLst/>
              <a:defRPr/>
            </a:pPr>
            <a:r>
              <a:rPr lang="en-GB" baseline="0" dirty="0"/>
              <a:t>Picture source: https://en.wikipedia.org/wiki/Normal_mapping#/media/File:Normal_map_example_with_scene_and_result.png</a:t>
            </a:r>
            <a:endParaRPr lang="en-GB" dirty="0"/>
          </a:p>
          <a:p>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7</a:t>
            </a:fld>
            <a:endParaRPr lang="en-GB"/>
          </a:p>
        </p:txBody>
      </p:sp>
    </p:spTree>
    <p:extLst>
      <p:ext uri="{BB962C8B-B14F-4D97-AF65-F5344CB8AC3E}">
        <p14:creationId xmlns:p14="http://schemas.microsoft.com/office/powerpoint/2010/main" val="31057054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As </a:t>
            </a:r>
            <a:r>
              <a:rPr lang="en-GB" baseline="0" dirty="0"/>
              <a:t>mentioned, because we focus in this course on development for mobile phones, we always have to consider the amount of bandwidth that our application/graphics consume. A method that reduces bandwidth consumption is the implementation of Vertex Buffer Objects (VBOs).</a:t>
            </a:r>
          </a:p>
          <a:p>
            <a:endParaRPr lang="en-GB" baseline="0" dirty="0"/>
          </a:p>
          <a:p>
            <a:r>
              <a:rPr lang="en-GB" dirty="0"/>
              <a:t>Without VBO</a:t>
            </a:r>
            <a:r>
              <a:rPr lang="en-GB" baseline="0" dirty="0"/>
              <a:t>s, attributes such as vertex position, color and </a:t>
            </a:r>
            <a:r>
              <a:rPr lang="en-GB" baseline="0" dirty="0" err="1"/>
              <a:t>normals</a:t>
            </a:r>
            <a:r>
              <a:rPr lang="en-GB" baseline="0" dirty="0"/>
              <a:t> are defined in main memory. They are then uploaded to the GPU in every frame so that the scene can be rendered. But by utilizing VBOs we simply upload the data once, meaning it does not need to occur in each frame. This massively cuts down on the consumption of bandwidth.</a:t>
            </a:r>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8</a:t>
            </a:fld>
            <a:endParaRPr lang="en-GB"/>
          </a:p>
        </p:txBody>
      </p:sp>
    </p:spTree>
    <p:extLst>
      <p:ext uri="{BB962C8B-B14F-4D97-AF65-F5344CB8AC3E}">
        <p14:creationId xmlns:p14="http://schemas.microsoft.com/office/powerpoint/2010/main" val="15104805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9</a:t>
            </a:fld>
            <a:endParaRPr lang="en-GB"/>
          </a:p>
        </p:txBody>
      </p:sp>
    </p:spTree>
    <p:extLst>
      <p:ext uri="{BB962C8B-B14F-4D97-AF65-F5344CB8AC3E}">
        <p14:creationId xmlns:p14="http://schemas.microsoft.com/office/powerpoint/2010/main" val="1531747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a:t>Another function we can make use of is the bind buffer command:</a:t>
            </a:r>
          </a:p>
          <a:p>
            <a:endParaRPr lang="en-GB" dirty="0"/>
          </a:p>
          <a:p>
            <a:r>
              <a:rPr lang="en-GB" dirty="0"/>
              <a:t>	“</a:t>
            </a:r>
            <a:r>
              <a:rPr lang="en-GB" dirty="0" err="1"/>
              <a:t>glBindBuffer</a:t>
            </a:r>
            <a:r>
              <a:rPr lang="en-GB" dirty="0"/>
              <a:t>(…);”</a:t>
            </a:r>
          </a:p>
          <a:p>
            <a:endParaRPr lang="en-GB" dirty="0"/>
          </a:p>
          <a:p>
            <a:pPr marL="0" marR="0" indent="0" algn="l" defTabSz="914400" rtl="0" eaLnBrk="1" fontAlgn="auto" latinLnBrk="0" hangingPunct="1">
              <a:lnSpc>
                <a:spcPct val="100000"/>
              </a:lnSpc>
              <a:spcBef>
                <a:spcPts val="0"/>
              </a:spcBef>
              <a:spcAft>
                <a:spcPts val="0"/>
              </a:spcAft>
              <a:buClrTx/>
              <a:buSzTx/>
              <a:buFontTx/>
              <a:buNone/>
              <a:tabLst/>
              <a:defRPr/>
            </a:pPr>
            <a:r>
              <a:rPr lang="en-GB" baseline="0" dirty="0"/>
              <a:t>The function selects a buffer as the active vertex buffer object.</a:t>
            </a:r>
            <a:endParaRPr lang="en-GB" dirty="0"/>
          </a:p>
          <a:p>
            <a:endParaRPr lang="en-GB" dirty="0"/>
          </a:p>
          <a:p>
            <a:pPr marL="0" marR="0" indent="0" algn="l" defTabSz="914400" rtl="0" eaLnBrk="1" fontAlgn="auto" latinLnBrk="0" hangingPunct="1">
              <a:lnSpc>
                <a:spcPct val="100000"/>
              </a:lnSpc>
              <a:spcBef>
                <a:spcPts val="0"/>
              </a:spcBef>
              <a:spcAft>
                <a:spcPts val="0"/>
              </a:spcAft>
              <a:buClrTx/>
              <a:buSzTx/>
              <a:buFontTx/>
              <a:buNone/>
              <a:tabLst/>
              <a:defRPr/>
            </a:pPr>
            <a:r>
              <a:rPr lang="en-GB" dirty="0"/>
              <a:t>It takes two parameters: a predefined </a:t>
            </a:r>
            <a:r>
              <a:rPr lang="en-GB" dirty="0" err="1"/>
              <a:t>enum</a:t>
            </a:r>
            <a:r>
              <a:rPr lang="en-GB" dirty="0"/>
              <a:t> target, and one of the buffers from our buffer array. The two possible </a:t>
            </a:r>
            <a:r>
              <a:rPr lang="en-GB" dirty="0" err="1"/>
              <a:t>enum</a:t>
            </a:r>
            <a:r>
              <a:rPr lang="en-GB" dirty="0"/>
              <a:t> targets are: GL_ARRAY_BUFFER and GL_ELEMENT_ARRAY_BUFFER. These are used for vertices and indices, respectively.</a:t>
            </a:r>
            <a:r>
              <a:rPr lang="en-GB" baseline="0" dirty="0"/>
              <a:t> If we do not call the bind buffer function, then OpenGL ES assumes we do not wish to use VBOs and will instead upload the data each frame. </a:t>
            </a:r>
          </a:p>
        </p:txBody>
      </p:sp>
      <p:sp>
        <p:nvSpPr>
          <p:cNvPr id="4" name="Slide Number Placeholder 3"/>
          <p:cNvSpPr>
            <a:spLocks noGrp="1"/>
          </p:cNvSpPr>
          <p:nvPr>
            <p:ph type="sldNum" sz="quarter" idx="10"/>
          </p:nvPr>
        </p:nvSpPr>
        <p:spPr/>
        <p:txBody>
          <a:bodyPr/>
          <a:lstStyle/>
          <a:p>
            <a:fld id="{7E30B4F9-F56B-4B1F-A7F6-68D0E6BDFCA5}" type="slidenum">
              <a:rPr lang="en-GB" smtClean="0"/>
              <a:t>10</a:t>
            </a:fld>
            <a:endParaRPr lang="en-GB"/>
          </a:p>
        </p:txBody>
      </p:sp>
    </p:spTree>
    <p:extLst>
      <p:ext uri="{BB962C8B-B14F-4D97-AF65-F5344CB8AC3E}">
        <p14:creationId xmlns:p14="http://schemas.microsoft.com/office/powerpoint/2010/main" val="17120098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a:t>The buffer data function uploads data to the active vertex buffer object we just selected.</a:t>
            </a:r>
          </a:p>
          <a:p>
            <a:endParaRPr lang="en-GB" dirty="0"/>
          </a:p>
          <a:p>
            <a:pPr marL="0" marR="0" indent="0" algn="l" defTabSz="914400" rtl="0" eaLnBrk="1" fontAlgn="auto" latinLnBrk="0" hangingPunct="1">
              <a:lnSpc>
                <a:spcPct val="100000"/>
              </a:lnSpc>
              <a:spcBef>
                <a:spcPts val="0"/>
              </a:spcBef>
              <a:spcAft>
                <a:spcPts val="0"/>
              </a:spcAft>
              <a:buClrTx/>
              <a:buSzTx/>
              <a:buFontTx/>
              <a:buNone/>
              <a:tabLst/>
              <a:defRPr/>
            </a:pPr>
            <a:r>
              <a:rPr lang="en-GB" dirty="0"/>
              <a:t>It takes four parameters:  one of the predefined </a:t>
            </a:r>
            <a:r>
              <a:rPr lang="en-GB" dirty="0" err="1"/>
              <a:t>enum</a:t>
            </a:r>
            <a:r>
              <a:rPr lang="en-GB" dirty="0"/>
              <a:t> targets, the size of the vertex buffer, the data we wish to store in the buffer, and finally another </a:t>
            </a:r>
            <a:r>
              <a:rPr lang="en-GB" dirty="0" err="1"/>
              <a:t>enum</a:t>
            </a:r>
            <a:r>
              <a:rPr lang="en-GB" dirty="0"/>
              <a:t> telling OpenGL ES how we intend to use the buffer. There are three options for the</a:t>
            </a:r>
            <a:r>
              <a:rPr lang="en-GB" baseline="0" dirty="0"/>
              <a:t> 4 (</a:t>
            </a:r>
            <a:r>
              <a:rPr lang="en-GB" baseline="0" dirty="0" err="1"/>
              <a:t>enum</a:t>
            </a:r>
            <a:r>
              <a:rPr lang="en-GB" baseline="0" dirty="0"/>
              <a:t>) parameter. These are: GL_STATIC_DRAW, GL_DYNAMIC_DRAW, AND GL_STREAM_DRAW.</a:t>
            </a:r>
            <a:endParaRPr lang="en-GB" dirty="0"/>
          </a:p>
          <a:p>
            <a:endParaRPr lang="en-GB" dirty="0"/>
          </a:p>
          <a:p>
            <a:r>
              <a:rPr lang="en-GB" dirty="0"/>
              <a:t>GL_STATIC_DRAW</a:t>
            </a:r>
            <a:r>
              <a:rPr lang="en-GB" baseline="0" dirty="0"/>
              <a:t>:  only modify the data once and it will be used multiple times</a:t>
            </a:r>
          </a:p>
          <a:p>
            <a:r>
              <a:rPr lang="en-GB" baseline="0" dirty="0"/>
              <a:t>GL_DYNAMIC_DRAW: modify the buffer numerous times and then use it to draw numerous times</a:t>
            </a:r>
          </a:p>
          <a:p>
            <a:r>
              <a:rPr lang="en-GB" baseline="0" dirty="0"/>
              <a:t>GL_STREAM_DRAW: only modify it once but it is only used a few times as well</a:t>
            </a:r>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11</a:t>
            </a:fld>
            <a:endParaRPr lang="en-GB"/>
          </a:p>
        </p:txBody>
      </p:sp>
    </p:spTree>
    <p:extLst>
      <p:ext uri="{BB962C8B-B14F-4D97-AF65-F5344CB8AC3E}">
        <p14:creationId xmlns:p14="http://schemas.microsoft.com/office/powerpoint/2010/main" val="5837455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12</a:t>
            </a:fld>
            <a:endParaRPr lang="en-GB"/>
          </a:p>
        </p:txBody>
      </p:sp>
    </p:spTree>
    <p:extLst>
      <p:ext uri="{BB962C8B-B14F-4D97-AF65-F5344CB8AC3E}">
        <p14:creationId xmlns:p14="http://schemas.microsoft.com/office/powerpoint/2010/main" val="39683039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13</a:t>
            </a:fld>
            <a:endParaRPr lang="en-GB"/>
          </a:p>
        </p:txBody>
      </p:sp>
    </p:spTree>
    <p:extLst>
      <p:ext uri="{BB962C8B-B14F-4D97-AF65-F5344CB8AC3E}">
        <p14:creationId xmlns:p14="http://schemas.microsoft.com/office/powerpoint/2010/main" val="30549843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Another method we can implement in order to reduce the use of bandwidth is compressed textures.</a:t>
            </a:r>
          </a:p>
          <a:p>
            <a:endParaRPr lang="en-GB" dirty="0"/>
          </a:p>
          <a:p>
            <a:r>
              <a:rPr lang="en-GB" dirty="0"/>
              <a:t>In a similar use to that of a ZIP file, we can provide OpenGL ES with compressed textures that have a much smaller file size than the uncompressed version, therefore saving bandwidth.</a:t>
            </a:r>
          </a:p>
          <a:p>
            <a:pPr marL="0" marR="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indent="0" algn="l" defTabSz="914400" rtl="0" eaLnBrk="1" fontAlgn="auto" latinLnBrk="0" hangingPunct="1">
              <a:lnSpc>
                <a:spcPct val="100000"/>
              </a:lnSpc>
              <a:spcBef>
                <a:spcPts val="0"/>
              </a:spcBef>
              <a:spcAft>
                <a:spcPts val="0"/>
              </a:spcAft>
              <a:buClrTx/>
              <a:buSzTx/>
              <a:buFontTx/>
              <a:buNone/>
              <a:tabLst/>
              <a:defRPr/>
            </a:pPr>
            <a:r>
              <a:rPr lang="en-GB" dirty="0"/>
              <a:t>A commonly used format for texture compression is the Ericsson Texture Compression</a:t>
            </a:r>
            <a:r>
              <a:rPr lang="en-GB" baseline="0" dirty="0"/>
              <a:t> (ETC) format. A newer and increasingly popular format is the Adaptive Scalable Texture Compression (ASTC) format, which provides better results than ETC, in terms of compression, but it is not widely supported yet..</a:t>
            </a:r>
            <a:endParaRPr lang="en-GB" dirty="0"/>
          </a:p>
          <a:p>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14</a:t>
            </a:fld>
            <a:endParaRPr lang="en-GB"/>
          </a:p>
        </p:txBody>
      </p:sp>
    </p:spTree>
    <p:extLst>
      <p:ext uri="{BB962C8B-B14F-4D97-AF65-F5344CB8AC3E}">
        <p14:creationId xmlns:p14="http://schemas.microsoft.com/office/powerpoint/2010/main" val="22889902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First, we must compress our textures using the Mali Texture</a:t>
            </a:r>
            <a:r>
              <a:rPr lang="en-GB" baseline="0" dirty="0"/>
              <a:t> Compression Tool. </a:t>
            </a:r>
            <a:r>
              <a:rPr lang="en-GB" dirty="0"/>
              <a:t>Unfortunately, much software doesn't support opening .raw files, as this format doesn't include the width and height of the image. So we suggest that you convert your images to a more common format, such as bmp, </a:t>
            </a:r>
            <a:r>
              <a:rPr lang="en-GB" dirty="0" err="1"/>
              <a:t>png</a:t>
            </a:r>
            <a:r>
              <a:rPr lang="en-GB" dirty="0"/>
              <a:t> or jpeg. </a:t>
            </a:r>
          </a:p>
          <a:p>
            <a:endParaRPr lang="en-GB" dirty="0"/>
          </a:p>
          <a:p>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15</a:t>
            </a:fld>
            <a:endParaRPr lang="en-GB"/>
          </a:p>
        </p:txBody>
      </p:sp>
    </p:spTree>
    <p:extLst>
      <p:ext uri="{BB962C8B-B14F-4D97-AF65-F5344CB8AC3E}">
        <p14:creationId xmlns:p14="http://schemas.microsoft.com/office/powerpoint/2010/main" val="24317782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16</a:t>
            </a:fld>
            <a:endParaRPr lang="en-GB"/>
          </a:p>
        </p:txBody>
      </p:sp>
    </p:spTree>
    <p:extLst>
      <p:ext uri="{BB962C8B-B14F-4D97-AF65-F5344CB8AC3E}">
        <p14:creationId xmlns:p14="http://schemas.microsoft.com/office/powerpoint/2010/main" val="4076357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a:t>Adaptive Scalable Texture Compression (ASTC) format </a:t>
            </a:r>
            <a:r>
              <a:rPr lang="en-GB" baseline="0" dirty="0"/>
              <a:t>is a block-based texture compression algorithm. It is also a Lossy compression algorithm which means that the process is irreversible and any data lost in the process cannot be retrieved.</a:t>
            </a:r>
          </a:p>
          <a:p>
            <a:pPr marL="0" marR="0" indent="0" algn="l" defTabSz="914400" rtl="0" eaLnBrk="1" fontAlgn="auto" latinLnBrk="0" hangingPunct="1">
              <a:lnSpc>
                <a:spcPct val="100000"/>
              </a:lnSpc>
              <a:spcBef>
                <a:spcPts val="0"/>
              </a:spcBef>
              <a:spcAft>
                <a:spcPts val="0"/>
              </a:spcAft>
              <a:buClrTx/>
              <a:buSzTx/>
              <a:buFontTx/>
              <a:buNone/>
              <a:tabLst/>
              <a:defRPr/>
            </a:pPr>
            <a:endParaRPr lang="en-GB"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GB" baseline="0" dirty="0"/>
              <a:t>ASTC supports the compression of both 2D and 3D textures.</a:t>
            </a:r>
          </a:p>
          <a:p>
            <a:pPr marL="0" marR="0" indent="0" algn="l" defTabSz="914400" rtl="0" eaLnBrk="1" fontAlgn="auto" latinLnBrk="0" hangingPunct="1">
              <a:lnSpc>
                <a:spcPct val="100000"/>
              </a:lnSpc>
              <a:spcBef>
                <a:spcPts val="0"/>
              </a:spcBef>
              <a:spcAft>
                <a:spcPts val="0"/>
              </a:spcAft>
              <a:buClrTx/>
              <a:buSzTx/>
              <a:buFontTx/>
              <a:buNone/>
              <a:tabLst/>
              <a:defRPr/>
            </a:pPr>
            <a:endParaRPr lang="en-GB"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GB" baseline="0" dirty="0"/>
              <a:t>We will not delve in to this too much as we are primarily focusing on ETC, but it is important to know there are other methods available.</a:t>
            </a:r>
          </a:p>
          <a:p>
            <a:pPr marL="0" marR="0" indent="0" algn="l" defTabSz="914400" rtl="0" eaLnBrk="1" fontAlgn="auto" latinLnBrk="0" hangingPunct="1">
              <a:lnSpc>
                <a:spcPct val="100000"/>
              </a:lnSpc>
              <a:spcBef>
                <a:spcPts val="0"/>
              </a:spcBef>
              <a:spcAft>
                <a:spcPts val="0"/>
              </a:spcAft>
              <a:buClrTx/>
              <a:buSzTx/>
              <a:buFontTx/>
              <a:buNone/>
              <a:tabLst/>
              <a:defRPr/>
            </a:pPr>
            <a:endParaRPr lang="en-GB"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GB" baseline="0" dirty="0"/>
              <a:t>Picture source: https://en.wikipedia.org/wiki/Lossy_compression#/media/File:Ruby-LowCompression-Tiny.jpg  </a:t>
            </a:r>
          </a:p>
          <a:p>
            <a:pPr marL="0" marR="0" indent="0" algn="l" defTabSz="914400" rtl="0" eaLnBrk="1" fontAlgn="auto" latinLnBrk="0" hangingPunct="1">
              <a:lnSpc>
                <a:spcPct val="100000"/>
              </a:lnSpc>
              <a:spcBef>
                <a:spcPts val="0"/>
              </a:spcBef>
              <a:spcAft>
                <a:spcPts val="0"/>
              </a:spcAft>
              <a:buClrTx/>
              <a:buSzTx/>
              <a:buFontTx/>
              <a:buNone/>
              <a:tabLst/>
              <a:defRPr/>
            </a:pPr>
            <a:endParaRPr lang="en-GB" baseline="0" dirty="0"/>
          </a:p>
          <a:p>
            <a:pPr marL="0" marR="0" indent="0" algn="l" defTabSz="914400" rtl="0" eaLnBrk="1" fontAlgn="auto" latinLnBrk="0" hangingPunct="1">
              <a:lnSpc>
                <a:spcPct val="100000"/>
              </a:lnSpc>
              <a:spcBef>
                <a:spcPts val="0"/>
              </a:spcBef>
              <a:spcAft>
                <a:spcPts val="0"/>
              </a:spcAft>
              <a:buClrTx/>
              <a:buSzTx/>
              <a:buFontTx/>
              <a:buNone/>
              <a:tabLst/>
              <a:defRPr/>
            </a:pPr>
            <a:endParaRPr lang="en-GB" dirty="0"/>
          </a:p>
          <a:p>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17</a:t>
            </a:fld>
            <a:endParaRPr lang="en-GB"/>
          </a:p>
        </p:txBody>
      </p:sp>
    </p:spTree>
    <p:extLst>
      <p:ext uri="{BB962C8B-B14F-4D97-AF65-F5344CB8AC3E}">
        <p14:creationId xmlns:p14="http://schemas.microsoft.com/office/powerpoint/2010/main" val="273099254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a:t>In block-based compression, the image is split up into blocks</a:t>
            </a:r>
            <a:r>
              <a:rPr lang="en-GB" baseline="0" dirty="0"/>
              <a:t> so that the decoder can figure out which </a:t>
            </a:r>
            <a:r>
              <a:rPr lang="en-GB" baseline="0" dirty="0" err="1"/>
              <a:t>texels</a:t>
            </a:r>
            <a:r>
              <a:rPr lang="en-GB" baseline="0" dirty="0"/>
              <a:t> are in which block, and where they can be found in memory.</a:t>
            </a:r>
            <a:endParaRPr lang="en-GB" dirty="0"/>
          </a:p>
          <a:p>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18</a:t>
            </a:fld>
            <a:endParaRPr lang="en-GB"/>
          </a:p>
        </p:txBody>
      </p:sp>
    </p:spTree>
    <p:extLst>
      <p:ext uri="{BB962C8B-B14F-4D97-AF65-F5344CB8AC3E}">
        <p14:creationId xmlns:p14="http://schemas.microsoft.com/office/powerpoint/2010/main" val="1955673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19</a:t>
            </a:fld>
            <a:endParaRPr lang="en-GB"/>
          </a:p>
        </p:txBody>
      </p:sp>
    </p:spTree>
    <p:extLst>
      <p:ext uri="{BB962C8B-B14F-4D97-AF65-F5344CB8AC3E}">
        <p14:creationId xmlns:p14="http://schemas.microsoft.com/office/powerpoint/2010/main" val="158793211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a:t>A graphical asset is anything that we are able to include in our creation/project, and are sometimes referred to as digital assets, Such assets  could be e.g. an image, a model, an animation, etc.</a:t>
            </a:r>
            <a:r>
              <a:rPr lang="en-GB" baseline="0" dirty="0"/>
              <a:t> and are c</a:t>
            </a:r>
            <a:r>
              <a:rPr lang="en-GB" dirty="0"/>
              <a:t>ommonly used to eliminate the lengthy process of manually creating things.</a:t>
            </a:r>
          </a:p>
          <a:p>
            <a:pPr marL="0" marR="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indent="0" algn="l" defTabSz="914400" rtl="0" eaLnBrk="1" fontAlgn="auto" latinLnBrk="0" hangingPunct="1">
              <a:lnSpc>
                <a:spcPct val="100000"/>
              </a:lnSpc>
              <a:spcBef>
                <a:spcPts val="0"/>
              </a:spcBef>
              <a:spcAft>
                <a:spcPts val="0"/>
              </a:spcAft>
              <a:buClrTx/>
              <a:buSzTx/>
              <a:buFontTx/>
              <a:buNone/>
              <a:tabLst/>
              <a:defRPr/>
            </a:pPr>
            <a:endParaRPr lang="en-GB" dirty="0"/>
          </a:p>
          <a:p>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20</a:t>
            </a:fld>
            <a:endParaRPr lang="en-GB"/>
          </a:p>
        </p:txBody>
      </p:sp>
    </p:spTree>
    <p:extLst>
      <p:ext uri="{BB962C8B-B14F-4D97-AF65-F5344CB8AC3E}">
        <p14:creationId xmlns:p14="http://schemas.microsoft.com/office/powerpoint/2010/main" val="7682804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Loading assets can sometimes be an awkward process;</a:t>
            </a:r>
            <a:r>
              <a:rPr lang="en-GB" baseline="0" dirty="0"/>
              <a:t> however, there are a number of libraries created for the purpose of OpenGL ES asset loading.</a:t>
            </a:r>
          </a:p>
          <a:p>
            <a:endParaRPr lang="en-GB" baseline="0" dirty="0"/>
          </a:p>
          <a:p>
            <a:r>
              <a:rPr lang="en-GB" baseline="0" dirty="0"/>
              <a:t>We will take a look at the Open Asset Importer Library, which we will use in the lab to load assets. </a:t>
            </a:r>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21</a:t>
            </a:fld>
            <a:endParaRPr lang="en-GB"/>
          </a:p>
        </p:txBody>
      </p:sp>
    </p:spTree>
    <p:extLst>
      <p:ext uri="{BB962C8B-B14F-4D97-AF65-F5344CB8AC3E}">
        <p14:creationId xmlns:p14="http://schemas.microsoft.com/office/powerpoint/2010/main" val="205688304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a:t>The Open Asset Importer Library is an open-source library that provides support and functionality for loading 3D model formats. It enables us to load assets into a format that OpenGL ES is able to access, thus</a:t>
            </a:r>
            <a:r>
              <a:rPr lang="en-GB" baseline="0" dirty="0"/>
              <a:t> enabling us to </a:t>
            </a:r>
            <a:r>
              <a:rPr lang="en-GB" dirty="0"/>
              <a:t>include them in our scenes without manually creating them.</a:t>
            </a:r>
            <a:r>
              <a:rPr lang="en-GB" baseline="0" dirty="0"/>
              <a:t> The library is w</a:t>
            </a:r>
            <a:r>
              <a:rPr lang="en-GB" dirty="0"/>
              <a:t>ritten in C++ and can be incorporated into our native code.</a:t>
            </a:r>
          </a:p>
          <a:p>
            <a:pPr marL="0" marR="0" indent="0" algn="l" defTabSz="914400" rtl="0" eaLnBrk="1" fontAlgn="auto" latinLnBrk="0" hangingPunct="1">
              <a:lnSpc>
                <a:spcPct val="100000"/>
              </a:lnSpc>
              <a:spcBef>
                <a:spcPts val="0"/>
              </a:spcBef>
              <a:spcAft>
                <a:spcPts val="0"/>
              </a:spcAft>
              <a:buClrTx/>
              <a:buSzTx/>
              <a:buFontTx/>
              <a:buNone/>
              <a:tabLst/>
              <a:defRPr/>
            </a:pPr>
            <a:endParaRPr lang="en-GB" dirty="0"/>
          </a:p>
          <a:p>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22</a:t>
            </a:fld>
            <a:endParaRPr lang="en-GB"/>
          </a:p>
        </p:txBody>
      </p:sp>
    </p:spTree>
    <p:extLst>
      <p:ext uri="{BB962C8B-B14F-4D97-AF65-F5344CB8AC3E}">
        <p14:creationId xmlns:p14="http://schemas.microsoft.com/office/powerpoint/2010/main" val="36479434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23</a:t>
            </a:fld>
            <a:endParaRPr lang="en-GB"/>
          </a:p>
        </p:txBody>
      </p:sp>
    </p:spTree>
    <p:extLst>
      <p:ext uri="{BB962C8B-B14F-4D97-AF65-F5344CB8AC3E}">
        <p14:creationId xmlns:p14="http://schemas.microsoft.com/office/powerpoint/2010/main" val="334328965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a:t>The Android Application Package (APK) is a file format that is used to deploy applications to Android systems.</a:t>
            </a:r>
          </a:p>
          <a:p>
            <a:endParaRPr lang="en-GB" dirty="0"/>
          </a:p>
          <a:p>
            <a:r>
              <a:rPr lang="en-GB" dirty="0"/>
              <a:t>In order to create an APK file, an Android program is compiled and its parts are packaged into a file.</a:t>
            </a:r>
          </a:p>
          <a:p>
            <a:endParaRPr lang="en-GB" dirty="0"/>
          </a:p>
          <a:p>
            <a:r>
              <a:rPr lang="en-GB" dirty="0"/>
              <a:t>We can install these</a:t>
            </a:r>
            <a:r>
              <a:rPr lang="en-GB" baseline="0" dirty="0"/>
              <a:t> APKs onto Android devices either by copying the file across to the device, or using an IDE such as Eclipse (with ADT – Android Development Tools plugin) we can run the APK on the device.</a:t>
            </a:r>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24</a:t>
            </a:fld>
            <a:endParaRPr lang="en-GB"/>
          </a:p>
        </p:txBody>
      </p:sp>
    </p:spTree>
    <p:extLst>
      <p:ext uri="{BB962C8B-B14F-4D97-AF65-F5344CB8AC3E}">
        <p14:creationId xmlns:p14="http://schemas.microsoft.com/office/powerpoint/2010/main" val="61554232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a:t>Often, we will want to load assets from a file into our application; these assets could be in the form of textures for some of your models or even the models themselves if you have been using modelling software to generate content.</a:t>
            </a:r>
          </a:p>
          <a:p>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25</a:t>
            </a:fld>
            <a:endParaRPr lang="en-GB"/>
          </a:p>
        </p:txBody>
      </p:sp>
    </p:spTree>
    <p:extLst>
      <p:ext uri="{BB962C8B-B14F-4D97-AF65-F5344CB8AC3E}">
        <p14:creationId xmlns:p14="http://schemas.microsoft.com/office/powerpoint/2010/main" val="379570843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26</a:t>
            </a:fld>
            <a:endParaRPr lang="en-GB"/>
          </a:p>
        </p:txBody>
      </p:sp>
    </p:spTree>
    <p:extLst>
      <p:ext uri="{BB962C8B-B14F-4D97-AF65-F5344CB8AC3E}">
        <p14:creationId xmlns:p14="http://schemas.microsoft.com/office/powerpoint/2010/main" val="373807411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GB" dirty="0"/>
          </a:p>
          <a:p>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27</a:t>
            </a:fld>
            <a:endParaRPr lang="en-GB"/>
          </a:p>
        </p:txBody>
      </p:sp>
    </p:spTree>
    <p:extLst>
      <p:ext uri="{BB962C8B-B14F-4D97-AF65-F5344CB8AC3E}">
        <p14:creationId xmlns:p14="http://schemas.microsoft.com/office/powerpoint/2010/main" val="240984207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GB" dirty="0"/>
          </a:p>
          <a:p>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28</a:t>
            </a:fld>
            <a:endParaRPr lang="en-GB"/>
          </a:p>
        </p:txBody>
      </p:sp>
    </p:spTree>
    <p:extLst>
      <p:ext uri="{BB962C8B-B14F-4D97-AF65-F5344CB8AC3E}">
        <p14:creationId xmlns:p14="http://schemas.microsoft.com/office/powerpoint/2010/main" val="262419353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29</a:t>
            </a:fld>
            <a:endParaRPr lang="en-US" altLang="en-US" dirty="0"/>
          </a:p>
        </p:txBody>
      </p:sp>
    </p:spTree>
    <p:extLst>
      <p:ext uri="{BB962C8B-B14F-4D97-AF65-F5344CB8AC3E}">
        <p14:creationId xmlns:p14="http://schemas.microsoft.com/office/powerpoint/2010/main" val="166183994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2.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3.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4.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5.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6.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7.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7.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8.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7.jp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3.jpe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4.jpe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5.jpe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6.jpe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7.jpe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8.jpe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9.jpe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0.jpe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1.jpe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2.jpe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3.jpe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4.jpe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5.jpe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6.jpe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2.jp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2.jp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3.jpe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26_Section Divider slide">
    <p:bg>
      <p:bgPr>
        <a:solidFill>
          <a:schemeClr val="tx1"/>
        </a:solidFill>
        <a:effectLst/>
      </p:bgPr>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E7F0CCD5-1073-94D8-28C7-67498686579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8600954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30_Section Divider slide">
    <p:bg>
      <p:bgPr>
        <a:solidFill>
          <a:schemeClr val="tx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2875089-8DBF-BF70-386D-8491626AECE3}"/>
              </a:ext>
            </a:extLst>
          </p:cNvPr>
          <p:cNvPicPr>
            <a:picLocks noChangeAspect="1"/>
          </p:cNvPicPr>
          <p:nvPr userDrawn="1"/>
        </p:nvPicPr>
        <p:blipFill>
          <a:blip r:embed="rId2"/>
          <a:srcRect/>
          <a:stretch/>
        </p:blipFill>
        <p:spPr>
          <a:xfrm>
            <a:off x="-2033"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857675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28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24DF13C-CEF9-9574-2804-C3448105D35D}"/>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10" name="Picture 8">
            <a:extLst>
              <a:ext uri="{FF2B5EF4-FFF2-40B4-BE49-F238E27FC236}">
                <a16:creationId xmlns:a16="http://schemas.microsoft.com/office/drawing/2014/main" id="{418B7164-E5EA-9C91-E9A0-19002D802CE5}"/>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90808838"/>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27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3FC792F-A7B3-821E-36A6-EB6D93EA6DF1}"/>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10" name="Picture 11">
            <a:extLst>
              <a:ext uri="{FF2B5EF4-FFF2-40B4-BE49-F238E27FC236}">
                <a16:creationId xmlns:a16="http://schemas.microsoft.com/office/drawing/2014/main" id="{22297E79-97F4-1585-D38D-67BDFC5E0B6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69884844"/>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29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7F3A66E-D5B4-DFA6-6451-02ACAFE8DA5F}"/>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9" name="Picture 8">
            <a:extLst>
              <a:ext uri="{FF2B5EF4-FFF2-40B4-BE49-F238E27FC236}">
                <a16:creationId xmlns:a16="http://schemas.microsoft.com/office/drawing/2014/main" id="{06ED33B3-4B78-19CD-65F6-BAA6CF6F4641}"/>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3316112518"/>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32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6A81FF7-E763-22B8-522E-FAAF0699113D}"/>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1"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8838607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33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1068327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34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6270851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35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1415606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37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415403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3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868835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38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B487E68-0D82-9A6F-B651-0019486C755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1849" y="12290"/>
            <a:ext cx="12170151" cy="6845709"/>
          </a:xfrm>
          <a:prstGeom prst="rect">
            <a:avLst/>
          </a:prstGeom>
          <a:ln>
            <a:noFill/>
          </a:ln>
        </p:spPr>
      </p:pic>
      <p:sp>
        <p:nvSpPr>
          <p:cNvPr id="14" name="Title 1">
            <a:extLst>
              <a:ext uri="{FF2B5EF4-FFF2-40B4-BE49-F238E27FC236}">
                <a16:creationId xmlns:a16="http://schemas.microsoft.com/office/drawing/2014/main" id="{3681F2EE-6D24-E8DA-17C4-280BF969E6FA}"/>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E433D4AE-C938-4475-1111-CFECCD470A4F}"/>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94364BEC-6A70-1C90-94CE-09EBDEE0450B}"/>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2738029B-26DC-25E5-A32A-D7DCE80A168D}"/>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96C2A433-44A7-23A9-CEE4-37555C138D5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4828785E-8EB7-E5C1-D9EB-531D14B538CE}"/>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AA9277FD-4E65-8B2C-3CA2-5892E1658C8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4" name="TextBox 3">
            <a:extLst>
              <a:ext uri="{FF2B5EF4-FFF2-40B4-BE49-F238E27FC236}">
                <a16:creationId xmlns:a16="http://schemas.microsoft.com/office/drawing/2014/main" id="{3C42CC49-4DC0-356B-8D0D-915AB83F0CBB}"/>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513578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3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8B4BDED-79C0-A2BE-E93D-93E6D0A018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24" y="12288"/>
            <a:ext cx="12170152" cy="684571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6F8770C2-A68E-3EDF-2B41-11181D29DFB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8" name="TextBox 7">
            <a:extLst>
              <a:ext uri="{FF2B5EF4-FFF2-40B4-BE49-F238E27FC236}">
                <a16:creationId xmlns:a16="http://schemas.microsoft.com/office/drawing/2014/main" id="{F6974697-6E30-7188-CE5B-022BA66424C8}"/>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245057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41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26A59A6-B0BB-7A8E-4E98-559764C4F74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1"/>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55FBD7D0-0C6A-C886-5241-C80C35E26157}"/>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3017176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42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0081140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4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5328234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40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6" cy="6850202"/>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81256854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44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0C51FEE-E9D9-FD3A-44B4-5BF3F05123E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2" name="TextBox 1">
            <a:extLst>
              <a:ext uri="{FF2B5EF4-FFF2-40B4-BE49-F238E27FC236}">
                <a16:creationId xmlns:a16="http://schemas.microsoft.com/office/drawing/2014/main" id="{39253B43-87A1-138E-C81E-1193F265B437}"/>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6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6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3699600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43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CC6B28A-4523-72C0-1D84-8F985DDFB9A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5" y="7799"/>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1800606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4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22016241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45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69800898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47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10583895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48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199"/>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778224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50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DE71259-6D93-7A57-DFE3-ABAC4C0F772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70" y="7802"/>
            <a:ext cx="12178129" cy="6850198"/>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accent6"/>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accent6"/>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accent6">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52652469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11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707A330-9574-FF87-EA8A-044AA15C75C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9" name="Title 1">
            <a:extLst>
              <a:ext uri="{FF2B5EF4-FFF2-40B4-BE49-F238E27FC236}">
                <a16:creationId xmlns:a16="http://schemas.microsoft.com/office/drawing/2014/main" id="{F6CC56AD-D686-63C5-BB2B-518B630FEDB5}"/>
              </a:ext>
            </a:extLst>
          </p:cNvPr>
          <p:cNvSpPr>
            <a:spLocks noGrp="1"/>
          </p:cNvSpPr>
          <p:nvPr>
            <p:ph type="title" hasCustomPrompt="1"/>
          </p:nvPr>
        </p:nvSpPr>
        <p:spPr>
          <a:xfrm>
            <a:off x="6096000" y="3429000"/>
            <a:ext cx="5761037" cy="2067993"/>
          </a:xfrm>
        </p:spPr>
        <p:txBody>
          <a:bodyPr anchor="t"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0" name="Subtitle 2">
            <a:extLst>
              <a:ext uri="{FF2B5EF4-FFF2-40B4-BE49-F238E27FC236}">
                <a16:creationId xmlns:a16="http://schemas.microsoft.com/office/drawing/2014/main" id="{7AF4665F-72C8-35D6-B739-29F9B634F223}"/>
              </a:ext>
            </a:extLst>
          </p:cNvPr>
          <p:cNvSpPr>
            <a:spLocks noGrp="1"/>
          </p:cNvSpPr>
          <p:nvPr>
            <p:ph type="subTitle" idx="1" hasCustomPrompt="1"/>
          </p:nvPr>
        </p:nvSpPr>
        <p:spPr>
          <a:xfrm>
            <a:off x="6096000" y="5521072"/>
            <a:ext cx="5761037"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2" name="TextBox 26">
            <a:extLst>
              <a:ext uri="{FF2B5EF4-FFF2-40B4-BE49-F238E27FC236}">
                <a16:creationId xmlns:a16="http://schemas.microsoft.com/office/drawing/2014/main" id="{BB9A4980-8130-ECF6-18D2-66F6B69AA999}"/>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alpha val="50000"/>
                  </a:schemeClr>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alpha val="50000"/>
                </a:schemeClr>
              </a:solidFill>
              <a:latin typeface="Arial" panose="020B0604020202020204" pitchFamily="34" charset="0"/>
              <a:cs typeface="Arial" panose="020B0604020202020204" pitchFamily="34" charset="0"/>
            </a:endParaRPr>
          </a:p>
        </p:txBody>
      </p:sp>
      <p:sp>
        <p:nvSpPr>
          <p:cNvPr id="3" name="TextBox 20">
            <a:extLst>
              <a:ext uri="{FF2B5EF4-FFF2-40B4-BE49-F238E27FC236}">
                <a16:creationId xmlns:a16="http://schemas.microsoft.com/office/drawing/2014/main" id="{CBE749A6-B33A-E319-7094-1F262F5C1BCF}"/>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000"/>
                  </a:schemeClr>
                </a:solidFill>
                <a:latin typeface="Arial" panose="020B0604020202020204" pitchFamily="34" charset="0"/>
                <a:cs typeface="Arial" panose="020B0604020202020204" pitchFamily="34" charset="0"/>
              </a:rPr>
              <a:t>© 2026 Arm</a:t>
            </a:r>
          </a:p>
        </p:txBody>
      </p:sp>
      <p:pic>
        <p:nvPicPr>
          <p:cNvPr id="4" name="Picture 7">
            <a:extLst>
              <a:ext uri="{FF2B5EF4-FFF2-40B4-BE49-F238E27FC236}">
                <a16:creationId xmlns:a16="http://schemas.microsoft.com/office/drawing/2014/main" id="{8A6819F6-EEDC-C38C-C107-C11BFE4E375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337893178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19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28C8ED8-22CD-1018-E1D1-5407D41CCF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6" name="Title 1">
            <a:extLst>
              <a:ext uri="{FF2B5EF4-FFF2-40B4-BE49-F238E27FC236}">
                <a16:creationId xmlns:a16="http://schemas.microsoft.com/office/drawing/2014/main" id="{66A6BA01-5647-C911-2D6F-EA1B5776D3D4}"/>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8" name="Subtitle 2">
            <a:extLst>
              <a:ext uri="{FF2B5EF4-FFF2-40B4-BE49-F238E27FC236}">
                <a16:creationId xmlns:a16="http://schemas.microsoft.com/office/drawing/2014/main" id="{64FD42E4-6767-D4AE-8D21-E0B19801A4AC}"/>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Picture Placeholder 3">
            <a:extLst>
              <a:ext uri="{FF2B5EF4-FFF2-40B4-BE49-F238E27FC236}">
                <a16:creationId xmlns:a16="http://schemas.microsoft.com/office/drawing/2014/main" id="{031DFDF6-9085-6EAC-DBD9-835D60E90488}"/>
              </a:ext>
            </a:extLst>
          </p:cNvPr>
          <p:cNvSpPr>
            <a:spLocks noGrp="1"/>
          </p:cNvSpPr>
          <p:nvPr>
            <p:ph type="pic" sz="quarter" idx="11"/>
          </p:nvPr>
        </p:nvSpPr>
        <p:spPr>
          <a:xfrm>
            <a:off x="6096002" y="1"/>
            <a:ext cx="6095999" cy="6857999"/>
          </a:xfrm>
          <a:custGeom>
            <a:avLst/>
            <a:gdLst>
              <a:gd name="connsiteX0" fmla="*/ 2621816 w 6095999"/>
              <a:gd name="connsiteY0" fmla="*/ 0 h 6857999"/>
              <a:gd name="connsiteX1" fmla="*/ 6095999 w 6095999"/>
              <a:gd name="connsiteY1" fmla="*/ 0 h 6857999"/>
              <a:gd name="connsiteX2" fmla="*/ 6095999 w 6095999"/>
              <a:gd name="connsiteY2" fmla="*/ 6857999 h 6857999"/>
              <a:gd name="connsiteX3" fmla="*/ 282366 w 6095999"/>
              <a:gd name="connsiteY3" fmla="*/ 6857999 h 6857999"/>
              <a:gd name="connsiteX4" fmla="*/ 274899 w 6095999"/>
              <a:gd name="connsiteY4" fmla="*/ 6835933 h 6857999"/>
              <a:gd name="connsiteX5" fmla="*/ 0 w 6095999"/>
              <a:gd name="connsiteY5" fmla="*/ 5017647 h 6857999"/>
              <a:gd name="connsiteX6" fmla="*/ 2456125 w 6095999"/>
              <a:gd name="connsiteY6" fmla="*/ 11782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5999" h="6857999">
                <a:moveTo>
                  <a:pt x="2621816" y="0"/>
                </a:moveTo>
                <a:lnTo>
                  <a:pt x="6095999" y="0"/>
                </a:lnTo>
                <a:lnTo>
                  <a:pt x="6095999" y="6857999"/>
                </a:lnTo>
                <a:lnTo>
                  <a:pt x="282366" y="6857999"/>
                </a:lnTo>
                <a:lnTo>
                  <a:pt x="274899" y="6835933"/>
                </a:lnTo>
                <a:cubicBezTo>
                  <a:pt x="96244" y="6261537"/>
                  <a:pt x="0" y="5650832"/>
                  <a:pt x="0" y="5017647"/>
                </a:cubicBezTo>
                <a:cubicBezTo>
                  <a:pt x="0" y="3012563"/>
                  <a:pt x="965106" y="1232891"/>
                  <a:pt x="2456125" y="117826"/>
                </a:cubicBezTo>
                <a:close/>
              </a:path>
            </a:pathLst>
          </a:custGeom>
          <a:solidFill>
            <a:schemeClr val="bg1"/>
          </a:solidFill>
        </p:spPr>
        <p:txBody>
          <a:bodyPr wrap="square" anchor="ctr">
            <a:noAutofit/>
          </a:bodyPr>
          <a:lstStyle>
            <a:lvl1pPr marL="0" indent="0" algn="ctr">
              <a:buNone/>
              <a:defRPr/>
            </a:lvl1pPr>
          </a:lstStyle>
          <a:p>
            <a:r>
              <a:rPr lang="en-US"/>
              <a:t>Click icon to add picture</a:t>
            </a:r>
            <a:endParaRPr lang="en-US" dirty="0"/>
          </a:p>
        </p:txBody>
      </p:sp>
      <p:sp>
        <p:nvSpPr>
          <p:cNvPr id="2" name="TextBox 20">
            <a:extLst>
              <a:ext uri="{FF2B5EF4-FFF2-40B4-BE49-F238E27FC236}">
                <a16:creationId xmlns:a16="http://schemas.microsoft.com/office/drawing/2014/main" id="{E02835C5-4DEE-70B9-50F4-79DDD2F54673}"/>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3" name="Picture 7">
            <a:extLst>
              <a:ext uri="{FF2B5EF4-FFF2-40B4-BE49-F238E27FC236}">
                <a16:creationId xmlns:a16="http://schemas.microsoft.com/office/drawing/2014/main" id="{39F638EC-9D7E-A74B-4785-315ADB13162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283230696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13_Section Divider slide">
    <p:bg>
      <p:bgPr>
        <a:solidFill>
          <a:schemeClr val="accent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5452530-8D0F-E4EB-D435-CBF6876024E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11" name="Title 1">
            <a:extLst>
              <a:ext uri="{FF2B5EF4-FFF2-40B4-BE49-F238E27FC236}">
                <a16:creationId xmlns:a16="http://schemas.microsoft.com/office/drawing/2014/main" id="{DFDC1D25-6FCB-8092-1FCC-26E803925C6E}"/>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3" name="Subtitle 2">
            <a:extLst>
              <a:ext uri="{FF2B5EF4-FFF2-40B4-BE49-F238E27FC236}">
                <a16:creationId xmlns:a16="http://schemas.microsoft.com/office/drawing/2014/main" id="{69E6ED46-B083-9C27-8B6F-DD34AFF90CEF}"/>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Box 26">
            <a:extLst>
              <a:ext uri="{FF2B5EF4-FFF2-40B4-BE49-F238E27FC236}">
                <a16:creationId xmlns:a16="http://schemas.microsoft.com/office/drawing/2014/main" id="{E028FDAC-A9BD-F631-C307-851E93DC74EA}"/>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alpha val="50000"/>
                  </a:schemeClr>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alpha val="50000"/>
                </a:schemeClr>
              </a:solidFill>
              <a:latin typeface="Arial" panose="020B0604020202020204" pitchFamily="34" charset="0"/>
              <a:cs typeface="Arial" panose="020B0604020202020204" pitchFamily="34" charset="0"/>
            </a:endParaRPr>
          </a:p>
        </p:txBody>
      </p:sp>
      <p:sp>
        <p:nvSpPr>
          <p:cNvPr id="6" name="TextBox 20">
            <a:extLst>
              <a:ext uri="{FF2B5EF4-FFF2-40B4-BE49-F238E27FC236}">
                <a16:creationId xmlns:a16="http://schemas.microsoft.com/office/drawing/2014/main" id="{0E59B338-4397-5596-94B2-7E7477079AE8}"/>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000"/>
                  </a:schemeClr>
                </a:solidFill>
                <a:latin typeface="Arial" panose="020B0604020202020204" pitchFamily="34" charset="0"/>
                <a:cs typeface="Arial" panose="020B0604020202020204" pitchFamily="34" charset="0"/>
              </a:rPr>
              <a:t>© 2026 Arm</a:t>
            </a:r>
          </a:p>
        </p:txBody>
      </p:sp>
      <p:pic>
        <p:nvPicPr>
          <p:cNvPr id="3" name="Picture 7">
            <a:extLst>
              <a:ext uri="{FF2B5EF4-FFF2-40B4-BE49-F238E27FC236}">
                <a16:creationId xmlns:a16="http://schemas.microsoft.com/office/drawing/2014/main" id="{FF83C744-7BD8-D7EB-B6B2-25C60AFEFBB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241137796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 column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2" y="333375"/>
            <a:ext cx="11522073" cy="527685"/>
          </a:xfrm>
        </p:spPr>
        <p:txBody>
          <a:bodyPr anchor="t"/>
          <a:lstStyle>
            <a:lvl1pPr>
              <a:defRPr sz="3000" b="0">
                <a:solidFill>
                  <a:schemeClr val="tx1"/>
                </a:solidFill>
              </a:defRPr>
            </a:lvl1pPr>
          </a:lstStyle>
          <a:p>
            <a:r>
              <a:rPr lang="en-US" dirty="0"/>
              <a:t>Click to edit title style</a:t>
            </a:r>
          </a:p>
        </p:txBody>
      </p:sp>
      <p:sp>
        <p:nvSpPr>
          <p:cNvPr id="4" name="Text Placeholder 2"/>
          <p:cNvSpPr>
            <a:spLocks noGrp="1"/>
          </p:cNvSpPr>
          <p:nvPr>
            <p:ph idx="1" hasCustomPrompt="1"/>
          </p:nvPr>
        </p:nvSpPr>
        <p:spPr>
          <a:xfrm>
            <a:off x="334963" y="952036"/>
            <a:ext cx="11522074" cy="5212544"/>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672783" indent="-166688">
              <a:lnSpc>
                <a:spcPct val="100000"/>
              </a:lnSpc>
              <a:spcAft>
                <a:spcPts val="0"/>
              </a:spcAft>
              <a:buClr>
                <a:srgbClr val="6E2FF1"/>
              </a:buClr>
              <a:buFont typeface="Arial" panose="020B0604020202020204" pitchFamily="34" charset="0"/>
              <a:buChar char="•"/>
              <a:defRPr sz="1800">
                <a:solidFill>
                  <a:schemeClr val="tx1"/>
                </a:solidFill>
              </a:defRPr>
            </a:lvl2pPr>
            <a:lvl3pPr marL="947103" indent="-166688">
              <a:lnSpc>
                <a:spcPct val="100000"/>
              </a:lnSpc>
              <a:spcAft>
                <a:spcPts val="0"/>
              </a:spcAft>
              <a:buClr>
                <a:srgbClr val="6E2FF1"/>
              </a:buClr>
              <a:buFont typeface="Arial" panose="020B0604020202020204" pitchFamily="34" charset="0"/>
              <a:buChar char="•"/>
              <a:defRPr sz="1600">
                <a:solidFill>
                  <a:schemeClr val="tx1"/>
                </a:solidFill>
              </a:defRPr>
            </a:lvl3pPr>
            <a:lvl4pPr marL="1293178" indent="-173038">
              <a:lnSpc>
                <a:spcPct val="100000"/>
              </a:lnSpc>
              <a:spcAft>
                <a:spcPts val="0"/>
              </a:spcAft>
              <a:buClr>
                <a:srgbClr val="6E2FF1"/>
              </a:buClr>
              <a:buFont typeface="Arial" panose="020B0604020202020204" pitchFamily="34" charset="0"/>
              <a:buChar char="•"/>
              <a:defRPr sz="1600">
                <a:solidFill>
                  <a:schemeClr val="tx1"/>
                </a:solidFill>
              </a:defRPr>
            </a:lvl4pPr>
            <a:lvl5pPr marL="1518603" indent="-168275">
              <a:lnSpc>
                <a:spcPct val="100000"/>
              </a:lnSpc>
              <a:spcAft>
                <a:spcPts val="0"/>
              </a:spcAft>
              <a:buClr>
                <a:srgbClr val="6E2FF1"/>
              </a:buClr>
              <a:buFont typeface="Arial" panose="020B0604020202020204" pitchFamily="34" charset="0"/>
              <a:buChar char="•"/>
              <a:defRPr sz="1600">
                <a:solidFill>
                  <a:schemeClr val="tx1"/>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noProof="0" dirty="0"/>
              <a:t>Click to edit text styles with top-level bullet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211325039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 column slide w/ Sub">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4" name="Text Placeholder 43"/>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
        <p:nvSpPr>
          <p:cNvPr id="7" name="Text Placeholder 2"/>
          <p:cNvSpPr>
            <a:spLocks noGrp="1"/>
          </p:cNvSpPr>
          <p:nvPr>
            <p:ph idx="1" hasCustomPrompt="1"/>
          </p:nvPr>
        </p:nvSpPr>
        <p:spPr>
          <a:xfrm>
            <a:off x="334962" y="1333362"/>
            <a:ext cx="11522075" cy="4937898"/>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4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2000">
                <a:solidFill>
                  <a:schemeClr val="tx1"/>
                </a:solidFill>
              </a:defRPr>
            </a:lvl2pPr>
            <a:lvl3pPr marL="855663" indent="-166688">
              <a:lnSpc>
                <a:spcPct val="100000"/>
              </a:lnSpc>
              <a:spcAft>
                <a:spcPts val="0"/>
              </a:spcAft>
              <a:buClr>
                <a:srgbClr val="6E2FF1"/>
              </a:buClr>
              <a:buFont typeface="Arial" panose="020B0604020202020204" pitchFamily="34" charset="0"/>
              <a:buChar char="•"/>
              <a:defRPr>
                <a:solidFill>
                  <a:schemeClr val="tx1"/>
                </a:solidFill>
              </a:defRPr>
            </a:lvl3pPr>
            <a:lvl4pPr marL="1201738" indent="-173038">
              <a:lnSpc>
                <a:spcPct val="100000"/>
              </a:lnSpc>
              <a:spcAft>
                <a:spcPts val="0"/>
              </a:spcAft>
              <a:buClr>
                <a:srgbClr val="6E2FF1"/>
              </a:buClr>
              <a:buFont typeface="Arial" panose="020B0604020202020204" pitchFamily="34" charset="0"/>
              <a:buChar char="•"/>
              <a:defRPr>
                <a:solidFill>
                  <a:schemeClr val="tx1"/>
                </a:solidFill>
              </a:defRPr>
            </a:lvl4pPr>
            <a:lvl5pPr marL="1427163" indent="-168275">
              <a:lnSpc>
                <a:spcPct val="100000"/>
              </a:lnSpc>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4775040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 column slide ">
    <p:spTree>
      <p:nvGrpSpPr>
        <p:cNvPr id="1" name=""/>
        <p:cNvGrpSpPr/>
        <p:nvPr/>
      </p:nvGrpSpPr>
      <p:grpSpPr>
        <a:xfrm>
          <a:off x="0" y="0"/>
          <a:ext cx="0" cy="0"/>
          <a:chOff x="0" y="0"/>
          <a:chExt cx="0" cy="0"/>
        </a:xfrm>
      </p:grpSpPr>
      <p:sp>
        <p:nvSpPr>
          <p:cNvPr id="4" name="Content Placeholder 3"/>
          <p:cNvSpPr>
            <a:spLocks noGrp="1"/>
          </p:cNvSpPr>
          <p:nvPr>
            <p:ph sz="quarter" idx="19" hasCustomPrompt="1"/>
          </p:nvPr>
        </p:nvSpPr>
        <p:spPr>
          <a:xfrm>
            <a:off x="341681" y="2202443"/>
            <a:ext cx="5515504" cy="3933245"/>
          </a:xfrm>
        </p:spPr>
        <p:txBody>
          <a:bodyPr/>
          <a:lstStyle>
            <a:lvl1pPr marL="342900" indent="-342900" algn="l">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gn="l">
              <a:lnSpc>
                <a:spcPct val="100000"/>
              </a:lnSpc>
              <a:spcAft>
                <a:spcPts val="0"/>
              </a:spcAft>
              <a:buClr>
                <a:srgbClr val="6E2FF1"/>
              </a:buClr>
              <a:buFont typeface="Arial" panose="020B0604020202020204" pitchFamily="34" charset="0"/>
              <a:buChar char="•"/>
              <a:defRPr>
                <a:solidFill>
                  <a:schemeClr val="tx1"/>
                </a:solidFill>
              </a:defRPr>
            </a:lvl2pPr>
            <a:lvl3pPr marL="947103" indent="-166688" algn="l">
              <a:lnSpc>
                <a:spcPct val="100000"/>
              </a:lnSpc>
              <a:spcAft>
                <a:spcPts val="0"/>
              </a:spcAft>
              <a:buClr>
                <a:srgbClr val="6E2FF1"/>
              </a:buClr>
              <a:buFont typeface="Arial" panose="020B0604020202020204" pitchFamily="34" charset="0"/>
              <a:buChar char="•"/>
              <a:defRPr>
                <a:solidFill>
                  <a:schemeClr val="tx1"/>
                </a:solidFill>
              </a:defRPr>
            </a:lvl3pPr>
            <a:lvl4pPr marL="1293178" indent="-173038" algn="l">
              <a:lnSpc>
                <a:spcPct val="100000"/>
              </a:lnSpc>
              <a:spcAft>
                <a:spcPts val="0"/>
              </a:spcAft>
              <a:buClr>
                <a:srgbClr val="6E2FF1"/>
              </a:buClr>
              <a:buFont typeface="Arial" panose="020B0604020202020204" pitchFamily="34" charset="0"/>
              <a:buChar char="•"/>
              <a:defRPr>
                <a:solidFill>
                  <a:schemeClr val="tx1"/>
                </a:solidFill>
              </a:defRPr>
            </a:lvl4pPr>
            <a:lvl5pPr marL="1518603" indent="-168275" algn="l">
              <a:lnSpc>
                <a:spcPct val="100000"/>
              </a:lnSpc>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3"/>
          <p:cNvSpPr>
            <a:spLocks noGrp="1"/>
          </p:cNvSpPr>
          <p:nvPr>
            <p:ph sz="quarter" idx="21" hasCustomPrompt="1"/>
          </p:nvPr>
        </p:nvSpPr>
        <p:spPr>
          <a:xfrm>
            <a:off x="6339946" y="2202442"/>
            <a:ext cx="5517085" cy="3933246"/>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vl3pPr marL="947103" indent="-166688">
              <a:lnSpc>
                <a:spcPct val="100000"/>
              </a:lnSpc>
              <a:spcAft>
                <a:spcPts val="0"/>
              </a:spcAft>
              <a:buClr>
                <a:srgbClr val="6E2FF1"/>
              </a:buClr>
              <a:buFont typeface="Arial" panose="020B0604020202020204" pitchFamily="34" charset="0"/>
              <a:buChar char="•"/>
              <a:defRPr>
                <a:solidFill>
                  <a:schemeClr val="tx1"/>
                </a:solidFill>
              </a:defRPr>
            </a:lvl3pPr>
            <a:lvl4pPr marL="1293178" indent="-173038">
              <a:lnSpc>
                <a:spcPct val="100000"/>
              </a:lnSpc>
              <a:spcAft>
                <a:spcPts val="0"/>
              </a:spcAft>
              <a:buClr>
                <a:srgbClr val="6E2FF1"/>
              </a:buClr>
              <a:buFont typeface="Arial" panose="020B0604020202020204" pitchFamily="34" charset="0"/>
              <a:buChar char="•"/>
              <a:defRPr>
                <a:solidFill>
                  <a:schemeClr val="tx1"/>
                </a:solidFill>
              </a:defRPr>
            </a:lvl4pPr>
            <a:lvl5pPr marL="1518603" indent="-168275">
              <a:lnSpc>
                <a:spcPct val="100000"/>
              </a:lnSpc>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D67EC98B-3D70-F06A-BE88-1F7285E8B79F}"/>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5" name="Text Placeholder 43">
            <a:extLst>
              <a:ext uri="{FF2B5EF4-FFF2-40B4-BE49-F238E27FC236}">
                <a16:creationId xmlns:a16="http://schemas.microsoft.com/office/drawing/2014/main" id="{8E224E82-2A38-C155-7A0E-F9FC190DD60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tx2"/>
                </a:solidFill>
              </a:defRPr>
            </a:lvl1pPr>
          </a:lstStyle>
          <a:p>
            <a:pPr lvl="0"/>
            <a:r>
              <a:rPr lang="en-US" dirty="0"/>
              <a:t>Click to edit text styles</a:t>
            </a:r>
          </a:p>
        </p:txBody>
      </p:sp>
      <p:sp>
        <p:nvSpPr>
          <p:cNvPr id="8" name="Text Placeholder 131">
            <a:extLst>
              <a:ext uri="{FF2B5EF4-FFF2-40B4-BE49-F238E27FC236}">
                <a16:creationId xmlns:a16="http://schemas.microsoft.com/office/drawing/2014/main" id="{6CCD66A5-721B-8D5F-614C-1ABC04648D7D}"/>
              </a:ext>
            </a:extLst>
          </p:cNvPr>
          <p:cNvSpPr>
            <a:spLocks noGrp="1"/>
          </p:cNvSpPr>
          <p:nvPr>
            <p:ph type="body" sz="quarter" idx="22" hasCustomPrompt="1"/>
          </p:nvPr>
        </p:nvSpPr>
        <p:spPr>
          <a:xfrm>
            <a:off x="6339946" y="1629286"/>
            <a:ext cx="5517092"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cxnSp>
        <p:nvCxnSpPr>
          <p:cNvPr id="14" name="Straight Connector 13">
            <a:extLst>
              <a:ext uri="{FF2B5EF4-FFF2-40B4-BE49-F238E27FC236}">
                <a16:creationId xmlns:a16="http://schemas.microsoft.com/office/drawing/2014/main" id="{2E0394A6-D095-00D9-8B77-4AD8CCC347D9}"/>
              </a:ext>
            </a:extLst>
          </p:cNvPr>
          <p:cNvCxnSpPr>
            <a:cxnSpLocks/>
          </p:cNvCxnSpPr>
          <p:nvPr userDrawn="1"/>
        </p:nvCxnSpPr>
        <p:spPr>
          <a:xfrm>
            <a:off x="6096000"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6" name="Text Placeholder 131">
            <a:extLst>
              <a:ext uri="{FF2B5EF4-FFF2-40B4-BE49-F238E27FC236}">
                <a16:creationId xmlns:a16="http://schemas.microsoft.com/office/drawing/2014/main" id="{43A0EBE8-A43F-DF44-9460-0F08F5820FD7}"/>
              </a:ext>
            </a:extLst>
          </p:cNvPr>
          <p:cNvSpPr>
            <a:spLocks noGrp="1"/>
          </p:cNvSpPr>
          <p:nvPr>
            <p:ph type="body" sz="quarter" idx="16" hasCustomPrompt="1"/>
          </p:nvPr>
        </p:nvSpPr>
        <p:spPr>
          <a:xfrm>
            <a:off x="341681" y="1629286"/>
            <a:ext cx="5517088"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15262115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 column slide ">
    <p:spTree>
      <p:nvGrpSpPr>
        <p:cNvPr id="1" name=""/>
        <p:cNvGrpSpPr/>
        <p:nvPr/>
      </p:nvGrpSpPr>
      <p:grpSpPr>
        <a:xfrm>
          <a:off x="0" y="0"/>
          <a:ext cx="0" cy="0"/>
          <a:chOff x="0" y="0"/>
          <a:chExt cx="0" cy="0"/>
        </a:xfrm>
      </p:grpSpPr>
      <p:sp>
        <p:nvSpPr>
          <p:cNvPr id="7" name="Text Placeholder 2"/>
          <p:cNvSpPr>
            <a:spLocks noGrp="1"/>
          </p:cNvSpPr>
          <p:nvPr userDrawn="1">
            <p:ph idx="1" hasCustomPrompt="1"/>
          </p:nvPr>
        </p:nvSpPr>
        <p:spPr>
          <a:xfrm>
            <a:off x="341681" y="2373786"/>
            <a:ext cx="3372644" cy="368570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18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600">
                <a:solidFill>
                  <a:schemeClr val="tx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3" name="Text Placeholder 2"/>
          <p:cNvSpPr>
            <a:spLocks noGrp="1"/>
          </p:cNvSpPr>
          <p:nvPr userDrawn="1">
            <p:ph idx="17" hasCustomPrompt="1"/>
          </p:nvPr>
        </p:nvSpPr>
        <p:spPr>
          <a:xfrm>
            <a:off x="4416359" y="2373786"/>
            <a:ext cx="3359281" cy="368570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18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600">
                <a:solidFill>
                  <a:schemeClr val="tx1"/>
                </a:solidFill>
              </a:defRPr>
            </a:lvl2pPr>
          </a:lstStyle>
          <a:p>
            <a:pPr lvl="0"/>
            <a:r>
              <a:rPr lang="en-US" dirty="0"/>
              <a:t>Click to edit text styles</a:t>
            </a:r>
          </a:p>
          <a:p>
            <a:pPr lvl="1"/>
            <a:r>
              <a:rPr lang="en-US" dirty="0"/>
              <a:t>Second level</a:t>
            </a:r>
          </a:p>
        </p:txBody>
      </p:sp>
      <p:sp>
        <p:nvSpPr>
          <p:cNvPr id="14" name="Text Placeholder 2"/>
          <p:cNvSpPr>
            <a:spLocks noGrp="1"/>
          </p:cNvSpPr>
          <p:nvPr userDrawn="1">
            <p:ph idx="18" hasCustomPrompt="1"/>
          </p:nvPr>
        </p:nvSpPr>
        <p:spPr>
          <a:xfrm>
            <a:off x="8437857" y="2373786"/>
            <a:ext cx="3412462" cy="368570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18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600">
                <a:solidFill>
                  <a:schemeClr val="tx1"/>
                </a:solidFill>
              </a:defRPr>
            </a:lvl2pPr>
          </a:lstStyle>
          <a:p>
            <a:pPr lvl="0"/>
            <a:r>
              <a:rPr lang="en-US" dirty="0"/>
              <a:t>Click to edit text styles</a:t>
            </a:r>
          </a:p>
          <a:p>
            <a:pPr lvl="1"/>
            <a:r>
              <a:rPr lang="en-US" dirty="0"/>
              <a:t>Second level</a:t>
            </a:r>
          </a:p>
        </p:txBody>
      </p:sp>
      <p:sp>
        <p:nvSpPr>
          <p:cNvPr id="15" name="Text Placeholder 131"/>
          <p:cNvSpPr>
            <a:spLocks noGrp="1"/>
          </p:cNvSpPr>
          <p:nvPr userDrawn="1">
            <p:ph type="body" sz="quarter" idx="19" hasCustomPrompt="1"/>
          </p:nvPr>
        </p:nvSpPr>
        <p:spPr>
          <a:xfrm>
            <a:off x="4419997" y="1629286"/>
            <a:ext cx="33599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
        <p:nvSpPr>
          <p:cNvPr id="16" name="Text Placeholder 131"/>
          <p:cNvSpPr>
            <a:spLocks noGrp="1"/>
          </p:cNvSpPr>
          <p:nvPr userDrawn="1">
            <p:ph type="body" sz="quarter" idx="20" hasCustomPrompt="1"/>
          </p:nvPr>
        </p:nvSpPr>
        <p:spPr>
          <a:xfrm>
            <a:off x="8437193" y="1629286"/>
            <a:ext cx="3413126"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tx2"/>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9D3E3585-E252-0E6D-E69C-A5E9165DADD8}"/>
              </a:ext>
            </a:extLst>
          </p:cNvPr>
          <p:cNvCxnSpPr>
            <a:cxnSpLocks/>
          </p:cNvCxnSpPr>
          <p:nvPr userDrawn="1"/>
        </p:nvCxnSpPr>
        <p:spPr>
          <a:xfrm>
            <a:off x="4068914"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7349C95-B06B-964D-FE16-449E0AA5F29B}"/>
              </a:ext>
            </a:extLst>
          </p:cNvPr>
          <p:cNvCxnSpPr>
            <a:cxnSpLocks/>
          </p:cNvCxnSpPr>
          <p:nvPr userDrawn="1"/>
        </p:nvCxnSpPr>
        <p:spPr>
          <a:xfrm>
            <a:off x="8130275"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0" name="Text Placeholder 131">
            <a:extLst>
              <a:ext uri="{FF2B5EF4-FFF2-40B4-BE49-F238E27FC236}">
                <a16:creationId xmlns:a16="http://schemas.microsoft.com/office/drawing/2014/main" id="{7B9E0AAC-6C98-45AB-DD15-D590D4CDB68F}"/>
              </a:ext>
            </a:extLst>
          </p:cNvPr>
          <p:cNvSpPr>
            <a:spLocks noGrp="1"/>
          </p:cNvSpPr>
          <p:nvPr>
            <p:ph type="body" sz="quarter" idx="16" hasCustomPrompt="1"/>
          </p:nvPr>
        </p:nvSpPr>
        <p:spPr>
          <a:xfrm>
            <a:off x="341681" y="1629286"/>
            <a:ext cx="33726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20000775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_col_narrow_wide">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D505B7A5-C1F7-41D3-815C-A3728D81DBDD}"/>
              </a:ext>
            </a:extLst>
          </p:cNvPr>
          <p:cNvCxnSpPr>
            <a:cxnSpLocks/>
          </p:cNvCxnSpPr>
          <p:nvPr userDrawn="1"/>
        </p:nvCxnSpPr>
        <p:spPr>
          <a:xfrm>
            <a:off x="3224524"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8" name="Text Placeholder 2"/>
          <p:cNvSpPr>
            <a:spLocks noGrp="1"/>
          </p:cNvSpPr>
          <p:nvPr>
            <p:ph idx="1" hasCustomPrompt="1"/>
          </p:nvPr>
        </p:nvSpPr>
        <p:spPr>
          <a:xfrm>
            <a:off x="338726" y="1631111"/>
            <a:ext cx="2698050" cy="4440603"/>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stStyle>
          <a:p>
            <a:pPr lvl="0"/>
            <a:r>
              <a:rPr lang="en-US" dirty="0"/>
              <a:t>Click to edit text styles</a:t>
            </a:r>
          </a:p>
          <a:p>
            <a:pPr lvl="1"/>
            <a:r>
              <a:rPr lang="en-US" dirty="0"/>
              <a:t>Second level</a:t>
            </a:r>
          </a:p>
        </p:txBody>
      </p:sp>
      <p:sp>
        <p:nvSpPr>
          <p:cNvPr id="7" name="Content Placeholder 3"/>
          <p:cNvSpPr>
            <a:spLocks noGrp="1"/>
          </p:cNvSpPr>
          <p:nvPr>
            <p:ph sz="quarter" idx="21" hasCustomPrompt="1"/>
          </p:nvPr>
        </p:nvSpPr>
        <p:spPr>
          <a:xfrm>
            <a:off x="3416035" y="1631111"/>
            <a:ext cx="8296540" cy="4440603"/>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vl3pPr marL="947103" indent="-166688">
              <a:lnSpc>
                <a:spcPct val="100000"/>
              </a:lnSpc>
              <a:spcAft>
                <a:spcPts val="0"/>
              </a:spcAft>
              <a:buClr>
                <a:srgbClr val="6E2FF1"/>
              </a:buClr>
              <a:buFont typeface="Arial" panose="020B0604020202020204" pitchFamily="34" charset="0"/>
              <a:buChar char="•"/>
              <a:defRPr sz="1600">
                <a:solidFill>
                  <a:schemeClr val="tx1"/>
                </a:solidFill>
              </a:defRPr>
            </a:lvl3pPr>
            <a:lvl4pPr marL="1293178" indent="-173038">
              <a:lnSpc>
                <a:spcPct val="100000"/>
              </a:lnSpc>
              <a:spcAft>
                <a:spcPts val="0"/>
              </a:spcAft>
              <a:buClr>
                <a:srgbClr val="6E2FF1"/>
              </a:buClr>
              <a:buFont typeface="Arial" panose="020B0604020202020204" pitchFamily="34" charset="0"/>
              <a:buChar char="•"/>
              <a:defRPr sz="1600">
                <a:solidFill>
                  <a:schemeClr val="tx1"/>
                </a:solidFill>
              </a:defRPr>
            </a:lvl4pPr>
            <a:lvl5pPr marL="1518603" indent="-168275">
              <a:lnSpc>
                <a:spcPct val="100000"/>
              </a:lnSpc>
              <a:spcAft>
                <a:spcPts val="0"/>
              </a:spcAft>
              <a:buClr>
                <a:srgbClr val="6E2FF1"/>
              </a:buClr>
              <a:buFont typeface="Arial" panose="020B0604020202020204" pitchFamily="34" charset="0"/>
              <a:buChar char="•"/>
              <a:defRPr sz="1600">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1">
            <a:extLst>
              <a:ext uri="{FF2B5EF4-FFF2-40B4-BE49-F238E27FC236}">
                <a16:creationId xmlns:a16="http://schemas.microsoft.com/office/drawing/2014/main" id="{E6334CFF-A979-FC9A-543A-A5B0FE053577}"/>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8" name="Text Placeholder 43">
            <a:extLst>
              <a:ext uri="{FF2B5EF4-FFF2-40B4-BE49-F238E27FC236}">
                <a16:creationId xmlns:a16="http://schemas.microsoft.com/office/drawing/2014/main" id="{EA4C3228-7E56-9E7C-C259-DA2F13238F65}"/>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46299917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3 column slide ">
    <p:spTree>
      <p:nvGrpSpPr>
        <p:cNvPr id="1" name=""/>
        <p:cNvGrpSpPr/>
        <p:nvPr/>
      </p:nvGrpSpPr>
      <p:grpSpPr>
        <a:xfrm>
          <a:off x="0" y="0"/>
          <a:ext cx="0" cy="0"/>
          <a:chOff x="0" y="0"/>
          <a:chExt cx="0" cy="0"/>
        </a:xfrm>
      </p:grpSpPr>
      <p:sp>
        <p:nvSpPr>
          <p:cNvPr id="6" name="Content Placeholder 5"/>
          <p:cNvSpPr>
            <a:spLocks noGrp="1"/>
          </p:cNvSpPr>
          <p:nvPr>
            <p:ph sz="quarter" idx="15" hasCustomPrompt="1"/>
          </p:nvPr>
        </p:nvSpPr>
        <p:spPr>
          <a:xfrm>
            <a:off x="9182101" y="1629597"/>
            <a:ext cx="2674937" cy="4443488"/>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stStyle>
          <a:p>
            <a:pPr lvl="0"/>
            <a:r>
              <a:rPr lang="en-US" dirty="0"/>
              <a:t>Click to edit text styles</a:t>
            </a:r>
          </a:p>
          <a:p>
            <a:pPr lvl="1"/>
            <a:r>
              <a:rPr lang="en-US" dirty="0"/>
              <a:t>Second level</a:t>
            </a:r>
          </a:p>
        </p:txBody>
      </p:sp>
      <p:sp>
        <p:nvSpPr>
          <p:cNvPr id="8" name="Content Placeholder 3"/>
          <p:cNvSpPr>
            <a:spLocks noGrp="1"/>
          </p:cNvSpPr>
          <p:nvPr>
            <p:ph sz="quarter" idx="21" hasCustomPrompt="1"/>
          </p:nvPr>
        </p:nvSpPr>
        <p:spPr>
          <a:xfrm>
            <a:off x="341681" y="1629287"/>
            <a:ext cx="8348664" cy="4443267"/>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vl3pPr marL="947103" indent="-166688">
              <a:lnSpc>
                <a:spcPct val="100000"/>
              </a:lnSpc>
              <a:spcAft>
                <a:spcPts val="0"/>
              </a:spcAft>
              <a:buClr>
                <a:srgbClr val="6E2FF1"/>
              </a:buClr>
              <a:buFont typeface="Arial" panose="020B0604020202020204" pitchFamily="34" charset="0"/>
              <a:buChar char="•"/>
              <a:defRPr sz="1600">
                <a:solidFill>
                  <a:schemeClr val="tx1"/>
                </a:solidFill>
              </a:defRPr>
            </a:lvl3pPr>
            <a:lvl4pPr marL="1293178" indent="-173038">
              <a:lnSpc>
                <a:spcPct val="100000"/>
              </a:lnSpc>
              <a:spcAft>
                <a:spcPts val="0"/>
              </a:spcAft>
              <a:buClr>
                <a:srgbClr val="6E2FF1"/>
              </a:buClr>
              <a:buFont typeface="Arial" panose="020B0604020202020204" pitchFamily="34" charset="0"/>
              <a:buChar char="•"/>
              <a:defRPr sz="1600">
                <a:solidFill>
                  <a:schemeClr val="tx1"/>
                </a:solidFill>
              </a:defRPr>
            </a:lvl4pPr>
            <a:lvl5pPr marL="1518603" indent="-168275">
              <a:lnSpc>
                <a:spcPct val="100000"/>
              </a:lnSpc>
              <a:spcAft>
                <a:spcPts val="0"/>
              </a:spcAft>
              <a:buClr>
                <a:srgbClr val="6E2FF1"/>
              </a:buClr>
              <a:buFont typeface="Arial" panose="020B0604020202020204" pitchFamily="34" charset="0"/>
              <a:buChar char="•"/>
              <a:defRPr sz="1600">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2F1289BE-C460-FC38-A472-549CAFF7B1B6}"/>
              </a:ext>
            </a:extLst>
          </p:cNvPr>
          <p:cNvSpPr>
            <a:spLocks noGrp="1"/>
          </p:cNvSpPr>
          <p:nvPr>
            <p:ph type="title" hasCustomPrompt="1"/>
          </p:nvPr>
        </p:nvSpPr>
        <p:spPr>
          <a:xfrm>
            <a:off x="334962"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5B38FCCA-9B45-403D-9285-E8A5659B3A90}"/>
              </a:ext>
            </a:extLst>
          </p:cNvPr>
          <p:cNvSpPr>
            <a:spLocks noGrp="1"/>
          </p:cNvSpPr>
          <p:nvPr>
            <p:ph type="body" sz="quarter" idx="13" hasCustomPrompt="1"/>
          </p:nvPr>
        </p:nvSpPr>
        <p:spPr>
          <a:xfrm>
            <a:off x="334962"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1DD410EB-22A8-56FC-8D90-A32912AB5A8D}"/>
              </a:ext>
            </a:extLst>
          </p:cNvPr>
          <p:cNvCxnSpPr>
            <a:cxnSpLocks/>
          </p:cNvCxnSpPr>
          <p:nvPr userDrawn="1"/>
        </p:nvCxnSpPr>
        <p:spPr>
          <a:xfrm>
            <a:off x="8978583"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594960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 column with image ">
    <p:spTree>
      <p:nvGrpSpPr>
        <p:cNvPr id="1" name=""/>
        <p:cNvGrpSpPr/>
        <p:nvPr/>
      </p:nvGrpSpPr>
      <p:grpSpPr>
        <a:xfrm>
          <a:off x="0" y="0"/>
          <a:ext cx="0" cy="0"/>
          <a:chOff x="0" y="0"/>
          <a:chExt cx="0" cy="0"/>
        </a:xfrm>
      </p:grpSpPr>
      <p:sp>
        <p:nvSpPr>
          <p:cNvPr id="7" name="Text Placeholder 2"/>
          <p:cNvSpPr>
            <a:spLocks noGrp="1"/>
          </p:cNvSpPr>
          <p:nvPr>
            <p:ph idx="1" hasCustomPrompt="1"/>
          </p:nvPr>
        </p:nvSpPr>
        <p:spPr>
          <a:xfrm>
            <a:off x="341681" y="1629079"/>
            <a:ext cx="5625569" cy="4455197"/>
          </a:xfrm>
          <a:prstGeom prst="rect">
            <a:avLst/>
          </a:prstGeom>
        </p:spPr>
        <p:txBody>
          <a:bodyPr/>
          <a:lstStyle>
            <a:lvl1pPr marL="342900" indent="-342900">
              <a:lnSpc>
                <a:spcPct val="100000"/>
              </a:lnSpc>
              <a:spcAft>
                <a:spcPts val="0"/>
              </a:spcAft>
              <a:buClr>
                <a:srgbClr val="6E2FF1"/>
              </a:buClr>
              <a:buFont typeface="Arial" panose="020B0604020202020204" pitchFamily="34" charset="0"/>
              <a:buChar char="•"/>
              <a:defRPr sz="2400">
                <a:solidFill>
                  <a:schemeClr val="tx1"/>
                </a:solidFill>
              </a:defRPr>
            </a:lvl1pPr>
            <a:lvl2pPr marL="581343" indent="-166688">
              <a:lnSpc>
                <a:spcPct val="100000"/>
              </a:lnSpc>
              <a:spcBef>
                <a:spcPts val="0"/>
              </a:spcBef>
              <a:spcAft>
                <a:spcPts val="0"/>
              </a:spcAft>
              <a:buClr>
                <a:srgbClr val="6E2FF1"/>
              </a:buClr>
              <a:buFont typeface="Arial" panose="020B0604020202020204" pitchFamily="34" charset="0"/>
              <a:buChar char="•"/>
              <a:defRPr sz="2000">
                <a:solidFill>
                  <a:schemeClr val="tx1"/>
                </a:solidFill>
              </a:defRPr>
            </a:lvl2pPr>
            <a:lvl3pPr marL="855663" indent="-166688">
              <a:lnSpc>
                <a:spcPct val="100000"/>
              </a:lnSpc>
              <a:spcBef>
                <a:spcPts val="0"/>
              </a:spcBef>
              <a:spcAft>
                <a:spcPts val="0"/>
              </a:spcAft>
              <a:buClr>
                <a:srgbClr val="6E2FF1"/>
              </a:buClr>
              <a:buFont typeface="Arial" panose="020B0604020202020204" pitchFamily="34" charset="0"/>
              <a:buChar char="•"/>
              <a:defRPr sz="1800">
                <a:solidFill>
                  <a:schemeClr val="tx1"/>
                </a:solidFill>
              </a:defRPr>
            </a:lvl3pPr>
          </a:lstStyle>
          <a:p>
            <a:pPr lvl="0"/>
            <a:r>
              <a:rPr lang="en-US" dirty="0"/>
              <a:t>Click to edit text styles</a:t>
            </a:r>
          </a:p>
          <a:p>
            <a:pPr lvl="1"/>
            <a:r>
              <a:rPr lang="en-US" dirty="0"/>
              <a:t>Second level</a:t>
            </a:r>
          </a:p>
          <a:p>
            <a:pPr lvl="2"/>
            <a:r>
              <a:rPr lang="en-US" dirty="0"/>
              <a:t>Third level</a:t>
            </a:r>
          </a:p>
        </p:txBody>
      </p:sp>
      <p:sp>
        <p:nvSpPr>
          <p:cNvPr id="50" name="Picture Placeholder 5"/>
          <p:cNvSpPr>
            <a:spLocks noGrp="1"/>
          </p:cNvSpPr>
          <p:nvPr>
            <p:ph type="pic" sz="quarter" idx="17"/>
          </p:nvPr>
        </p:nvSpPr>
        <p:spPr>
          <a:xfrm>
            <a:off x="6250924" y="1629080"/>
            <a:ext cx="5606113" cy="4455198"/>
          </a:xfrm>
        </p:spPr>
        <p:txBody>
          <a:bodyPr/>
          <a:lstStyle>
            <a:lvl1pPr marL="0" indent="0">
              <a:buClr>
                <a:schemeClr val="accent1"/>
              </a:buClr>
              <a:buNone/>
              <a:defRPr sz="2200">
                <a:solidFill>
                  <a:schemeClr val="tx1"/>
                </a:solidFill>
              </a:defRPr>
            </a:lvl1pPr>
          </a:lstStyle>
          <a:p>
            <a:pPr lvl="0"/>
            <a:r>
              <a:rPr lang="en-US" noProof="0"/>
              <a:t>Click icon to add picture</a:t>
            </a:r>
            <a:endParaRPr lang="en-US" noProof="0" dirty="0"/>
          </a:p>
        </p:txBody>
      </p:sp>
      <p:sp>
        <p:nvSpPr>
          <p:cNvPr id="3" name="Title 1">
            <a:extLst>
              <a:ext uri="{FF2B5EF4-FFF2-40B4-BE49-F238E27FC236}">
                <a16:creationId xmlns:a16="http://schemas.microsoft.com/office/drawing/2014/main" id="{40152492-71D9-150B-2A89-D0FCD1FD2983}"/>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405D1B2E-CB2E-3E45-B317-55D6F5C2DA6B}"/>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58421645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10" name="Table Placeholder 3"/>
          <p:cNvSpPr>
            <a:spLocks noGrp="1"/>
          </p:cNvSpPr>
          <p:nvPr>
            <p:ph type="tbl" sz="quarter" idx="13"/>
          </p:nvPr>
        </p:nvSpPr>
        <p:spPr>
          <a:xfrm>
            <a:off x="342900" y="1259574"/>
            <a:ext cx="11514138" cy="5065026"/>
          </a:xfrm>
        </p:spPr>
        <p:txBody>
          <a:bodyPr/>
          <a:lstStyle>
            <a:lvl1pPr marL="0" indent="0">
              <a:buNone/>
              <a:defRPr/>
            </a:lvl1pPr>
          </a:lstStyle>
          <a:p>
            <a:pPr lvl="0"/>
            <a:r>
              <a:rPr lang="en-US" noProof="0"/>
              <a:t>Click icon to add table</a:t>
            </a:r>
            <a:endParaRPr lang="en-US" noProof="0" dirty="0"/>
          </a:p>
        </p:txBody>
      </p:sp>
      <p:sp>
        <p:nvSpPr>
          <p:cNvPr id="3" name="Title 1">
            <a:extLst>
              <a:ext uri="{FF2B5EF4-FFF2-40B4-BE49-F238E27FC236}">
                <a16:creationId xmlns:a16="http://schemas.microsoft.com/office/drawing/2014/main" id="{0BA6B87B-D63E-427C-CAB5-FF49FA0D8855}"/>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Tree>
    <p:extLst>
      <p:ext uri="{BB962C8B-B14F-4D97-AF65-F5344CB8AC3E}">
        <p14:creationId xmlns:p14="http://schemas.microsoft.com/office/powerpoint/2010/main" val="7751233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Tree>
    <p:extLst>
      <p:ext uri="{BB962C8B-B14F-4D97-AF65-F5344CB8AC3E}">
        <p14:creationId xmlns:p14="http://schemas.microsoft.com/office/powerpoint/2010/main" val="151418806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203065"/>
            <a:ext cx="5761037" cy="451869"/>
          </a:xfrm>
        </p:spPr>
        <p:txBody>
          <a:bodyPr anchor="t"/>
          <a:lstStyle>
            <a:lvl1pPr>
              <a:defRPr sz="3000">
                <a:solidFill>
                  <a:schemeClr val="tx1"/>
                </a:solidFill>
              </a:defRPr>
            </a:lvl1pPr>
          </a:lstStyle>
          <a:p>
            <a:r>
              <a:rPr lang="en-US" dirty="0"/>
              <a:t>Click to edit title style</a:t>
            </a:r>
          </a:p>
        </p:txBody>
      </p:sp>
      <p:sp>
        <p:nvSpPr>
          <p:cNvPr id="4" name="Text Placeholder 3">
            <a:extLst>
              <a:ext uri="{FF2B5EF4-FFF2-40B4-BE49-F238E27FC236}">
                <a16:creationId xmlns:a16="http://schemas.microsoft.com/office/drawing/2014/main" id="{DEFBFE9E-2652-DCEC-F6D0-92BD843763BE}"/>
              </a:ext>
            </a:extLst>
          </p:cNvPr>
          <p:cNvSpPr>
            <a:spLocks noGrp="1"/>
          </p:cNvSpPr>
          <p:nvPr>
            <p:ph type="body" sz="quarter" idx="10" hasCustomPrompt="1"/>
          </p:nvPr>
        </p:nvSpPr>
        <p:spPr>
          <a:xfrm>
            <a:off x="6096000" y="3127761"/>
            <a:ext cx="296254" cy="3419089"/>
          </a:xfrm>
        </p:spPr>
        <p:txBody>
          <a:bodyPr anchor="t" anchorCtr="0"/>
          <a:lstStyle>
            <a:lvl1pPr marL="0" marR="0" indent="0" algn="l" defTabSz="914400" rtl="0" eaLnBrk="1" fontAlgn="base" latinLnBrk="0" hangingPunct="1">
              <a:lnSpc>
                <a:spcPts val="2780"/>
              </a:lnSpc>
              <a:spcBef>
                <a:spcPts val="600"/>
              </a:spcBef>
              <a:spcAft>
                <a:spcPts val="0"/>
              </a:spcAft>
              <a:buClr>
                <a:srgbClr val="6E2FF1"/>
              </a:buClr>
              <a:buSzPct val="80000"/>
              <a:buFont typeface="Arial" panose="020B0604020202020204" pitchFamily="34" charset="0"/>
              <a:buNone/>
              <a:tabLst/>
              <a:defRPr sz="2400">
                <a:solidFill>
                  <a:schemeClr val="accent1"/>
                </a:solidFill>
              </a:defRPr>
            </a:lvl1pPr>
          </a:lstStyle>
          <a:p>
            <a:pPr marL="342900" marR="0" lvl="0" indent="-342900" algn="l" defTabSz="914400" rtl="0" eaLnBrk="1" fontAlgn="base" latinLnBrk="0" hangingPunct="1">
              <a:lnSpc>
                <a:spcPct val="100000"/>
              </a:lnSpc>
              <a:spcBef>
                <a:spcPts val="600"/>
              </a:spcBef>
              <a:spcAft>
                <a:spcPts val="0"/>
              </a:spcAft>
              <a:buClr>
                <a:srgbClr val="6E2FF1"/>
              </a:buClr>
              <a:buSzPct val="80000"/>
              <a:buFont typeface="Arial" panose="020B0604020202020204" pitchFamily="34" charset="0"/>
              <a:buNone/>
              <a:tabLst/>
              <a:defRPr/>
            </a:pPr>
            <a:r>
              <a:rPr lang="en-US" dirty="0"/>
              <a:t>#</a:t>
            </a:r>
          </a:p>
        </p:txBody>
      </p:sp>
      <p:sp>
        <p:nvSpPr>
          <p:cNvPr id="5" name="Text Placeholder 3">
            <a:extLst>
              <a:ext uri="{FF2B5EF4-FFF2-40B4-BE49-F238E27FC236}">
                <a16:creationId xmlns:a16="http://schemas.microsoft.com/office/drawing/2014/main" id="{F81CCB20-290E-8B38-FAC1-99C372294739}"/>
              </a:ext>
            </a:extLst>
          </p:cNvPr>
          <p:cNvSpPr>
            <a:spLocks noGrp="1"/>
          </p:cNvSpPr>
          <p:nvPr>
            <p:ph type="body" sz="quarter" idx="11" hasCustomPrompt="1"/>
          </p:nvPr>
        </p:nvSpPr>
        <p:spPr>
          <a:xfrm>
            <a:off x="6392255" y="3127761"/>
            <a:ext cx="5272754" cy="3419089"/>
          </a:xfrm>
        </p:spPr>
        <p:txBody>
          <a:bodyPr anchor="t" anchorCtr="0"/>
          <a:lstStyle>
            <a:lvl1pPr marL="0" marR="0" indent="0" algn="l" defTabSz="914400" rtl="0" eaLnBrk="1" fontAlgn="base" latinLnBrk="0" hangingPunct="1">
              <a:lnSpc>
                <a:spcPts val="2780"/>
              </a:lnSpc>
              <a:spcBef>
                <a:spcPts val="600"/>
              </a:spcBef>
              <a:spcAft>
                <a:spcPts val="0"/>
              </a:spcAft>
              <a:buClr>
                <a:srgbClr val="6E2FF1"/>
              </a:buClr>
              <a:buSzPct val="80000"/>
              <a:buFont typeface="Arial" panose="020B0604020202020204" pitchFamily="34" charset="0"/>
              <a:buNone/>
              <a:tabLst/>
              <a:defRPr sz="2400">
                <a:solidFill>
                  <a:schemeClr val="tx1"/>
                </a:solidFill>
              </a:defRPr>
            </a:lvl1pPr>
          </a:lstStyle>
          <a:p>
            <a:pPr marL="342900" marR="0" lvl="0" indent="-342900" algn="l" defTabSz="914400" rtl="0" eaLnBrk="1" fontAlgn="base" latinLnBrk="0" hangingPunct="1">
              <a:lnSpc>
                <a:spcPct val="100000"/>
              </a:lnSpc>
              <a:spcBef>
                <a:spcPts val="600"/>
              </a:spcBef>
              <a:spcAft>
                <a:spcPts val="0"/>
              </a:spcAft>
              <a:buClr>
                <a:srgbClr val="6E2FF1"/>
              </a:buClr>
              <a:buSzPct val="80000"/>
              <a:buFont typeface="Arial" panose="020B0604020202020204" pitchFamily="34" charset="0"/>
              <a:buNone/>
              <a:tabLst/>
              <a:defRPr/>
            </a:pPr>
            <a:r>
              <a:rPr lang="en-US" dirty="0"/>
              <a:t>Agenda item</a:t>
            </a:r>
          </a:p>
        </p:txBody>
      </p:sp>
    </p:spTree>
    <p:extLst>
      <p:ext uri="{BB962C8B-B14F-4D97-AF65-F5344CB8AC3E}">
        <p14:creationId xmlns:p14="http://schemas.microsoft.com/office/powerpoint/2010/main" val="175514734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
        <p:nvSpPr>
          <p:cNvPr id="7" name="Text Placeholder 2">
            <a:extLst>
              <a:ext uri="{FF2B5EF4-FFF2-40B4-BE49-F238E27FC236}">
                <a16:creationId xmlns:a16="http://schemas.microsoft.com/office/drawing/2014/main" id="{AA2015AF-BA33-A1D1-C656-9F0543D045D8}"/>
              </a:ext>
            </a:extLst>
          </p:cNvPr>
          <p:cNvSpPr>
            <a:spLocks noGrp="1"/>
          </p:cNvSpPr>
          <p:nvPr>
            <p:ph idx="1" hasCustomPrompt="1"/>
          </p:nvPr>
        </p:nvSpPr>
        <p:spPr>
          <a:xfrm>
            <a:off x="334964" y="4686255"/>
            <a:ext cx="3372644" cy="137323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0" name="Text Placeholder 2">
            <a:extLst>
              <a:ext uri="{FF2B5EF4-FFF2-40B4-BE49-F238E27FC236}">
                <a16:creationId xmlns:a16="http://schemas.microsoft.com/office/drawing/2014/main" id="{91DCE8EB-57B0-6F3F-108A-307D6494DF2E}"/>
              </a:ext>
            </a:extLst>
          </p:cNvPr>
          <p:cNvSpPr>
            <a:spLocks noGrp="1"/>
          </p:cNvSpPr>
          <p:nvPr>
            <p:ph idx="17" hasCustomPrompt="1"/>
          </p:nvPr>
        </p:nvSpPr>
        <p:spPr>
          <a:xfrm>
            <a:off x="4416359" y="4686255"/>
            <a:ext cx="3359281" cy="137323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stStyle>
          <a:p>
            <a:pPr lvl="0"/>
            <a:r>
              <a:rPr lang="en-US" dirty="0"/>
              <a:t>Click to edit text styles</a:t>
            </a:r>
          </a:p>
          <a:p>
            <a:pPr lvl="1"/>
            <a:r>
              <a:rPr lang="en-US" dirty="0"/>
              <a:t>Second level</a:t>
            </a:r>
          </a:p>
        </p:txBody>
      </p:sp>
      <p:sp>
        <p:nvSpPr>
          <p:cNvPr id="11" name="Text Placeholder 2">
            <a:extLst>
              <a:ext uri="{FF2B5EF4-FFF2-40B4-BE49-F238E27FC236}">
                <a16:creationId xmlns:a16="http://schemas.microsoft.com/office/drawing/2014/main" id="{3CE459FA-5634-169B-B788-0A6DCDEB1AC0}"/>
              </a:ext>
            </a:extLst>
          </p:cNvPr>
          <p:cNvSpPr>
            <a:spLocks noGrp="1"/>
          </p:cNvSpPr>
          <p:nvPr>
            <p:ph idx="18" hasCustomPrompt="1"/>
          </p:nvPr>
        </p:nvSpPr>
        <p:spPr>
          <a:xfrm>
            <a:off x="8437857" y="4686255"/>
            <a:ext cx="3412462" cy="137323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stStyle>
          <a:p>
            <a:pPr lvl="0"/>
            <a:r>
              <a:rPr lang="en-US" dirty="0"/>
              <a:t>Click to edit text styles</a:t>
            </a:r>
          </a:p>
          <a:p>
            <a:pPr lvl="1"/>
            <a:r>
              <a:rPr lang="en-US" dirty="0"/>
              <a:t>Second level</a:t>
            </a:r>
          </a:p>
        </p:txBody>
      </p:sp>
    </p:spTree>
    <p:extLst>
      <p:ext uri="{BB962C8B-B14F-4D97-AF65-F5344CB8AC3E}">
        <p14:creationId xmlns:p14="http://schemas.microsoft.com/office/powerpoint/2010/main" val="123123285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372309500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_3 column slide ">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a:t>
            </a:r>
            <a:r>
              <a:rPr lang="en-US"/>
              <a:t>to edit title </a:t>
            </a:r>
            <a:r>
              <a:rPr lang="en-US" dirty="0"/>
              <a:t>s</a:t>
            </a:r>
            <a:r>
              <a:rPr lang="en-US"/>
              <a:t>tyle</a:t>
            </a:r>
            <a:endParaRPr lang="en-US" dirty="0"/>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
        <p:nvSpPr>
          <p:cNvPr id="5" name="Text Placeholder 5">
            <a:extLst>
              <a:ext uri="{FF2B5EF4-FFF2-40B4-BE49-F238E27FC236}">
                <a16:creationId xmlns:a16="http://schemas.microsoft.com/office/drawing/2014/main" id="{93C81F4B-F08E-B41E-3208-5D0B92A96A1B}"/>
              </a:ext>
            </a:extLst>
          </p:cNvPr>
          <p:cNvSpPr>
            <a:spLocks noGrp="1"/>
          </p:cNvSpPr>
          <p:nvPr>
            <p:ph type="body" sz="quarter" idx="19"/>
          </p:nvPr>
        </p:nvSpPr>
        <p:spPr>
          <a:xfrm>
            <a:off x="4419997" y="1611050"/>
            <a:ext cx="3359945" cy="560696"/>
          </a:xfrm>
        </p:spPr>
        <p:txBody>
          <a:bodyPr/>
          <a:lstStyle>
            <a:lvl1pPr>
              <a:buClr>
                <a:srgbClr val="6E2FF1"/>
              </a:buClr>
              <a:defRPr/>
            </a:lvl1pPr>
          </a:lstStyle>
          <a:p>
            <a:pPr lvl="0"/>
            <a:r>
              <a:rPr lang="en-US"/>
              <a:t>Click to edit Master text styles</a:t>
            </a:r>
          </a:p>
          <a:p>
            <a:pPr lvl="1"/>
            <a:r>
              <a:rPr lang="en-US"/>
              <a:t>Second level</a:t>
            </a:r>
          </a:p>
        </p:txBody>
      </p:sp>
      <p:sp>
        <p:nvSpPr>
          <p:cNvPr id="6" name="Text Placeholder 8">
            <a:extLst>
              <a:ext uri="{FF2B5EF4-FFF2-40B4-BE49-F238E27FC236}">
                <a16:creationId xmlns:a16="http://schemas.microsoft.com/office/drawing/2014/main" id="{D3F52F4B-161F-01DB-3570-BED7ABF421DC}"/>
              </a:ext>
            </a:extLst>
          </p:cNvPr>
          <p:cNvSpPr>
            <a:spLocks noGrp="1"/>
          </p:cNvSpPr>
          <p:nvPr>
            <p:ph type="body" sz="quarter" idx="20"/>
          </p:nvPr>
        </p:nvSpPr>
        <p:spPr>
          <a:xfrm>
            <a:off x="8437193" y="1611050"/>
            <a:ext cx="3413126" cy="560696"/>
          </a:xfrm>
        </p:spPr>
        <p:txBody>
          <a:bodyPr/>
          <a:lstStyle>
            <a:lvl1pPr>
              <a:buClr>
                <a:srgbClr val="6E2FF1"/>
              </a:buClr>
              <a:defRPr/>
            </a:lvl1pPr>
          </a:lstStyle>
          <a:p>
            <a:pPr lvl="0"/>
            <a:r>
              <a:rPr lang="en-US"/>
              <a:t>Click to edit Master text styles</a:t>
            </a:r>
          </a:p>
          <a:p>
            <a:pPr lvl="1"/>
            <a:r>
              <a:rPr lang="en-US"/>
              <a:t>Second level</a:t>
            </a:r>
          </a:p>
        </p:txBody>
      </p:sp>
      <p:cxnSp>
        <p:nvCxnSpPr>
          <p:cNvPr id="14" name="Straight Connector 13">
            <a:extLst>
              <a:ext uri="{FF2B5EF4-FFF2-40B4-BE49-F238E27FC236}">
                <a16:creationId xmlns:a16="http://schemas.microsoft.com/office/drawing/2014/main" id="{DC173144-7538-D08B-6C69-A7C2EF4371B0}"/>
              </a:ext>
            </a:extLst>
          </p:cNvPr>
          <p:cNvCxnSpPr>
            <a:cxnSpLocks/>
          </p:cNvCxnSpPr>
          <p:nvPr userDrawn="1"/>
        </p:nvCxnSpPr>
        <p:spPr>
          <a:xfrm>
            <a:off x="4068914"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01FA014-90AB-0167-9FFE-B61D90A760F8}"/>
              </a:ext>
            </a:extLst>
          </p:cNvPr>
          <p:cNvCxnSpPr>
            <a:cxnSpLocks/>
          </p:cNvCxnSpPr>
          <p:nvPr userDrawn="1"/>
        </p:nvCxnSpPr>
        <p:spPr>
          <a:xfrm>
            <a:off x="8130275"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7" name="Text Placeholder 3">
            <a:extLst>
              <a:ext uri="{FF2B5EF4-FFF2-40B4-BE49-F238E27FC236}">
                <a16:creationId xmlns:a16="http://schemas.microsoft.com/office/drawing/2014/main" id="{1C219C76-408E-918F-DA25-E1B89EC087AB}"/>
              </a:ext>
            </a:extLst>
          </p:cNvPr>
          <p:cNvSpPr>
            <a:spLocks noGrp="1"/>
          </p:cNvSpPr>
          <p:nvPr>
            <p:ph type="body" sz="quarter" idx="16"/>
          </p:nvPr>
        </p:nvSpPr>
        <p:spPr>
          <a:xfrm>
            <a:off x="341681" y="1611050"/>
            <a:ext cx="3372645" cy="560696"/>
          </a:xfrm>
        </p:spPr>
        <p:txBody>
          <a:bodyPr/>
          <a:lstStyle>
            <a:lvl1pPr>
              <a:buClr>
                <a:srgbClr val="6E2FF1"/>
              </a:buClr>
              <a:defRPr/>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1771423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2_Closing Slide">
    <p:bg>
      <p:bgPr>
        <a:solidFill>
          <a:schemeClr val="accent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935D0AB-AC44-3595-F2A0-E120A9BFA64F}"/>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BBE5686C-98E7-A510-653F-0FD69A4B4B81}"/>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2">
            <a:extLst>
              <a:ext uri="{FF2B5EF4-FFF2-40B4-BE49-F238E27FC236}">
                <a16:creationId xmlns:a16="http://schemas.microsoft.com/office/drawing/2014/main" id="{6F863802-73AF-E781-94DD-B6935A840D5B}"/>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
        <p:nvSpPr>
          <p:cNvPr id="3" name="Rectangle 2">
            <a:extLst>
              <a:ext uri="{FF2B5EF4-FFF2-40B4-BE49-F238E27FC236}">
                <a16:creationId xmlns:a16="http://schemas.microsoft.com/office/drawing/2014/main" id="{007E9A11-EBA6-9420-BCD8-181F6B72A5A9}"/>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31162736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3_Closing Slide">
    <p:bg>
      <p:bgPr>
        <a:solidFill>
          <a:schemeClr val="accent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B11CE2E-EC95-AB37-48CD-A893B95CCBCB}"/>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E667DAA-C82F-D11A-357F-886396C9B7FE}"/>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1558F5E-A3BE-0D42-13E9-838197A80B45}"/>
              </a:ext>
            </a:extLst>
          </p:cNvPr>
          <p:cNvSpPr>
            <a:spLocks noChangeArrowheads="1"/>
          </p:cNvSpPr>
          <p:nvPr userDrawn="1"/>
        </p:nvSpPr>
        <p:spPr bwMode="auto">
          <a:xfrm>
            <a:off x="334963" y="5555129"/>
            <a:ext cx="41700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5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50" noProof="1">
                <a:solidFill>
                  <a:schemeClr val="bg1"/>
                </a:solidFill>
                <a:latin typeface="Arial" panose="020B0604020202020204" pitchFamily="34" charset="0"/>
                <a:cs typeface="Arial" panose="020B0604020202020204" pitchFamily="34" charset="0"/>
              </a:rPr>
            </a:br>
            <a:r>
              <a:rPr lang="en-US" sz="1050" noProof="1">
                <a:solidFill>
                  <a:schemeClr val="bg1"/>
                </a:solidFill>
                <a:latin typeface="Arial" panose="020B0604020202020204" pitchFamily="34" charset="0"/>
                <a:cs typeface="Arial" panose="020B0604020202020204" pitchFamily="34" charset="0"/>
              </a:rPr>
              <a:t>www.arm.com/company/policies/trademarks</a:t>
            </a:r>
          </a:p>
        </p:txBody>
      </p:sp>
      <p:pic>
        <p:nvPicPr>
          <p:cNvPr id="2" name="Picture 2">
            <a:extLst>
              <a:ext uri="{FF2B5EF4-FFF2-40B4-BE49-F238E27FC236}">
                <a16:creationId xmlns:a16="http://schemas.microsoft.com/office/drawing/2014/main" id="{B913E0D1-1F96-2D30-DFEF-185207885CA2}"/>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Tree>
    <p:extLst>
      <p:ext uri="{BB962C8B-B14F-4D97-AF65-F5344CB8AC3E}">
        <p14:creationId xmlns:p14="http://schemas.microsoft.com/office/powerpoint/2010/main" val="208960395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6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BED15ADD-5EC2-811A-2387-1B5930CD08C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pic>
        <p:nvPicPr>
          <p:cNvPr id="4" name="Picture 11">
            <a:extLst>
              <a:ext uri="{FF2B5EF4-FFF2-40B4-BE49-F238E27FC236}">
                <a16:creationId xmlns:a16="http://schemas.microsoft.com/office/drawing/2014/main" id="{B381D48D-6B8E-2C29-2226-AC9A652B9C6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3" name="Rectangle 2">
            <a:extLst>
              <a:ext uri="{FF2B5EF4-FFF2-40B4-BE49-F238E27FC236}">
                <a16:creationId xmlns:a16="http://schemas.microsoft.com/office/drawing/2014/main" id="{557D2D66-0693-E8F6-C7DE-35F9D93C9BC4}"/>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281057506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1_Closing Slide">
    <p:bg>
      <p:bgPr>
        <a:solidFill>
          <a:schemeClr val="accent1"/>
        </a:solidFill>
        <a:effectLst/>
      </p:bgPr>
    </p:bg>
    <p:spTree>
      <p:nvGrpSpPr>
        <p:cNvPr id="1" name=""/>
        <p:cNvGrpSpPr/>
        <p:nvPr/>
      </p:nvGrpSpPr>
      <p:grpSpPr>
        <a:xfrm>
          <a:off x="0" y="0"/>
          <a:ext cx="0" cy="0"/>
          <a:chOff x="0" y="0"/>
          <a:chExt cx="0" cy="0"/>
        </a:xfrm>
      </p:grpSpPr>
      <p:pic>
        <p:nvPicPr>
          <p:cNvPr id="3" name="Picture 2" descr="A blue circle with a black background&#10;&#10;Description automatically generated">
            <a:extLst>
              <a:ext uri="{FF2B5EF4-FFF2-40B4-BE49-F238E27FC236}">
                <a16:creationId xmlns:a16="http://schemas.microsoft.com/office/drawing/2014/main" id="{7361937A-719B-4F76-BADA-2A50A2850E5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sp>
        <p:nvSpPr>
          <p:cNvPr id="6" name="Rectangle 5"/>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www.arm.com/company/policies/trademarks</a:t>
            </a:r>
          </a:p>
        </p:txBody>
      </p:sp>
      <p:pic>
        <p:nvPicPr>
          <p:cNvPr id="4" name="Picture 11">
            <a:extLst>
              <a:ext uri="{FF2B5EF4-FFF2-40B4-BE49-F238E27FC236}">
                <a16:creationId xmlns:a16="http://schemas.microsoft.com/office/drawing/2014/main" id="{0702DF4C-C16B-FB7F-C627-956839D9025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68071610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10_Closing Slide">
    <p:bg>
      <p:bgPr>
        <a:gradFill flip="none" rotWithShape="1">
          <a:gsLst>
            <a:gs pos="100000">
              <a:schemeClr val="accent2"/>
            </a:gs>
            <a:gs pos="21000">
              <a:srgbClr val="00C1DE"/>
            </a:gs>
            <a:gs pos="49000">
              <a:schemeClr val="accent1"/>
            </a:gs>
          </a:gsLst>
          <a:lin ang="18900000" scaled="1"/>
          <a:tileRect/>
        </a:gradFill>
        <a:effectLst/>
      </p:bgPr>
    </p:bg>
    <p:spTree>
      <p:nvGrpSpPr>
        <p:cNvPr id="1" name=""/>
        <p:cNvGrpSpPr/>
        <p:nvPr/>
      </p:nvGrpSpPr>
      <p:grpSpPr>
        <a:xfrm>
          <a:off x="0" y="0"/>
          <a:ext cx="0" cy="0"/>
          <a:chOff x="0" y="0"/>
          <a:chExt cx="0" cy="0"/>
        </a:xfrm>
      </p:grpSpPr>
      <p:pic>
        <p:nvPicPr>
          <p:cNvPr id="4" name="Picture 3" descr="A blue circle with a black background&#10;&#10;Description automatically generated">
            <a:extLst>
              <a:ext uri="{FF2B5EF4-FFF2-40B4-BE49-F238E27FC236}">
                <a16:creationId xmlns:a16="http://schemas.microsoft.com/office/drawing/2014/main" id="{87FC3B0A-1B2E-5183-A106-AFF1AFAD527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5" name="Rectangle 4">
            <a:extLst>
              <a:ext uri="{FF2B5EF4-FFF2-40B4-BE49-F238E27FC236}">
                <a16:creationId xmlns:a16="http://schemas.microsoft.com/office/drawing/2014/main" id="{F698A3AF-7443-E497-DF07-403C6A630123}"/>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pic>
        <p:nvPicPr>
          <p:cNvPr id="3" name="Picture 11">
            <a:extLst>
              <a:ext uri="{FF2B5EF4-FFF2-40B4-BE49-F238E27FC236}">
                <a16:creationId xmlns:a16="http://schemas.microsoft.com/office/drawing/2014/main" id="{41C96215-BC65-D5B1-AF78-CCD29136EAB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93656059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4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E1F3F225-309F-2E09-4DD8-48893FA2296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4" name="Rectangle 3">
            <a:extLst>
              <a:ext uri="{FF2B5EF4-FFF2-40B4-BE49-F238E27FC236}">
                <a16:creationId xmlns:a16="http://schemas.microsoft.com/office/drawing/2014/main" id="{B26AEBF6-6717-8CEA-D2B3-4A6E846AC3C8}"/>
              </a:ext>
            </a:extLst>
          </p:cNvPr>
          <p:cNvSpPr>
            <a:spLocks noChangeArrowheads="1"/>
          </p:cNvSpPr>
          <p:nvPr userDrawn="1"/>
        </p:nvSpPr>
        <p:spPr bwMode="auto">
          <a:xfrm>
            <a:off x="334963" y="5601295"/>
            <a:ext cx="3837192"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00" noProof="1">
                <a:solidFill>
                  <a:schemeClr val="bg1"/>
                </a:solidFill>
                <a:latin typeface="Arial" panose="020B0604020202020204" pitchFamily="34" charset="0"/>
                <a:cs typeface="Arial" panose="020B0604020202020204" pitchFamily="34" charset="0"/>
              </a:rPr>
            </a:br>
            <a:r>
              <a:rPr lang="en-US" sz="1000" noProof="1">
                <a:solidFill>
                  <a:schemeClr val="bg1"/>
                </a:solidFill>
                <a:latin typeface="Arial" panose="020B0604020202020204" pitchFamily="34" charset="0"/>
                <a:cs typeface="Arial" panose="020B0604020202020204" pitchFamily="34" charset="0"/>
              </a:rPr>
              <a:t>www.arm.com/company/policies/trademarks</a:t>
            </a:r>
          </a:p>
        </p:txBody>
      </p:sp>
      <p:pic>
        <p:nvPicPr>
          <p:cNvPr id="3" name="Picture 11">
            <a:extLst>
              <a:ext uri="{FF2B5EF4-FFF2-40B4-BE49-F238E27FC236}">
                <a16:creationId xmlns:a16="http://schemas.microsoft.com/office/drawing/2014/main" id="{173C2F34-C098-3FF4-A356-9A5AE8AC246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22505067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9_Closing Slide">
    <p:bg>
      <p:bgPr>
        <a:solidFill>
          <a:schemeClr val="bg1"/>
        </a:solidFill>
        <a:effectLst/>
      </p:bgPr>
    </p:bg>
    <p:spTree>
      <p:nvGrpSpPr>
        <p:cNvPr id="1" name=""/>
        <p:cNvGrpSpPr/>
        <p:nvPr/>
      </p:nvGrpSpPr>
      <p:grpSpPr>
        <a:xfrm>
          <a:off x="0" y="0"/>
          <a:ext cx="0" cy="0"/>
          <a:chOff x="0" y="0"/>
          <a:chExt cx="0" cy="0"/>
        </a:xfrm>
      </p:grpSpPr>
      <p:pic>
        <p:nvPicPr>
          <p:cNvPr id="4" name="Picture 3" descr="A rainbow colored light on a white background&#10;&#10;Description automatically generated">
            <a:extLst>
              <a:ext uri="{FF2B5EF4-FFF2-40B4-BE49-F238E27FC236}">
                <a16:creationId xmlns:a16="http://schemas.microsoft.com/office/drawing/2014/main" id="{36586134-C8EC-543F-9A46-09509090B25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pic>
        <p:nvPicPr>
          <p:cNvPr id="2" name="Picture 8">
            <a:extLst>
              <a:ext uri="{FF2B5EF4-FFF2-40B4-BE49-F238E27FC236}">
                <a16:creationId xmlns:a16="http://schemas.microsoft.com/office/drawing/2014/main" id="{261D619C-3FF1-3ED8-A8F2-07E95F199600}"/>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
        <p:nvSpPr>
          <p:cNvPr id="3" name="Rectangle 2">
            <a:extLst>
              <a:ext uri="{FF2B5EF4-FFF2-40B4-BE49-F238E27FC236}">
                <a16:creationId xmlns:a16="http://schemas.microsoft.com/office/drawing/2014/main" id="{2ADE8DD1-069F-97B2-E9C6-5610B87649B6}"/>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Tack</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Gracias</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tx2"/>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accent6">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accent6">
                    <a:alpha val="25000"/>
                  </a:schemeClr>
                </a:solidFill>
                <a:latin typeface="Arial" panose="020B0604020202020204" pitchFamily="34" charset="0"/>
              </a:rPr>
              <a:t>ধন্যবাদ</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117727968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8_Closing Slide">
    <p:bg>
      <p:bgPr>
        <a:solidFill>
          <a:schemeClr val="bg1"/>
        </a:solidFill>
        <a:effectLst/>
      </p:bgPr>
    </p:bg>
    <p:spTree>
      <p:nvGrpSpPr>
        <p:cNvPr id="1" name=""/>
        <p:cNvGrpSpPr/>
        <p:nvPr/>
      </p:nvGrpSpPr>
      <p:grpSpPr>
        <a:xfrm>
          <a:off x="0" y="0"/>
          <a:ext cx="0" cy="0"/>
          <a:chOff x="0" y="0"/>
          <a:chExt cx="0" cy="0"/>
        </a:xfrm>
      </p:grpSpPr>
      <p:pic>
        <p:nvPicPr>
          <p:cNvPr id="3" name="Picture 2" descr="A rainbow colored light on a white background&#10;&#10;Description automatically generated">
            <a:extLst>
              <a:ext uri="{FF2B5EF4-FFF2-40B4-BE49-F238E27FC236}">
                <a16:creationId xmlns:a16="http://schemas.microsoft.com/office/drawing/2014/main" id="{B73A29E6-E9F1-5B2F-2688-7663FBD23B1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sp>
        <p:nvSpPr>
          <p:cNvPr id="5" name="Rectangle 4">
            <a:extLst>
              <a:ext uri="{FF2B5EF4-FFF2-40B4-BE49-F238E27FC236}">
                <a16:creationId xmlns:a16="http://schemas.microsoft.com/office/drawing/2014/main" id="{DF9E4EE0-1E94-ABC1-F835-25183B1E6DF1}"/>
              </a:ext>
            </a:extLst>
          </p:cNvPr>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tx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tx1"/>
                </a:solidFill>
                <a:latin typeface="Arial" panose="020B0604020202020204" pitchFamily="34" charset="0"/>
                <a:cs typeface="Arial" panose="020B0604020202020204" pitchFamily="34" charset="0"/>
              </a:rPr>
            </a:br>
            <a:r>
              <a:rPr lang="en-US" sz="800" noProof="1">
                <a:solidFill>
                  <a:schemeClr val="tx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accent2"/>
                </a:solidFill>
                <a:latin typeface="Arial" panose="020B0604020202020204" pitchFamily="34" charset="0"/>
                <a:cs typeface="Arial" panose="020B0604020202020204" pitchFamily="34" charset="0"/>
              </a:rPr>
            </a:br>
            <a:r>
              <a:rPr lang="en-US" sz="800" noProof="1">
                <a:solidFill>
                  <a:schemeClr val="accent2"/>
                </a:solidFill>
                <a:latin typeface="Arial" panose="020B0604020202020204" pitchFamily="34" charset="0"/>
                <a:cs typeface="Arial" panose="020B0604020202020204" pitchFamily="34" charset="0"/>
              </a:rPr>
              <a:t>www.arm.com/company/policies/trademarks</a:t>
            </a:r>
          </a:p>
        </p:txBody>
      </p:sp>
      <p:pic>
        <p:nvPicPr>
          <p:cNvPr id="4" name="Picture 8">
            <a:extLst>
              <a:ext uri="{FF2B5EF4-FFF2-40B4-BE49-F238E27FC236}">
                <a16:creationId xmlns:a16="http://schemas.microsoft.com/office/drawing/2014/main" id="{704BD083-B9DE-015E-8172-3DBA1E572DD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Tree>
    <p:extLst>
      <p:ext uri="{BB962C8B-B14F-4D97-AF65-F5344CB8AC3E}">
        <p14:creationId xmlns:p14="http://schemas.microsoft.com/office/powerpoint/2010/main" val="303412571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26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F00B8D7C-44A6-5B7F-37C4-32A31072C4F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09251349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30_Section Divider slide">
    <p:bg>
      <p:bgPr>
        <a:solidFill>
          <a:schemeClr val="tx1"/>
        </a:solidFill>
        <a:effectLst/>
      </p:bgPr>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E7F0CCD5-1073-94D8-28C7-67498686579A}"/>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96840221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28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24DF13C-CEF9-9574-2804-C3448105D35D}"/>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10" name="Picture 8">
            <a:extLst>
              <a:ext uri="{FF2B5EF4-FFF2-40B4-BE49-F238E27FC236}">
                <a16:creationId xmlns:a16="http://schemas.microsoft.com/office/drawing/2014/main" id="{418B7164-E5EA-9C91-E9A0-19002D802CE5}"/>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1104605129"/>
      </p:ext>
    </p:extLst>
  </p:cSld>
  <p:clrMapOvr>
    <a:masterClrMapping/>
  </p:clrMapOvr>
  <p:hf hdr="0" ftr="0" dt="0"/>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27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3FC792F-A7B3-821E-36A6-EB6D93EA6DF1}"/>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10" name="Picture 11">
            <a:extLst>
              <a:ext uri="{FF2B5EF4-FFF2-40B4-BE49-F238E27FC236}">
                <a16:creationId xmlns:a16="http://schemas.microsoft.com/office/drawing/2014/main" id="{22297E79-97F4-1585-D38D-67BDFC5E0B6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10358247"/>
      </p:ext>
    </p:extLst>
  </p:cSld>
  <p:clrMapOvr>
    <a:masterClrMapping/>
  </p:clrMapOvr>
  <p:hf hdr="0" ftr="0" dt="0"/>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29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7F3A66E-D5B4-DFA6-6451-02ACAFE8DA5F}"/>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9" name="Picture 8">
            <a:extLst>
              <a:ext uri="{FF2B5EF4-FFF2-40B4-BE49-F238E27FC236}">
                <a16:creationId xmlns:a16="http://schemas.microsoft.com/office/drawing/2014/main" id="{B3EA6A05-47C5-85FA-D47C-F057F4C46E8D}"/>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2338820263"/>
      </p:ext>
    </p:extLst>
  </p:cSld>
  <p:clrMapOvr>
    <a:masterClrMapping/>
  </p:clrMapOvr>
  <p:hf hdr="0" ftr="0" dt="0"/>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32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6A81FF7-E763-22B8-522E-FAAF0699113D}"/>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1"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77997367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33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5270246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34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96087067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35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1489088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37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08025422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3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539560055"/>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38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B487E68-0D82-9A6F-B651-0019486C755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1849" y="12290"/>
            <a:ext cx="12170151" cy="6845709"/>
          </a:xfrm>
          <a:prstGeom prst="rect">
            <a:avLst/>
          </a:prstGeom>
          <a:ln>
            <a:noFill/>
          </a:ln>
        </p:spPr>
      </p:pic>
      <p:sp>
        <p:nvSpPr>
          <p:cNvPr id="14" name="Title 1">
            <a:extLst>
              <a:ext uri="{FF2B5EF4-FFF2-40B4-BE49-F238E27FC236}">
                <a16:creationId xmlns:a16="http://schemas.microsoft.com/office/drawing/2014/main" id="{3681F2EE-6D24-E8DA-17C4-280BF969E6FA}"/>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E433D4AE-C938-4475-1111-CFECCD470A4F}"/>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94364BEC-6A70-1C90-94CE-09EBDEE0450B}"/>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2738029B-26DC-25E5-A32A-D7DCE80A168D}"/>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96C2A433-44A7-23A9-CEE4-37555C138D5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4828785E-8EB7-E5C1-D9EB-531D14B538CE}"/>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AA9277FD-4E65-8B2C-3CA2-5892E1658C8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4" name="TextBox 3">
            <a:extLst>
              <a:ext uri="{FF2B5EF4-FFF2-40B4-BE49-F238E27FC236}">
                <a16:creationId xmlns:a16="http://schemas.microsoft.com/office/drawing/2014/main" id="{3C42CC49-4DC0-356B-8D0D-915AB83F0CBB}"/>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0798137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3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8B4BDED-79C0-A2BE-E93D-93E6D0A018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24" y="12288"/>
            <a:ext cx="12170152" cy="684571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6F8770C2-A68E-3EDF-2B41-11181D29DFB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8" name="TextBox 7">
            <a:extLst>
              <a:ext uri="{FF2B5EF4-FFF2-40B4-BE49-F238E27FC236}">
                <a16:creationId xmlns:a16="http://schemas.microsoft.com/office/drawing/2014/main" id="{F6974697-6E30-7188-CE5B-022BA66424C8}"/>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92987760"/>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41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26A59A6-B0BB-7A8E-4E98-559764C4F74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1"/>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55FBD7D0-0C6A-C886-5241-C80C35E26157}"/>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877534789"/>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42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29292834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4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45405998"/>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40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6" cy="6850202"/>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088541805"/>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44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0C51FEE-E9D9-FD3A-44B4-5BF3F05123E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2" name="TextBox 1">
            <a:extLst>
              <a:ext uri="{FF2B5EF4-FFF2-40B4-BE49-F238E27FC236}">
                <a16:creationId xmlns:a16="http://schemas.microsoft.com/office/drawing/2014/main" id="{39253B43-87A1-138E-C81E-1193F265B437}"/>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6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6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46989302"/>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43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CC6B28A-4523-72C0-1D84-8F985DDFB9A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5" y="7799"/>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749787349"/>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4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712138359"/>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45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551748928"/>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47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870036264"/>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48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199"/>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53087644"/>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50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96B7976-8EBB-7622-D954-56865599D67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70" y="7802"/>
            <a:ext cx="12178129" cy="6850198"/>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accent6"/>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accent6"/>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accent6">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595315296"/>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12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707A330-9574-FF87-EA8A-044AA15C75C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9" name="Title 1">
            <a:extLst>
              <a:ext uri="{FF2B5EF4-FFF2-40B4-BE49-F238E27FC236}">
                <a16:creationId xmlns:a16="http://schemas.microsoft.com/office/drawing/2014/main" id="{F6CC56AD-D686-63C5-BB2B-518B630FEDB5}"/>
              </a:ext>
            </a:extLst>
          </p:cNvPr>
          <p:cNvSpPr>
            <a:spLocks noGrp="1"/>
          </p:cNvSpPr>
          <p:nvPr>
            <p:ph type="title" hasCustomPrompt="1"/>
          </p:nvPr>
        </p:nvSpPr>
        <p:spPr>
          <a:xfrm>
            <a:off x="6096000" y="3429000"/>
            <a:ext cx="57610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0" name="Subtitle 2">
            <a:extLst>
              <a:ext uri="{FF2B5EF4-FFF2-40B4-BE49-F238E27FC236}">
                <a16:creationId xmlns:a16="http://schemas.microsoft.com/office/drawing/2014/main" id="{7AF4665F-72C8-35D6-B739-29F9B634F223}"/>
              </a:ext>
            </a:extLst>
          </p:cNvPr>
          <p:cNvSpPr>
            <a:spLocks noGrp="1"/>
          </p:cNvSpPr>
          <p:nvPr>
            <p:ph type="subTitle" idx="1" hasCustomPrompt="1"/>
          </p:nvPr>
        </p:nvSpPr>
        <p:spPr>
          <a:xfrm>
            <a:off x="6096000" y="5521072"/>
            <a:ext cx="5761037"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2" name="TextBox 26">
            <a:extLst>
              <a:ext uri="{FF2B5EF4-FFF2-40B4-BE49-F238E27FC236}">
                <a16:creationId xmlns:a16="http://schemas.microsoft.com/office/drawing/2014/main" id="{BB9A4980-8130-ECF6-18D2-66F6B69AA999}"/>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3" name="TextBox 20">
            <a:extLst>
              <a:ext uri="{FF2B5EF4-FFF2-40B4-BE49-F238E27FC236}">
                <a16:creationId xmlns:a16="http://schemas.microsoft.com/office/drawing/2014/main" id="{CBE749A6-B33A-E319-7094-1F262F5C1BCF}"/>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5" name="Picture 22">
            <a:extLst>
              <a:ext uri="{FF2B5EF4-FFF2-40B4-BE49-F238E27FC236}">
                <a16:creationId xmlns:a16="http://schemas.microsoft.com/office/drawing/2014/main" id="{0ADAB8D7-1DCB-8960-3C98-4CD06791267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139653633"/>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20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F13F000-A104-801F-0097-B2AF6720249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6" name="Title 1">
            <a:extLst>
              <a:ext uri="{FF2B5EF4-FFF2-40B4-BE49-F238E27FC236}">
                <a16:creationId xmlns:a16="http://schemas.microsoft.com/office/drawing/2014/main" id="{66A6BA01-5647-C911-2D6F-EA1B5776D3D4}"/>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8" name="Subtitle 2">
            <a:extLst>
              <a:ext uri="{FF2B5EF4-FFF2-40B4-BE49-F238E27FC236}">
                <a16:creationId xmlns:a16="http://schemas.microsoft.com/office/drawing/2014/main" id="{64FD42E4-6767-D4AE-8D21-E0B19801A4AC}"/>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Picture Placeholder 3">
            <a:extLst>
              <a:ext uri="{FF2B5EF4-FFF2-40B4-BE49-F238E27FC236}">
                <a16:creationId xmlns:a16="http://schemas.microsoft.com/office/drawing/2014/main" id="{031DFDF6-9085-6EAC-DBD9-835D60E90488}"/>
              </a:ext>
            </a:extLst>
          </p:cNvPr>
          <p:cNvSpPr>
            <a:spLocks noGrp="1"/>
          </p:cNvSpPr>
          <p:nvPr>
            <p:ph type="pic" sz="quarter" idx="11"/>
          </p:nvPr>
        </p:nvSpPr>
        <p:spPr>
          <a:xfrm>
            <a:off x="6096002" y="1"/>
            <a:ext cx="6095999" cy="6857999"/>
          </a:xfrm>
          <a:custGeom>
            <a:avLst/>
            <a:gdLst>
              <a:gd name="connsiteX0" fmla="*/ 2621816 w 6095999"/>
              <a:gd name="connsiteY0" fmla="*/ 0 h 6857999"/>
              <a:gd name="connsiteX1" fmla="*/ 6095999 w 6095999"/>
              <a:gd name="connsiteY1" fmla="*/ 0 h 6857999"/>
              <a:gd name="connsiteX2" fmla="*/ 6095999 w 6095999"/>
              <a:gd name="connsiteY2" fmla="*/ 6857999 h 6857999"/>
              <a:gd name="connsiteX3" fmla="*/ 282366 w 6095999"/>
              <a:gd name="connsiteY3" fmla="*/ 6857999 h 6857999"/>
              <a:gd name="connsiteX4" fmla="*/ 274899 w 6095999"/>
              <a:gd name="connsiteY4" fmla="*/ 6835933 h 6857999"/>
              <a:gd name="connsiteX5" fmla="*/ 0 w 6095999"/>
              <a:gd name="connsiteY5" fmla="*/ 5017647 h 6857999"/>
              <a:gd name="connsiteX6" fmla="*/ 2456125 w 6095999"/>
              <a:gd name="connsiteY6" fmla="*/ 11782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5999" h="6857999">
                <a:moveTo>
                  <a:pt x="2621816" y="0"/>
                </a:moveTo>
                <a:lnTo>
                  <a:pt x="6095999" y="0"/>
                </a:lnTo>
                <a:lnTo>
                  <a:pt x="6095999" y="6857999"/>
                </a:lnTo>
                <a:lnTo>
                  <a:pt x="282366" y="6857999"/>
                </a:lnTo>
                <a:lnTo>
                  <a:pt x="274899" y="6835933"/>
                </a:lnTo>
                <a:cubicBezTo>
                  <a:pt x="96244" y="6261537"/>
                  <a:pt x="0" y="5650832"/>
                  <a:pt x="0" y="5017647"/>
                </a:cubicBezTo>
                <a:cubicBezTo>
                  <a:pt x="0" y="3012563"/>
                  <a:pt x="965106" y="1232891"/>
                  <a:pt x="2456125" y="117826"/>
                </a:cubicBezTo>
                <a:close/>
              </a:path>
            </a:pathLst>
          </a:custGeom>
          <a:solidFill>
            <a:schemeClr val="bg1"/>
          </a:solidFill>
        </p:spPr>
        <p:txBody>
          <a:bodyPr wrap="square" anchor="ctr">
            <a:noAutofit/>
          </a:bodyPr>
          <a:lstStyle>
            <a:lvl1pPr marL="0" indent="0" algn="ctr">
              <a:buNone/>
              <a:defRPr/>
            </a:lvl1pPr>
          </a:lstStyle>
          <a:p>
            <a:endParaRPr lang="en-US" dirty="0"/>
          </a:p>
        </p:txBody>
      </p:sp>
      <p:sp>
        <p:nvSpPr>
          <p:cNvPr id="2" name="TextBox 20">
            <a:extLst>
              <a:ext uri="{FF2B5EF4-FFF2-40B4-BE49-F238E27FC236}">
                <a16:creationId xmlns:a16="http://schemas.microsoft.com/office/drawing/2014/main" id="{E02835C5-4DEE-70B9-50F4-79DDD2F54673}"/>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9" name="Picture 22">
            <a:extLst>
              <a:ext uri="{FF2B5EF4-FFF2-40B4-BE49-F238E27FC236}">
                <a16:creationId xmlns:a16="http://schemas.microsoft.com/office/drawing/2014/main" id="{60B03EC4-2B84-59E9-0172-A7A8EBD8C21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3467836641"/>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13_Section Divider slide">
    <p:bg>
      <p:bgPr>
        <a:solidFill>
          <a:schemeClr val="accent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5452530-8D0F-E4EB-D435-CBF6876024E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11" name="Title 1">
            <a:extLst>
              <a:ext uri="{FF2B5EF4-FFF2-40B4-BE49-F238E27FC236}">
                <a16:creationId xmlns:a16="http://schemas.microsoft.com/office/drawing/2014/main" id="{DFDC1D25-6FCB-8092-1FCC-26E803925C6E}"/>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3" name="Subtitle 2">
            <a:extLst>
              <a:ext uri="{FF2B5EF4-FFF2-40B4-BE49-F238E27FC236}">
                <a16:creationId xmlns:a16="http://schemas.microsoft.com/office/drawing/2014/main" id="{69E6ED46-B083-9C27-8B6F-DD34AFF90CEF}"/>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Box 26">
            <a:extLst>
              <a:ext uri="{FF2B5EF4-FFF2-40B4-BE49-F238E27FC236}">
                <a16:creationId xmlns:a16="http://schemas.microsoft.com/office/drawing/2014/main" id="{E028FDAC-A9BD-F631-C307-851E93DC74EA}"/>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6" name="TextBox 20">
            <a:extLst>
              <a:ext uri="{FF2B5EF4-FFF2-40B4-BE49-F238E27FC236}">
                <a16:creationId xmlns:a16="http://schemas.microsoft.com/office/drawing/2014/main" id="{0E59B338-4397-5596-94B2-7E7477079AE8}"/>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22">
            <a:extLst>
              <a:ext uri="{FF2B5EF4-FFF2-40B4-BE49-F238E27FC236}">
                <a16:creationId xmlns:a16="http://schemas.microsoft.com/office/drawing/2014/main" id="{AABC144D-EDF8-2933-D9F3-317A198BAAD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2978079156"/>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1 column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2" y="333375"/>
            <a:ext cx="11522073" cy="527685"/>
          </a:xfrm>
        </p:spPr>
        <p:txBody>
          <a:bodyPr anchor="t"/>
          <a:lstStyle>
            <a:lvl1pPr>
              <a:defRPr sz="3000" b="0">
                <a:solidFill>
                  <a:schemeClr val="bg1"/>
                </a:solidFill>
              </a:defRPr>
            </a:lvl1pPr>
          </a:lstStyle>
          <a:p>
            <a:r>
              <a:rPr lang="en-US" dirty="0"/>
              <a:t>Click to edit title style</a:t>
            </a:r>
          </a:p>
        </p:txBody>
      </p:sp>
      <p:sp>
        <p:nvSpPr>
          <p:cNvPr id="4" name="Text Placeholder 2"/>
          <p:cNvSpPr>
            <a:spLocks noGrp="1"/>
          </p:cNvSpPr>
          <p:nvPr>
            <p:ph idx="1" hasCustomPrompt="1"/>
          </p:nvPr>
        </p:nvSpPr>
        <p:spPr>
          <a:xfrm>
            <a:off x="334963" y="952036"/>
            <a:ext cx="11522074" cy="5212544"/>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672783" indent="-166688">
              <a:lnSpc>
                <a:spcPct val="100000"/>
              </a:lnSpc>
              <a:spcAft>
                <a:spcPts val="0"/>
              </a:spcAft>
              <a:buClr>
                <a:schemeClr val="accent4"/>
              </a:buClr>
              <a:buFont typeface="Arial" panose="020B0604020202020204" pitchFamily="34" charset="0"/>
              <a:buChar char="•"/>
              <a:defRPr sz="1800">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sz="1600">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sz="1600">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sz="1600">
                <a:solidFill>
                  <a:schemeClr val="bg1"/>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noProof="0" dirty="0"/>
              <a:t>Click to edit text styles with Top Level Bullet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1721402359"/>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1 column slide w/ Sub">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4" name="Text Placeholder 43"/>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
        <p:nvSpPr>
          <p:cNvPr id="7" name="Text Placeholder 2"/>
          <p:cNvSpPr>
            <a:spLocks noGrp="1"/>
          </p:cNvSpPr>
          <p:nvPr>
            <p:ph idx="1" hasCustomPrompt="1"/>
          </p:nvPr>
        </p:nvSpPr>
        <p:spPr>
          <a:xfrm>
            <a:off x="334962" y="1333362"/>
            <a:ext cx="11522075" cy="4937898"/>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4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2000">
                <a:solidFill>
                  <a:schemeClr val="bg1"/>
                </a:solidFill>
              </a:defRPr>
            </a:lvl2pPr>
            <a:lvl3pPr marL="855663" indent="-166688">
              <a:lnSpc>
                <a:spcPct val="100000"/>
              </a:lnSpc>
              <a:spcAft>
                <a:spcPts val="0"/>
              </a:spcAft>
              <a:buClr>
                <a:schemeClr val="accent4"/>
              </a:buClr>
              <a:buFont typeface="Arial" panose="020B0604020202020204" pitchFamily="34" charset="0"/>
              <a:buChar char="•"/>
              <a:defRPr>
                <a:solidFill>
                  <a:schemeClr val="bg1"/>
                </a:solidFill>
              </a:defRPr>
            </a:lvl3pPr>
            <a:lvl4pPr marL="1201738" indent="-173038">
              <a:lnSpc>
                <a:spcPct val="100000"/>
              </a:lnSpc>
              <a:spcAft>
                <a:spcPts val="0"/>
              </a:spcAft>
              <a:buClr>
                <a:schemeClr val="accent4"/>
              </a:buClr>
              <a:buFont typeface="Arial" panose="020B0604020202020204" pitchFamily="34" charset="0"/>
              <a:buChar char="•"/>
              <a:defRPr>
                <a:solidFill>
                  <a:schemeClr val="bg1"/>
                </a:solidFill>
              </a:defRPr>
            </a:lvl4pPr>
            <a:lvl5pPr marL="1427163" indent="-168275">
              <a:lnSpc>
                <a:spcPct val="100000"/>
              </a:lnSpc>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02753468"/>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2 column slide ">
    <p:spTree>
      <p:nvGrpSpPr>
        <p:cNvPr id="1" name=""/>
        <p:cNvGrpSpPr/>
        <p:nvPr/>
      </p:nvGrpSpPr>
      <p:grpSpPr>
        <a:xfrm>
          <a:off x="0" y="0"/>
          <a:ext cx="0" cy="0"/>
          <a:chOff x="0" y="0"/>
          <a:chExt cx="0" cy="0"/>
        </a:xfrm>
      </p:grpSpPr>
      <p:sp>
        <p:nvSpPr>
          <p:cNvPr id="4" name="Content Placeholder 3"/>
          <p:cNvSpPr>
            <a:spLocks noGrp="1"/>
          </p:cNvSpPr>
          <p:nvPr>
            <p:ph sz="quarter" idx="19" hasCustomPrompt="1"/>
          </p:nvPr>
        </p:nvSpPr>
        <p:spPr>
          <a:xfrm>
            <a:off x="341681" y="2202443"/>
            <a:ext cx="5515504" cy="3933245"/>
          </a:xfrm>
        </p:spPr>
        <p:txBody>
          <a:bodyPr/>
          <a:lstStyle>
            <a:lvl1pPr marL="342900" indent="-342900" algn="l">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gn="l">
              <a:lnSpc>
                <a:spcPct val="100000"/>
              </a:lnSpc>
              <a:spcAft>
                <a:spcPts val="0"/>
              </a:spcAft>
              <a:buClr>
                <a:schemeClr val="accent4"/>
              </a:buClr>
              <a:buFont typeface="Arial" panose="020B0604020202020204" pitchFamily="34" charset="0"/>
              <a:buChar char="•"/>
              <a:defRPr>
                <a:solidFill>
                  <a:schemeClr val="bg1"/>
                </a:solidFill>
              </a:defRPr>
            </a:lvl2pPr>
            <a:lvl3pPr marL="947103" indent="-166688" algn="l">
              <a:lnSpc>
                <a:spcPct val="100000"/>
              </a:lnSpc>
              <a:spcAft>
                <a:spcPts val="0"/>
              </a:spcAft>
              <a:buClr>
                <a:schemeClr val="accent4"/>
              </a:buClr>
              <a:buFont typeface="Arial" panose="020B0604020202020204" pitchFamily="34" charset="0"/>
              <a:buChar char="•"/>
              <a:defRPr>
                <a:solidFill>
                  <a:schemeClr val="bg1"/>
                </a:solidFill>
              </a:defRPr>
            </a:lvl3pPr>
            <a:lvl4pPr marL="1293178" indent="-173038" algn="l">
              <a:lnSpc>
                <a:spcPct val="100000"/>
              </a:lnSpc>
              <a:spcAft>
                <a:spcPts val="0"/>
              </a:spcAft>
              <a:buClr>
                <a:schemeClr val="accent4"/>
              </a:buClr>
              <a:buFont typeface="Arial" panose="020B0604020202020204" pitchFamily="34" charset="0"/>
              <a:buChar char="•"/>
              <a:defRPr>
                <a:solidFill>
                  <a:schemeClr val="bg1"/>
                </a:solidFill>
              </a:defRPr>
            </a:lvl4pPr>
            <a:lvl5pPr marL="1518603" indent="-168275" algn="l">
              <a:lnSpc>
                <a:spcPct val="100000"/>
              </a:lnSpc>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3"/>
          <p:cNvSpPr>
            <a:spLocks noGrp="1"/>
          </p:cNvSpPr>
          <p:nvPr>
            <p:ph sz="quarter" idx="21" hasCustomPrompt="1"/>
          </p:nvPr>
        </p:nvSpPr>
        <p:spPr>
          <a:xfrm>
            <a:off x="6339946" y="2202442"/>
            <a:ext cx="5517085" cy="3933246"/>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D67EC98B-3D70-F06A-BE88-1F7285E8B79F}"/>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5" name="Text Placeholder 43">
            <a:extLst>
              <a:ext uri="{FF2B5EF4-FFF2-40B4-BE49-F238E27FC236}">
                <a16:creationId xmlns:a16="http://schemas.microsoft.com/office/drawing/2014/main" id="{8E224E82-2A38-C155-7A0E-F9FC190DD60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bg2"/>
                </a:solidFill>
              </a:defRPr>
            </a:lvl1pPr>
          </a:lstStyle>
          <a:p>
            <a:pPr lvl="0"/>
            <a:r>
              <a:rPr lang="en-US" dirty="0"/>
              <a:t>Click to edit text styles</a:t>
            </a:r>
          </a:p>
        </p:txBody>
      </p:sp>
      <p:sp>
        <p:nvSpPr>
          <p:cNvPr id="8" name="Text Placeholder 131">
            <a:extLst>
              <a:ext uri="{FF2B5EF4-FFF2-40B4-BE49-F238E27FC236}">
                <a16:creationId xmlns:a16="http://schemas.microsoft.com/office/drawing/2014/main" id="{6CCD66A5-721B-8D5F-614C-1ABC04648D7D}"/>
              </a:ext>
            </a:extLst>
          </p:cNvPr>
          <p:cNvSpPr>
            <a:spLocks noGrp="1"/>
          </p:cNvSpPr>
          <p:nvPr>
            <p:ph type="body" sz="quarter" idx="22" hasCustomPrompt="1"/>
          </p:nvPr>
        </p:nvSpPr>
        <p:spPr>
          <a:xfrm>
            <a:off x="6339946" y="1629286"/>
            <a:ext cx="5517092"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cxnSp>
        <p:nvCxnSpPr>
          <p:cNvPr id="14" name="Straight Connector 13">
            <a:extLst>
              <a:ext uri="{FF2B5EF4-FFF2-40B4-BE49-F238E27FC236}">
                <a16:creationId xmlns:a16="http://schemas.microsoft.com/office/drawing/2014/main" id="{2E0394A6-D095-00D9-8B77-4AD8CCC347D9}"/>
              </a:ext>
            </a:extLst>
          </p:cNvPr>
          <p:cNvCxnSpPr>
            <a:cxnSpLocks/>
          </p:cNvCxnSpPr>
          <p:nvPr userDrawn="1"/>
        </p:nvCxnSpPr>
        <p:spPr>
          <a:xfrm>
            <a:off x="6096000"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6" name="Text Placeholder 131">
            <a:extLst>
              <a:ext uri="{FF2B5EF4-FFF2-40B4-BE49-F238E27FC236}">
                <a16:creationId xmlns:a16="http://schemas.microsoft.com/office/drawing/2014/main" id="{43A0EBE8-A43F-DF44-9460-0F08F5820FD7}"/>
              </a:ext>
            </a:extLst>
          </p:cNvPr>
          <p:cNvSpPr>
            <a:spLocks noGrp="1"/>
          </p:cNvSpPr>
          <p:nvPr>
            <p:ph type="body" sz="quarter" idx="16" hasCustomPrompt="1"/>
          </p:nvPr>
        </p:nvSpPr>
        <p:spPr>
          <a:xfrm>
            <a:off x="341681" y="1629286"/>
            <a:ext cx="5517088"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4081866813"/>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3 column slide ">
    <p:spTree>
      <p:nvGrpSpPr>
        <p:cNvPr id="1" name=""/>
        <p:cNvGrpSpPr/>
        <p:nvPr/>
      </p:nvGrpSpPr>
      <p:grpSpPr>
        <a:xfrm>
          <a:off x="0" y="0"/>
          <a:ext cx="0" cy="0"/>
          <a:chOff x="0" y="0"/>
          <a:chExt cx="0" cy="0"/>
        </a:xfrm>
      </p:grpSpPr>
      <p:sp>
        <p:nvSpPr>
          <p:cNvPr id="7" name="Text Placeholder 2"/>
          <p:cNvSpPr>
            <a:spLocks noGrp="1"/>
          </p:cNvSpPr>
          <p:nvPr userDrawn="1">
            <p:ph idx="1" hasCustomPrompt="1"/>
          </p:nvPr>
        </p:nvSpPr>
        <p:spPr>
          <a:xfrm>
            <a:off x="341681" y="2373786"/>
            <a:ext cx="3372644" cy="368570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18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600">
                <a:solidFill>
                  <a:schemeClr val="bg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3" name="Text Placeholder 2"/>
          <p:cNvSpPr>
            <a:spLocks noGrp="1"/>
          </p:cNvSpPr>
          <p:nvPr userDrawn="1">
            <p:ph idx="17" hasCustomPrompt="1"/>
          </p:nvPr>
        </p:nvSpPr>
        <p:spPr>
          <a:xfrm>
            <a:off x="4416359" y="2373786"/>
            <a:ext cx="3359281" cy="368570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18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600">
                <a:solidFill>
                  <a:schemeClr val="bg1"/>
                </a:solidFill>
              </a:defRPr>
            </a:lvl2pPr>
          </a:lstStyle>
          <a:p>
            <a:pPr lvl="0"/>
            <a:r>
              <a:rPr lang="en-US" dirty="0"/>
              <a:t>Click to edit text styles</a:t>
            </a:r>
          </a:p>
          <a:p>
            <a:pPr lvl="1"/>
            <a:r>
              <a:rPr lang="en-US" dirty="0"/>
              <a:t>Second level</a:t>
            </a:r>
          </a:p>
        </p:txBody>
      </p:sp>
      <p:sp>
        <p:nvSpPr>
          <p:cNvPr id="14" name="Text Placeholder 2"/>
          <p:cNvSpPr>
            <a:spLocks noGrp="1"/>
          </p:cNvSpPr>
          <p:nvPr userDrawn="1">
            <p:ph idx="18" hasCustomPrompt="1"/>
          </p:nvPr>
        </p:nvSpPr>
        <p:spPr>
          <a:xfrm>
            <a:off x="8437857" y="2373786"/>
            <a:ext cx="3412462" cy="368570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18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600">
                <a:solidFill>
                  <a:schemeClr val="bg1"/>
                </a:solidFill>
              </a:defRPr>
            </a:lvl2pPr>
          </a:lstStyle>
          <a:p>
            <a:pPr lvl="0"/>
            <a:r>
              <a:rPr lang="en-US" dirty="0"/>
              <a:t>Click to edit text styles</a:t>
            </a:r>
          </a:p>
          <a:p>
            <a:pPr lvl="1"/>
            <a:r>
              <a:rPr lang="en-US" dirty="0"/>
              <a:t>Second level</a:t>
            </a:r>
          </a:p>
        </p:txBody>
      </p:sp>
      <p:sp>
        <p:nvSpPr>
          <p:cNvPr id="15" name="Text Placeholder 131"/>
          <p:cNvSpPr>
            <a:spLocks noGrp="1"/>
          </p:cNvSpPr>
          <p:nvPr userDrawn="1">
            <p:ph type="body" sz="quarter" idx="19" hasCustomPrompt="1"/>
          </p:nvPr>
        </p:nvSpPr>
        <p:spPr>
          <a:xfrm>
            <a:off x="4419997" y="1629286"/>
            <a:ext cx="33599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
        <p:nvSpPr>
          <p:cNvPr id="16" name="Text Placeholder 131"/>
          <p:cNvSpPr>
            <a:spLocks noGrp="1"/>
          </p:cNvSpPr>
          <p:nvPr userDrawn="1">
            <p:ph type="body" sz="quarter" idx="20" hasCustomPrompt="1"/>
          </p:nvPr>
        </p:nvSpPr>
        <p:spPr>
          <a:xfrm>
            <a:off x="8437193" y="1629286"/>
            <a:ext cx="3413126"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bg2"/>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9D3E3585-E252-0E6D-E69C-A5E9165DADD8}"/>
              </a:ext>
            </a:extLst>
          </p:cNvPr>
          <p:cNvCxnSpPr>
            <a:cxnSpLocks/>
          </p:cNvCxnSpPr>
          <p:nvPr userDrawn="1"/>
        </p:nvCxnSpPr>
        <p:spPr>
          <a:xfrm>
            <a:off x="4068914"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7349C95-B06B-964D-FE16-449E0AA5F29B}"/>
              </a:ext>
            </a:extLst>
          </p:cNvPr>
          <p:cNvCxnSpPr>
            <a:cxnSpLocks/>
          </p:cNvCxnSpPr>
          <p:nvPr userDrawn="1"/>
        </p:nvCxnSpPr>
        <p:spPr>
          <a:xfrm>
            <a:off x="8130275"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0" name="Text Placeholder 131">
            <a:extLst>
              <a:ext uri="{FF2B5EF4-FFF2-40B4-BE49-F238E27FC236}">
                <a16:creationId xmlns:a16="http://schemas.microsoft.com/office/drawing/2014/main" id="{7B9E0AAC-6C98-45AB-DD15-D590D4CDB68F}"/>
              </a:ext>
            </a:extLst>
          </p:cNvPr>
          <p:cNvSpPr>
            <a:spLocks noGrp="1"/>
          </p:cNvSpPr>
          <p:nvPr>
            <p:ph type="body" sz="quarter" idx="16" hasCustomPrompt="1"/>
          </p:nvPr>
        </p:nvSpPr>
        <p:spPr>
          <a:xfrm>
            <a:off x="341681" y="1629286"/>
            <a:ext cx="33726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675237074"/>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2_col_narrow_wide">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D505B7A5-C1F7-41D3-815C-A3728D81DBDD}"/>
              </a:ext>
            </a:extLst>
          </p:cNvPr>
          <p:cNvCxnSpPr>
            <a:cxnSpLocks/>
          </p:cNvCxnSpPr>
          <p:nvPr userDrawn="1"/>
        </p:nvCxnSpPr>
        <p:spPr>
          <a:xfrm>
            <a:off x="3224524"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8" name="Text Placeholder 2"/>
          <p:cNvSpPr>
            <a:spLocks noGrp="1"/>
          </p:cNvSpPr>
          <p:nvPr>
            <p:ph idx="1" hasCustomPrompt="1"/>
          </p:nvPr>
        </p:nvSpPr>
        <p:spPr>
          <a:xfrm>
            <a:off x="338726" y="1631111"/>
            <a:ext cx="2698050" cy="4440603"/>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stStyle>
          <a:p>
            <a:pPr lvl="0"/>
            <a:r>
              <a:rPr lang="en-US" dirty="0"/>
              <a:t>Click to edit text styles</a:t>
            </a:r>
          </a:p>
          <a:p>
            <a:pPr lvl="1"/>
            <a:r>
              <a:rPr lang="en-US" dirty="0"/>
              <a:t>Second level</a:t>
            </a:r>
          </a:p>
        </p:txBody>
      </p:sp>
      <p:sp>
        <p:nvSpPr>
          <p:cNvPr id="7" name="Content Placeholder 3"/>
          <p:cNvSpPr>
            <a:spLocks noGrp="1"/>
          </p:cNvSpPr>
          <p:nvPr>
            <p:ph sz="quarter" idx="21" hasCustomPrompt="1"/>
          </p:nvPr>
        </p:nvSpPr>
        <p:spPr>
          <a:xfrm>
            <a:off x="3416035" y="1631111"/>
            <a:ext cx="8296540" cy="4440603"/>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sz="1600">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sz="1600">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sz="1600">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1">
            <a:extLst>
              <a:ext uri="{FF2B5EF4-FFF2-40B4-BE49-F238E27FC236}">
                <a16:creationId xmlns:a16="http://schemas.microsoft.com/office/drawing/2014/main" id="{E6334CFF-A979-FC9A-543A-A5B0FE053577}"/>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8" name="Text Placeholder 43">
            <a:extLst>
              <a:ext uri="{FF2B5EF4-FFF2-40B4-BE49-F238E27FC236}">
                <a16:creationId xmlns:a16="http://schemas.microsoft.com/office/drawing/2014/main" id="{EA4C3228-7E56-9E7C-C259-DA2F13238F65}"/>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315838502"/>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1_3 column slide ">
    <p:spTree>
      <p:nvGrpSpPr>
        <p:cNvPr id="1" name=""/>
        <p:cNvGrpSpPr/>
        <p:nvPr/>
      </p:nvGrpSpPr>
      <p:grpSpPr>
        <a:xfrm>
          <a:off x="0" y="0"/>
          <a:ext cx="0" cy="0"/>
          <a:chOff x="0" y="0"/>
          <a:chExt cx="0" cy="0"/>
        </a:xfrm>
      </p:grpSpPr>
      <p:sp>
        <p:nvSpPr>
          <p:cNvPr id="6" name="Content Placeholder 5"/>
          <p:cNvSpPr>
            <a:spLocks noGrp="1"/>
          </p:cNvSpPr>
          <p:nvPr>
            <p:ph sz="quarter" idx="15" hasCustomPrompt="1"/>
          </p:nvPr>
        </p:nvSpPr>
        <p:spPr>
          <a:xfrm>
            <a:off x="9182101" y="1629597"/>
            <a:ext cx="2674937" cy="4443488"/>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stStyle>
          <a:p>
            <a:pPr lvl="0"/>
            <a:r>
              <a:rPr lang="en-US" dirty="0"/>
              <a:t>Click to edit text styles</a:t>
            </a:r>
          </a:p>
          <a:p>
            <a:pPr lvl="1"/>
            <a:r>
              <a:rPr lang="en-US" dirty="0"/>
              <a:t>Second level</a:t>
            </a:r>
          </a:p>
        </p:txBody>
      </p:sp>
      <p:sp>
        <p:nvSpPr>
          <p:cNvPr id="8" name="Content Placeholder 3"/>
          <p:cNvSpPr>
            <a:spLocks noGrp="1"/>
          </p:cNvSpPr>
          <p:nvPr>
            <p:ph sz="quarter" idx="21" hasCustomPrompt="1"/>
          </p:nvPr>
        </p:nvSpPr>
        <p:spPr>
          <a:xfrm>
            <a:off x="341681" y="1629287"/>
            <a:ext cx="8348664" cy="4443267"/>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sz="1600">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sz="1600">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sz="1600">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2F1289BE-C460-FC38-A472-549CAFF7B1B6}"/>
              </a:ext>
            </a:extLst>
          </p:cNvPr>
          <p:cNvSpPr>
            <a:spLocks noGrp="1"/>
          </p:cNvSpPr>
          <p:nvPr>
            <p:ph type="title" hasCustomPrompt="1"/>
          </p:nvPr>
        </p:nvSpPr>
        <p:spPr>
          <a:xfrm>
            <a:off x="334962"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5B38FCCA-9B45-403D-9285-E8A5659B3A90}"/>
              </a:ext>
            </a:extLst>
          </p:cNvPr>
          <p:cNvSpPr>
            <a:spLocks noGrp="1"/>
          </p:cNvSpPr>
          <p:nvPr>
            <p:ph type="body" sz="quarter" idx="13" hasCustomPrompt="1"/>
          </p:nvPr>
        </p:nvSpPr>
        <p:spPr>
          <a:xfrm>
            <a:off x="334962"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1DD410EB-22A8-56FC-8D90-A32912AB5A8D}"/>
              </a:ext>
            </a:extLst>
          </p:cNvPr>
          <p:cNvCxnSpPr>
            <a:cxnSpLocks/>
          </p:cNvCxnSpPr>
          <p:nvPr userDrawn="1"/>
        </p:nvCxnSpPr>
        <p:spPr>
          <a:xfrm>
            <a:off x="8978583"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30451280"/>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2 column with image ">
    <p:spTree>
      <p:nvGrpSpPr>
        <p:cNvPr id="1" name=""/>
        <p:cNvGrpSpPr/>
        <p:nvPr/>
      </p:nvGrpSpPr>
      <p:grpSpPr>
        <a:xfrm>
          <a:off x="0" y="0"/>
          <a:ext cx="0" cy="0"/>
          <a:chOff x="0" y="0"/>
          <a:chExt cx="0" cy="0"/>
        </a:xfrm>
      </p:grpSpPr>
      <p:sp>
        <p:nvSpPr>
          <p:cNvPr id="7" name="Text Placeholder 2"/>
          <p:cNvSpPr>
            <a:spLocks noGrp="1"/>
          </p:cNvSpPr>
          <p:nvPr>
            <p:ph idx="1" hasCustomPrompt="1"/>
          </p:nvPr>
        </p:nvSpPr>
        <p:spPr>
          <a:xfrm>
            <a:off x="341681" y="1629079"/>
            <a:ext cx="5625569" cy="4455197"/>
          </a:xfrm>
          <a:prstGeom prst="rect">
            <a:avLst/>
          </a:prstGeom>
        </p:spPr>
        <p:txBody>
          <a:bodyPr/>
          <a:lstStyle>
            <a:lvl1pPr marL="342900" indent="-342900">
              <a:lnSpc>
                <a:spcPct val="100000"/>
              </a:lnSpc>
              <a:spcAft>
                <a:spcPts val="0"/>
              </a:spcAft>
              <a:buClr>
                <a:schemeClr val="accent4"/>
              </a:buClr>
              <a:buFont typeface="Arial" panose="020B0604020202020204" pitchFamily="34" charset="0"/>
              <a:buChar char="•"/>
              <a:defRPr sz="2400">
                <a:solidFill>
                  <a:schemeClr val="bg1"/>
                </a:solidFill>
              </a:defRPr>
            </a:lvl1pPr>
            <a:lvl2pPr marL="581343" indent="-166688">
              <a:lnSpc>
                <a:spcPct val="100000"/>
              </a:lnSpc>
              <a:spcBef>
                <a:spcPts val="0"/>
              </a:spcBef>
              <a:spcAft>
                <a:spcPts val="0"/>
              </a:spcAft>
              <a:buClr>
                <a:schemeClr val="accent4"/>
              </a:buClr>
              <a:buFont typeface="Arial" panose="020B0604020202020204" pitchFamily="34" charset="0"/>
              <a:buChar char="•"/>
              <a:defRPr sz="2000">
                <a:solidFill>
                  <a:schemeClr val="bg1"/>
                </a:solidFill>
              </a:defRPr>
            </a:lvl2pPr>
            <a:lvl3pPr marL="855663" indent="-166688">
              <a:lnSpc>
                <a:spcPct val="100000"/>
              </a:lnSpc>
              <a:spcBef>
                <a:spcPts val="0"/>
              </a:spcBef>
              <a:spcAft>
                <a:spcPts val="0"/>
              </a:spcAft>
              <a:buClr>
                <a:schemeClr val="accent4"/>
              </a:buClr>
              <a:buFont typeface="Arial" panose="020B0604020202020204" pitchFamily="34" charset="0"/>
              <a:buChar char="•"/>
              <a:defRPr sz="1800">
                <a:solidFill>
                  <a:schemeClr val="bg1"/>
                </a:solidFill>
              </a:defRPr>
            </a:lvl3pPr>
          </a:lstStyle>
          <a:p>
            <a:pPr lvl="0"/>
            <a:r>
              <a:rPr lang="en-US" dirty="0"/>
              <a:t>Click to edit text styles</a:t>
            </a:r>
          </a:p>
          <a:p>
            <a:pPr lvl="1"/>
            <a:r>
              <a:rPr lang="en-US" dirty="0"/>
              <a:t>Second level</a:t>
            </a:r>
          </a:p>
          <a:p>
            <a:pPr lvl="2"/>
            <a:r>
              <a:rPr lang="en-US" dirty="0"/>
              <a:t>Third level</a:t>
            </a:r>
          </a:p>
        </p:txBody>
      </p:sp>
      <p:sp>
        <p:nvSpPr>
          <p:cNvPr id="50" name="Picture Placeholder 5"/>
          <p:cNvSpPr>
            <a:spLocks noGrp="1"/>
          </p:cNvSpPr>
          <p:nvPr>
            <p:ph type="pic" sz="quarter" idx="17"/>
          </p:nvPr>
        </p:nvSpPr>
        <p:spPr>
          <a:xfrm>
            <a:off x="6250924" y="1629080"/>
            <a:ext cx="5606113" cy="4455198"/>
          </a:xfrm>
        </p:spPr>
        <p:txBody>
          <a:bodyPr/>
          <a:lstStyle>
            <a:lvl1pPr marL="0" indent="0">
              <a:buClr>
                <a:schemeClr val="accent1"/>
              </a:buClr>
              <a:buNone/>
              <a:defRPr sz="2200">
                <a:solidFill>
                  <a:schemeClr val="tx1"/>
                </a:solidFill>
              </a:defRPr>
            </a:lvl1pPr>
          </a:lstStyle>
          <a:p>
            <a:pPr lvl="0"/>
            <a:r>
              <a:rPr lang="en-GB" noProof="0"/>
              <a:t>Click icon to add picture</a:t>
            </a:r>
            <a:endParaRPr lang="en-US" noProof="0" dirty="0"/>
          </a:p>
        </p:txBody>
      </p:sp>
      <p:sp>
        <p:nvSpPr>
          <p:cNvPr id="3" name="Title 1">
            <a:extLst>
              <a:ext uri="{FF2B5EF4-FFF2-40B4-BE49-F238E27FC236}">
                <a16:creationId xmlns:a16="http://schemas.microsoft.com/office/drawing/2014/main" id="{40152492-71D9-150B-2A89-D0FCD1FD2983}"/>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405D1B2E-CB2E-3E45-B317-55D6F5C2DA6B}"/>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3814528457"/>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10" name="Table Placeholder 3"/>
          <p:cNvSpPr>
            <a:spLocks noGrp="1"/>
          </p:cNvSpPr>
          <p:nvPr>
            <p:ph type="tbl" sz="quarter" idx="13"/>
          </p:nvPr>
        </p:nvSpPr>
        <p:spPr>
          <a:xfrm>
            <a:off x="342900" y="1259574"/>
            <a:ext cx="11514138" cy="5065026"/>
          </a:xfrm>
        </p:spPr>
        <p:txBody>
          <a:bodyPr/>
          <a:lstStyle>
            <a:lvl1pPr marL="0" indent="0">
              <a:buNone/>
              <a:defRPr/>
            </a:lvl1pPr>
          </a:lstStyle>
          <a:p>
            <a:pPr lvl="0"/>
            <a:r>
              <a:rPr lang="en-GB" noProof="0" dirty="0"/>
              <a:t>Click icon to add table</a:t>
            </a:r>
            <a:endParaRPr lang="en-US" noProof="0" dirty="0"/>
          </a:p>
        </p:txBody>
      </p:sp>
      <p:sp>
        <p:nvSpPr>
          <p:cNvPr id="3" name="Title 1">
            <a:extLst>
              <a:ext uri="{FF2B5EF4-FFF2-40B4-BE49-F238E27FC236}">
                <a16:creationId xmlns:a16="http://schemas.microsoft.com/office/drawing/2014/main" id="{0BA6B87B-D63E-427C-CAB5-FF49FA0D8855}"/>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Tree>
    <p:extLst>
      <p:ext uri="{BB962C8B-B14F-4D97-AF65-F5344CB8AC3E}">
        <p14:creationId xmlns:p14="http://schemas.microsoft.com/office/powerpoint/2010/main" val="2847148045"/>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Tree>
    <p:extLst>
      <p:ext uri="{BB962C8B-B14F-4D97-AF65-F5344CB8AC3E}">
        <p14:creationId xmlns:p14="http://schemas.microsoft.com/office/powerpoint/2010/main" val="4190504661"/>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Blank_Black">
    <p:bg>
      <p:bgPr>
        <a:solidFill>
          <a:srgbClr val="000000"/>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Tree>
    <p:extLst>
      <p:ext uri="{BB962C8B-B14F-4D97-AF65-F5344CB8AC3E}">
        <p14:creationId xmlns:p14="http://schemas.microsoft.com/office/powerpoint/2010/main" val="788157938"/>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1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
        <p:nvSpPr>
          <p:cNvPr id="7" name="Text Placeholder 2">
            <a:extLst>
              <a:ext uri="{FF2B5EF4-FFF2-40B4-BE49-F238E27FC236}">
                <a16:creationId xmlns:a16="http://schemas.microsoft.com/office/drawing/2014/main" id="{AA2015AF-BA33-A1D1-C656-9F0543D045D8}"/>
              </a:ext>
            </a:extLst>
          </p:cNvPr>
          <p:cNvSpPr>
            <a:spLocks noGrp="1"/>
          </p:cNvSpPr>
          <p:nvPr>
            <p:ph idx="1" hasCustomPrompt="1"/>
          </p:nvPr>
        </p:nvSpPr>
        <p:spPr>
          <a:xfrm>
            <a:off x="334964" y="4686255"/>
            <a:ext cx="3372644" cy="137323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0" name="Text Placeholder 2">
            <a:extLst>
              <a:ext uri="{FF2B5EF4-FFF2-40B4-BE49-F238E27FC236}">
                <a16:creationId xmlns:a16="http://schemas.microsoft.com/office/drawing/2014/main" id="{91DCE8EB-57B0-6F3F-108A-307D6494DF2E}"/>
              </a:ext>
            </a:extLst>
          </p:cNvPr>
          <p:cNvSpPr>
            <a:spLocks noGrp="1"/>
          </p:cNvSpPr>
          <p:nvPr>
            <p:ph idx="17" hasCustomPrompt="1"/>
          </p:nvPr>
        </p:nvSpPr>
        <p:spPr>
          <a:xfrm>
            <a:off x="4416359" y="4686255"/>
            <a:ext cx="3359281" cy="137323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stStyle>
          <a:p>
            <a:pPr lvl="0"/>
            <a:r>
              <a:rPr lang="en-US" dirty="0"/>
              <a:t>Click to edit text styles</a:t>
            </a:r>
          </a:p>
          <a:p>
            <a:pPr lvl="1"/>
            <a:r>
              <a:rPr lang="en-US" dirty="0"/>
              <a:t>Second level</a:t>
            </a:r>
          </a:p>
        </p:txBody>
      </p:sp>
      <p:sp>
        <p:nvSpPr>
          <p:cNvPr id="11" name="Text Placeholder 2">
            <a:extLst>
              <a:ext uri="{FF2B5EF4-FFF2-40B4-BE49-F238E27FC236}">
                <a16:creationId xmlns:a16="http://schemas.microsoft.com/office/drawing/2014/main" id="{3CE459FA-5634-169B-B788-0A6DCDEB1AC0}"/>
              </a:ext>
            </a:extLst>
          </p:cNvPr>
          <p:cNvSpPr>
            <a:spLocks noGrp="1"/>
          </p:cNvSpPr>
          <p:nvPr>
            <p:ph idx="18" hasCustomPrompt="1"/>
          </p:nvPr>
        </p:nvSpPr>
        <p:spPr>
          <a:xfrm>
            <a:off x="8437857" y="4686255"/>
            <a:ext cx="3412462" cy="137323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stStyle>
          <a:p>
            <a:pPr lvl="0"/>
            <a:r>
              <a:rPr lang="en-US" dirty="0"/>
              <a:t>Click to edit text styles</a:t>
            </a:r>
          </a:p>
          <a:p>
            <a:pPr lvl="1"/>
            <a:r>
              <a:rPr lang="en-US" dirty="0"/>
              <a:t>Second level</a:t>
            </a:r>
          </a:p>
        </p:txBody>
      </p:sp>
    </p:spTree>
    <p:extLst>
      <p:ext uri="{BB962C8B-B14F-4D97-AF65-F5344CB8AC3E}">
        <p14:creationId xmlns:p14="http://schemas.microsoft.com/office/powerpoint/2010/main" val="1445017293"/>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2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164630639"/>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2_3 column slide ">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
        <p:nvSpPr>
          <p:cNvPr id="5" name="Text Placeholder 5">
            <a:extLst>
              <a:ext uri="{FF2B5EF4-FFF2-40B4-BE49-F238E27FC236}">
                <a16:creationId xmlns:a16="http://schemas.microsoft.com/office/drawing/2014/main" id="{93C81F4B-F08E-B41E-3208-5D0B92A96A1B}"/>
              </a:ext>
            </a:extLst>
          </p:cNvPr>
          <p:cNvSpPr>
            <a:spLocks noGrp="1"/>
          </p:cNvSpPr>
          <p:nvPr>
            <p:ph type="body" sz="quarter" idx="19"/>
          </p:nvPr>
        </p:nvSpPr>
        <p:spPr>
          <a:xfrm>
            <a:off x="4419997" y="1611050"/>
            <a:ext cx="3359945" cy="560696"/>
          </a:xfrm>
        </p:spPr>
        <p:txBody>
          <a:bodyPr/>
          <a:lstStyle>
            <a:lvl1pPr>
              <a:buClr>
                <a:schemeClr val="accent4"/>
              </a:buClr>
              <a:defRPr/>
            </a:lvl1pPr>
          </a:lstStyle>
          <a:p>
            <a:r>
              <a:rPr lang="en-US" dirty="0"/>
              <a:t>Column Headline</a:t>
            </a:r>
          </a:p>
          <a:p>
            <a:endParaRPr lang="en-US" dirty="0"/>
          </a:p>
        </p:txBody>
      </p:sp>
      <p:sp>
        <p:nvSpPr>
          <p:cNvPr id="6" name="Text Placeholder 8">
            <a:extLst>
              <a:ext uri="{FF2B5EF4-FFF2-40B4-BE49-F238E27FC236}">
                <a16:creationId xmlns:a16="http://schemas.microsoft.com/office/drawing/2014/main" id="{D3F52F4B-161F-01DB-3570-BED7ABF421DC}"/>
              </a:ext>
            </a:extLst>
          </p:cNvPr>
          <p:cNvSpPr>
            <a:spLocks noGrp="1"/>
          </p:cNvSpPr>
          <p:nvPr>
            <p:ph type="body" sz="quarter" idx="20"/>
          </p:nvPr>
        </p:nvSpPr>
        <p:spPr>
          <a:xfrm>
            <a:off x="8437193" y="1611050"/>
            <a:ext cx="3413126" cy="560696"/>
          </a:xfrm>
        </p:spPr>
        <p:txBody>
          <a:bodyPr/>
          <a:lstStyle>
            <a:lvl1pPr>
              <a:buClr>
                <a:schemeClr val="accent4"/>
              </a:buClr>
              <a:defRPr/>
            </a:lvl1pPr>
          </a:lstStyle>
          <a:p>
            <a:r>
              <a:rPr lang="en-US" dirty="0"/>
              <a:t>Column Headline</a:t>
            </a:r>
          </a:p>
          <a:p>
            <a:endParaRPr lang="en-US" dirty="0"/>
          </a:p>
        </p:txBody>
      </p:sp>
      <p:cxnSp>
        <p:nvCxnSpPr>
          <p:cNvPr id="14" name="Straight Connector 13">
            <a:extLst>
              <a:ext uri="{FF2B5EF4-FFF2-40B4-BE49-F238E27FC236}">
                <a16:creationId xmlns:a16="http://schemas.microsoft.com/office/drawing/2014/main" id="{DC173144-7538-D08B-6C69-A7C2EF4371B0}"/>
              </a:ext>
            </a:extLst>
          </p:cNvPr>
          <p:cNvCxnSpPr>
            <a:cxnSpLocks/>
          </p:cNvCxnSpPr>
          <p:nvPr userDrawn="1"/>
        </p:nvCxnSpPr>
        <p:spPr>
          <a:xfrm>
            <a:off x="4068914"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01FA014-90AB-0167-9FFE-B61D90A760F8}"/>
              </a:ext>
            </a:extLst>
          </p:cNvPr>
          <p:cNvCxnSpPr>
            <a:cxnSpLocks/>
          </p:cNvCxnSpPr>
          <p:nvPr userDrawn="1"/>
        </p:nvCxnSpPr>
        <p:spPr>
          <a:xfrm>
            <a:off x="8130275"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7" name="Text Placeholder 3">
            <a:extLst>
              <a:ext uri="{FF2B5EF4-FFF2-40B4-BE49-F238E27FC236}">
                <a16:creationId xmlns:a16="http://schemas.microsoft.com/office/drawing/2014/main" id="{1C219C76-408E-918F-DA25-E1B89EC087AB}"/>
              </a:ext>
            </a:extLst>
          </p:cNvPr>
          <p:cNvSpPr>
            <a:spLocks noGrp="1"/>
          </p:cNvSpPr>
          <p:nvPr>
            <p:ph type="body" sz="quarter" idx="16"/>
          </p:nvPr>
        </p:nvSpPr>
        <p:spPr>
          <a:xfrm>
            <a:off x="341681" y="1611050"/>
            <a:ext cx="3372645" cy="560696"/>
          </a:xfrm>
        </p:spPr>
        <p:txBody>
          <a:bodyPr/>
          <a:lstStyle>
            <a:lvl1pPr>
              <a:buClr>
                <a:schemeClr val="accent4"/>
              </a:buClr>
              <a:defRPr/>
            </a:lvl1pPr>
          </a:lstStyle>
          <a:p>
            <a:r>
              <a:rPr lang="en-US" dirty="0"/>
              <a:t>Column Headline</a:t>
            </a:r>
          </a:p>
          <a:p>
            <a:endParaRPr lang="en-US" dirty="0"/>
          </a:p>
        </p:txBody>
      </p:sp>
    </p:spTree>
    <p:extLst>
      <p:ext uri="{BB962C8B-B14F-4D97-AF65-F5344CB8AC3E}">
        <p14:creationId xmlns:p14="http://schemas.microsoft.com/office/powerpoint/2010/main" val="1460443155"/>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2_Closing Slide">
    <p:bg>
      <p:bgPr>
        <a:solidFill>
          <a:schemeClr val="accent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935D0AB-AC44-3595-F2A0-E120A9BFA64F}"/>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BBE5686C-98E7-A510-653F-0FD69A4B4B81}"/>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2">
            <a:extLst>
              <a:ext uri="{FF2B5EF4-FFF2-40B4-BE49-F238E27FC236}">
                <a16:creationId xmlns:a16="http://schemas.microsoft.com/office/drawing/2014/main" id="{6F863802-73AF-E781-94DD-B6935A840D5B}"/>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
        <p:nvSpPr>
          <p:cNvPr id="3" name="Rectangle 2">
            <a:extLst>
              <a:ext uri="{FF2B5EF4-FFF2-40B4-BE49-F238E27FC236}">
                <a16:creationId xmlns:a16="http://schemas.microsoft.com/office/drawing/2014/main" id="{007E9A11-EBA6-9420-BCD8-181F6B72A5A9}"/>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4200344589"/>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3_Closing Slide">
    <p:bg>
      <p:bgPr>
        <a:solidFill>
          <a:schemeClr val="accent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B11CE2E-EC95-AB37-48CD-A893B95CCBCB}"/>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E667DAA-C82F-D11A-357F-886396C9B7FE}"/>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1558F5E-A3BE-0D42-13E9-838197A80B45}"/>
              </a:ext>
            </a:extLst>
          </p:cNvPr>
          <p:cNvSpPr>
            <a:spLocks noChangeArrowheads="1"/>
          </p:cNvSpPr>
          <p:nvPr userDrawn="1"/>
        </p:nvSpPr>
        <p:spPr bwMode="auto">
          <a:xfrm>
            <a:off x="334963" y="5555129"/>
            <a:ext cx="41700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5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50" noProof="1">
                <a:solidFill>
                  <a:schemeClr val="bg1"/>
                </a:solidFill>
                <a:latin typeface="Arial" panose="020B0604020202020204" pitchFamily="34" charset="0"/>
                <a:cs typeface="Arial" panose="020B0604020202020204" pitchFamily="34" charset="0"/>
              </a:rPr>
            </a:br>
            <a:r>
              <a:rPr lang="en-US" sz="1050" noProof="1">
                <a:solidFill>
                  <a:schemeClr val="bg1"/>
                </a:solidFill>
                <a:latin typeface="Arial" panose="020B0604020202020204" pitchFamily="34" charset="0"/>
                <a:cs typeface="Arial" panose="020B0604020202020204" pitchFamily="34" charset="0"/>
              </a:rPr>
              <a:t>www.arm.com/company/policies/trademarks</a:t>
            </a:r>
          </a:p>
        </p:txBody>
      </p:sp>
      <p:pic>
        <p:nvPicPr>
          <p:cNvPr id="2" name="Picture 2">
            <a:extLst>
              <a:ext uri="{FF2B5EF4-FFF2-40B4-BE49-F238E27FC236}">
                <a16:creationId xmlns:a16="http://schemas.microsoft.com/office/drawing/2014/main" id="{B913E0D1-1F96-2D30-DFEF-185207885CA2}"/>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Tree>
    <p:extLst>
      <p:ext uri="{BB962C8B-B14F-4D97-AF65-F5344CB8AC3E}">
        <p14:creationId xmlns:p14="http://schemas.microsoft.com/office/powerpoint/2010/main" val="1481856766"/>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6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BED15ADD-5EC2-811A-2387-1B5930CD08C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pic>
        <p:nvPicPr>
          <p:cNvPr id="4" name="Picture 11">
            <a:extLst>
              <a:ext uri="{FF2B5EF4-FFF2-40B4-BE49-F238E27FC236}">
                <a16:creationId xmlns:a16="http://schemas.microsoft.com/office/drawing/2014/main" id="{B381D48D-6B8E-2C29-2226-AC9A652B9C6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3" name="Rectangle 2">
            <a:extLst>
              <a:ext uri="{FF2B5EF4-FFF2-40B4-BE49-F238E27FC236}">
                <a16:creationId xmlns:a16="http://schemas.microsoft.com/office/drawing/2014/main" id="{557D2D66-0693-E8F6-C7DE-35F9D93C9BC4}"/>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4093931639"/>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1_Closing Slide">
    <p:bg>
      <p:bgPr>
        <a:solidFill>
          <a:schemeClr val="accent1"/>
        </a:solidFill>
        <a:effectLst/>
      </p:bgPr>
    </p:bg>
    <p:spTree>
      <p:nvGrpSpPr>
        <p:cNvPr id="1" name=""/>
        <p:cNvGrpSpPr/>
        <p:nvPr/>
      </p:nvGrpSpPr>
      <p:grpSpPr>
        <a:xfrm>
          <a:off x="0" y="0"/>
          <a:ext cx="0" cy="0"/>
          <a:chOff x="0" y="0"/>
          <a:chExt cx="0" cy="0"/>
        </a:xfrm>
      </p:grpSpPr>
      <p:pic>
        <p:nvPicPr>
          <p:cNvPr id="3" name="Picture 2" descr="A blue circle with a black background&#10;&#10;Description automatically generated">
            <a:extLst>
              <a:ext uri="{FF2B5EF4-FFF2-40B4-BE49-F238E27FC236}">
                <a16:creationId xmlns:a16="http://schemas.microsoft.com/office/drawing/2014/main" id="{7361937A-719B-4F76-BADA-2A50A2850E5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sp>
        <p:nvSpPr>
          <p:cNvPr id="6" name="Rectangle 5"/>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www.arm.com/company/policies/trademarks</a:t>
            </a:r>
          </a:p>
        </p:txBody>
      </p:sp>
      <p:pic>
        <p:nvPicPr>
          <p:cNvPr id="4" name="Picture 11">
            <a:extLst>
              <a:ext uri="{FF2B5EF4-FFF2-40B4-BE49-F238E27FC236}">
                <a16:creationId xmlns:a16="http://schemas.microsoft.com/office/drawing/2014/main" id="{0702DF4C-C16B-FB7F-C627-956839D9025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644004367"/>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10_Closing Slide">
    <p:bg>
      <p:bgPr>
        <a:gradFill flip="none" rotWithShape="1">
          <a:gsLst>
            <a:gs pos="100000">
              <a:schemeClr val="accent2"/>
            </a:gs>
            <a:gs pos="21000">
              <a:srgbClr val="00C1DE"/>
            </a:gs>
            <a:gs pos="49000">
              <a:schemeClr val="accent1"/>
            </a:gs>
          </a:gsLst>
          <a:lin ang="18900000" scaled="1"/>
          <a:tileRect/>
        </a:gradFill>
        <a:effectLst/>
      </p:bgPr>
    </p:bg>
    <p:spTree>
      <p:nvGrpSpPr>
        <p:cNvPr id="1" name=""/>
        <p:cNvGrpSpPr/>
        <p:nvPr/>
      </p:nvGrpSpPr>
      <p:grpSpPr>
        <a:xfrm>
          <a:off x="0" y="0"/>
          <a:ext cx="0" cy="0"/>
          <a:chOff x="0" y="0"/>
          <a:chExt cx="0" cy="0"/>
        </a:xfrm>
      </p:grpSpPr>
      <p:pic>
        <p:nvPicPr>
          <p:cNvPr id="4" name="Picture 3" descr="A blue circle with a black background&#10;&#10;Description automatically generated">
            <a:extLst>
              <a:ext uri="{FF2B5EF4-FFF2-40B4-BE49-F238E27FC236}">
                <a16:creationId xmlns:a16="http://schemas.microsoft.com/office/drawing/2014/main" id="{87FC3B0A-1B2E-5183-A106-AFF1AFAD527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5" name="Rectangle 4">
            <a:extLst>
              <a:ext uri="{FF2B5EF4-FFF2-40B4-BE49-F238E27FC236}">
                <a16:creationId xmlns:a16="http://schemas.microsoft.com/office/drawing/2014/main" id="{F698A3AF-7443-E497-DF07-403C6A630123}"/>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pic>
        <p:nvPicPr>
          <p:cNvPr id="3" name="Picture 11">
            <a:extLst>
              <a:ext uri="{FF2B5EF4-FFF2-40B4-BE49-F238E27FC236}">
                <a16:creationId xmlns:a16="http://schemas.microsoft.com/office/drawing/2014/main" id="{41C96215-BC65-D5B1-AF78-CCD29136EAB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177057539"/>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4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E1F3F225-309F-2E09-4DD8-48893FA2296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4" name="Rectangle 3">
            <a:extLst>
              <a:ext uri="{FF2B5EF4-FFF2-40B4-BE49-F238E27FC236}">
                <a16:creationId xmlns:a16="http://schemas.microsoft.com/office/drawing/2014/main" id="{B26AEBF6-6717-8CEA-D2B3-4A6E846AC3C8}"/>
              </a:ext>
            </a:extLst>
          </p:cNvPr>
          <p:cNvSpPr>
            <a:spLocks noChangeArrowheads="1"/>
          </p:cNvSpPr>
          <p:nvPr userDrawn="1"/>
        </p:nvSpPr>
        <p:spPr bwMode="auto">
          <a:xfrm>
            <a:off x="334963" y="5601295"/>
            <a:ext cx="3837192"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00" noProof="1">
                <a:solidFill>
                  <a:schemeClr val="bg1"/>
                </a:solidFill>
                <a:latin typeface="Arial" panose="020B0604020202020204" pitchFamily="34" charset="0"/>
                <a:cs typeface="Arial" panose="020B0604020202020204" pitchFamily="34" charset="0"/>
              </a:rPr>
            </a:br>
            <a:r>
              <a:rPr lang="en-US" sz="1000" noProof="1">
                <a:solidFill>
                  <a:schemeClr val="bg1"/>
                </a:solidFill>
                <a:latin typeface="Arial" panose="020B0604020202020204" pitchFamily="34" charset="0"/>
                <a:cs typeface="Arial" panose="020B0604020202020204" pitchFamily="34" charset="0"/>
              </a:rPr>
              <a:t>www.arm.com/company/policies/trademarks</a:t>
            </a:r>
          </a:p>
        </p:txBody>
      </p:sp>
      <p:pic>
        <p:nvPicPr>
          <p:cNvPr id="3" name="Picture 11">
            <a:extLst>
              <a:ext uri="{FF2B5EF4-FFF2-40B4-BE49-F238E27FC236}">
                <a16:creationId xmlns:a16="http://schemas.microsoft.com/office/drawing/2014/main" id="{173C2F34-C098-3FF4-A356-9A5AE8AC246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138652240"/>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userDrawn="1">
  <p:cSld name="9_Closing Slide">
    <p:bg>
      <p:bgPr>
        <a:solidFill>
          <a:schemeClr val="bg1"/>
        </a:solidFill>
        <a:effectLst/>
      </p:bgPr>
    </p:bg>
    <p:spTree>
      <p:nvGrpSpPr>
        <p:cNvPr id="1" name=""/>
        <p:cNvGrpSpPr/>
        <p:nvPr/>
      </p:nvGrpSpPr>
      <p:grpSpPr>
        <a:xfrm>
          <a:off x="0" y="0"/>
          <a:ext cx="0" cy="0"/>
          <a:chOff x="0" y="0"/>
          <a:chExt cx="0" cy="0"/>
        </a:xfrm>
      </p:grpSpPr>
      <p:pic>
        <p:nvPicPr>
          <p:cNvPr id="4" name="Picture 3" descr="A rainbow colored light on a white background&#10;&#10;Description automatically generated">
            <a:extLst>
              <a:ext uri="{FF2B5EF4-FFF2-40B4-BE49-F238E27FC236}">
                <a16:creationId xmlns:a16="http://schemas.microsoft.com/office/drawing/2014/main" id="{36586134-C8EC-543F-9A46-09509090B25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pic>
        <p:nvPicPr>
          <p:cNvPr id="2" name="Picture 8">
            <a:extLst>
              <a:ext uri="{FF2B5EF4-FFF2-40B4-BE49-F238E27FC236}">
                <a16:creationId xmlns:a16="http://schemas.microsoft.com/office/drawing/2014/main" id="{261D619C-3FF1-3ED8-A8F2-07E95F199600}"/>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
        <p:nvSpPr>
          <p:cNvPr id="3" name="Rectangle 2">
            <a:extLst>
              <a:ext uri="{FF2B5EF4-FFF2-40B4-BE49-F238E27FC236}">
                <a16:creationId xmlns:a16="http://schemas.microsoft.com/office/drawing/2014/main" id="{2ADE8DD1-069F-97B2-E9C6-5610B87649B6}"/>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Tack</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Gracias</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tx2"/>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accent6">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accent6">
                    <a:alpha val="25000"/>
                  </a:schemeClr>
                </a:solidFill>
                <a:latin typeface="Arial" panose="020B0604020202020204" pitchFamily="34" charset="0"/>
              </a:rPr>
              <a:t>ধন্যবাদ</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2351446700"/>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userDrawn="1">
  <p:cSld name="8_Closing Slide">
    <p:bg>
      <p:bgPr>
        <a:solidFill>
          <a:schemeClr val="bg1"/>
        </a:solidFill>
        <a:effectLst/>
      </p:bgPr>
    </p:bg>
    <p:spTree>
      <p:nvGrpSpPr>
        <p:cNvPr id="1" name=""/>
        <p:cNvGrpSpPr/>
        <p:nvPr/>
      </p:nvGrpSpPr>
      <p:grpSpPr>
        <a:xfrm>
          <a:off x="0" y="0"/>
          <a:ext cx="0" cy="0"/>
          <a:chOff x="0" y="0"/>
          <a:chExt cx="0" cy="0"/>
        </a:xfrm>
      </p:grpSpPr>
      <p:pic>
        <p:nvPicPr>
          <p:cNvPr id="3" name="Picture 2" descr="A rainbow colored light on a white background&#10;&#10;Description automatically generated">
            <a:extLst>
              <a:ext uri="{FF2B5EF4-FFF2-40B4-BE49-F238E27FC236}">
                <a16:creationId xmlns:a16="http://schemas.microsoft.com/office/drawing/2014/main" id="{B73A29E6-E9F1-5B2F-2688-7663FBD23B1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sp>
        <p:nvSpPr>
          <p:cNvPr id="5" name="Rectangle 4">
            <a:extLst>
              <a:ext uri="{FF2B5EF4-FFF2-40B4-BE49-F238E27FC236}">
                <a16:creationId xmlns:a16="http://schemas.microsoft.com/office/drawing/2014/main" id="{DF9E4EE0-1E94-ABC1-F835-25183B1E6DF1}"/>
              </a:ext>
            </a:extLst>
          </p:cNvPr>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tx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tx1"/>
                </a:solidFill>
                <a:latin typeface="Arial" panose="020B0604020202020204" pitchFamily="34" charset="0"/>
                <a:cs typeface="Arial" panose="020B0604020202020204" pitchFamily="34" charset="0"/>
              </a:rPr>
            </a:br>
            <a:r>
              <a:rPr lang="en-US" sz="800" noProof="1">
                <a:solidFill>
                  <a:schemeClr val="tx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accent2"/>
                </a:solidFill>
                <a:latin typeface="Arial" panose="020B0604020202020204" pitchFamily="34" charset="0"/>
                <a:cs typeface="Arial" panose="020B0604020202020204" pitchFamily="34" charset="0"/>
              </a:rPr>
            </a:br>
            <a:r>
              <a:rPr lang="en-US" sz="800" noProof="1">
                <a:solidFill>
                  <a:schemeClr val="accent2"/>
                </a:solidFill>
                <a:latin typeface="Arial" panose="020B0604020202020204" pitchFamily="34" charset="0"/>
                <a:cs typeface="Arial" panose="020B0604020202020204" pitchFamily="34" charset="0"/>
              </a:rPr>
              <a:t>www.arm.com/company/policies/trademarks</a:t>
            </a:r>
          </a:p>
        </p:txBody>
      </p:sp>
      <p:pic>
        <p:nvPicPr>
          <p:cNvPr id="4" name="Picture 8">
            <a:extLst>
              <a:ext uri="{FF2B5EF4-FFF2-40B4-BE49-F238E27FC236}">
                <a16:creationId xmlns:a16="http://schemas.microsoft.com/office/drawing/2014/main" id="{704BD083-B9DE-015E-8172-3DBA1E572DD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Tree>
    <p:extLst>
      <p:ext uri="{BB962C8B-B14F-4D97-AF65-F5344CB8AC3E}">
        <p14:creationId xmlns:p14="http://schemas.microsoft.com/office/powerpoint/2010/main" val="189833951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image" Target="../media/image1.sv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61.xml"/><Relationship Id="rId18" Type="http://schemas.openxmlformats.org/officeDocument/2006/relationships/slideLayout" Target="../slideLayouts/slideLayout66.xml"/><Relationship Id="rId26" Type="http://schemas.openxmlformats.org/officeDocument/2006/relationships/slideLayout" Target="../slideLayouts/slideLayout74.xml"/><Relationship Id="rId39" Type="http://schemas.openxmlformats.org/officeDocument/2006/relationships/slideLayout" Target="../slideLayouts/slideLayout87.xml"/><Relationship Id="rId21" Type="http://schemas.openxmlformats.org/officeDocument/2006/relationships/slideLayout" Target="../slideLayouts/slideLayout69.xml"/><Relationship Id="rId34" Type="http://schemas.openxmlformats.org/officeDocument/2006/relationships/slideLayout" Target="../slideLayouts/slideLayout82.xml"/><Relationship Id="rId42" Type="http://schemas.openxmlformats.org/officeDocument/2006/relationships/slideLayout" Target="../slideLayouts/slideLayout90.xml"/><Relationship Id="rId47" Type="http://schemas.openxmlformats.org/officeDocument/2006/relationships/slideLayout" Target="../slideLayouts/slideLayout95.xml"/><Relationship Id="rId50" Type="http://schemas.openxmlformats.org/officeDocument/2006/relationships/image" Target="../media/image3.svg"/><Relationship Id="rId7" Type="http://schemas.openxmlformats.org/officeDocument/2006/relationships/slideLayout" Target="../slideLayouts/slideLayout55.xml"/><Relationship Id="rId2" Type="http://schemas.openxmlformats.org/officeDocument/2006/relationships/slideLayout" Target="../slideLayouts/slideLayout50.xml"/><Relationship Id="rId16" Type="http://schemas.openxmlformats.org/officeDocument/2006/relationships/slideLayout" Target="../slideLayouts/slideLayout64.xml"/><Relationship Id="rId29" Type="http://schemas.openxmlformats.org/officeDocument/2006/relationships/slideLayout" Target="../slideLayouts/slideLayout77.xml"/><Relationship Id="rId11" Type="http://schemas.openxmlformats.org/officeDocument/2006/relationships/slideLayout" Target="../slideLayouts/slideLayout59.xml"/><Relationship Id="rId24" Type="http://schemas.openxmlformats.org/officeDocument/2006/relationships/slideLayout" Target="../slideLayouts/slideLayout72.xml"/><Relationship Id="rId32" Type="http://schemas.openxmlformats.org/officeDocument/2006/relationships/slideLayout" Target="../slideLayouts/slideLayout80.xml"/><Relationship Id="rId37" Type="http://schemas.openxmlformats.org/officeDocument/2006/relationships/slideLayout" Target="../slideLayouts/slideLayout85.xml"/><Relationship Id="rId40" Type="http://schemas.openxmlformats.org/officeDocument/2006/relationships/slideLayout" Target="../slideLayouts/slideLayout88.xml"/><Relationship Id="rId45" Type="http://schemas.openxmlformats.org/officeDocument/2006/relationships/slideLayout" Target="../slideLayouts/slideLayout93.xml"/><Relationship Id="rId5" Type="http://schemas.openxmlformats.org/officeDocument/2006/relationships/slideLayout" Target="../slideLayouts/slideLayout53.xml"/><Relationship Id="rId15" Type="http://schemas.openxmlformats.org/officeDocument/2006/relationships/slideLayout" Target="../slideLayouts/slideLayout63.xml"/><Relationship Id="rId23" Type="http://schemas.openxmlformats.org/officeDocument/2006/relationships/slideLayout" Target="../slideLayouts/slideLayout71.xml"/><Relationship Id="rId28" Type="http://schemas.openxmlformats.org/officeDocument/2006/relationships/slideLayout" Target="../slideLayouts/slideLayout76.xml"/><Relationship Id="rId36" Type="http://schemas.openxmlformats.org/officeDocument/2006/relationships/slideLayout" Target="../slideLayouts/slideLayout84.xml"/><Relationship Id="rId49" Type="http://schemas.openxmlformats.org/officeDocument/2006/relationships/theme" Target="../theme/theme2.xml"/><Relationship Id="rId10" Type="http://schemas.openxmlformats.org/officeDocument/2006/relationships/slideLayout" Target="../slideLayouts/slideLayout58.xml"/><Relationship Id="rId19" Type="http://schemas.openxmlformats.org/officeDocument/2006/relationships/slideLayout" Target="../slideLayouts/slideLayout67.xml"/><Relationship Id="rId31" Type="http://schemas.openxmlformats.org/officeDocument/2006/relationships/slideLayout" Target="../slideLayouts/slideLayout79.xml"/><Relationship Id="rId44" Type="http://schemas.openxmlformats.org/officeDocument/2006/relationships/slideLayout" Target="../slideLayouts/slideLayout92.xml"/><Relationship Id="rId4" Type="http://schemas.openxmlformats.org/officeDocument/2006/relationships/slideLayout" Target="../slideLayouts/slideLayout52.xml"/><Relationship Id="rId9" Type="http://schemas.openxmlformats.org/officeDocument/2006/relationships/slideLayout" Target="../slideLayouts/slideLayout57.xml"/><Relationship Id="rId14" Type="http://schemas.openxmlformats.org/officeDocument/2006/relationships/slideLayout" Target="../slideLayouts/slideLayout62.xml"/><Relationship Id="rId22" Type="http://schemas.openxmlformats.org/officeDocument/2006/relationships/slideLayout" Target="../slideLayouts/slideLayout70.xml"/><Relationship Id="rId27" Type="http://schemas.openxmlformats.org/officeDocument/2006/relationships/slideLayout" Target="../slideLayouts/slideLayout75.xml"/><Relationship Id="rId30" Type="http://schemas.openxmlformats.org/officeDocument/2006/relationships/slideLayout" Target="../slideLayouts/slideLayout78.xml"/><Relationship Id="rId35" Type="http://schemas.openxmlformats.org/officeDocument/2006/relationships/slideLayout" Target="../slideLayouts/slideLayout83.xml"/><Relationship Id="rId43" Type="http://schemas.openxmlformats.org/officeDocument/2006/relationships/slideLayout" Target="../slideLayouts/slideLayout91.xml"/><Relationship Id="rId48" Type="http://schemas.openxmlformats.org/officeDocument/2006/relationships/slideLayout" Target="../slideLayouts/slideLayout96.xml"/><Relationship Id="rId8" Type="http://schemas.openxmlformats.org/officeDocument/2006/relationships/slideLayout" Target="../slideLayouts/slideLayout56.xml"/><Relationship Id="rId3" Type="http://schemas.openxmlformats.org/officeDocument/2006/relationships/slideLayout" Target="../slideLayouts/slideLayout51.xml"/><Relationship Id="rId12" Type="http://schemas.openxmlformats.org/officeDocument/2006/relationships/slideLayout" Target="../slideLayouts/slideLayout60.xml"/><Relationship Id="rId17" Type="http://schemas.openxmlformats.org/officeDocument/2006/relationships/slideLayout" Target="../slideLayouts/slideLayout65.xml"/><Relationship Id="rId25" Type="http://schemas.openxmlformats.org/officeDocument/2006/relationships/slideLayout" Target="../slideLayouts/slideLayout73.xml"/><Relationship Id="rId33" Type="http://schemas.openxmlformats.org/officeDocument/2006/relationships/slideLayout" Target="../slideLayouts/slideLayout81.xml"/><Relationship Id="rId38" Type="http://schemas.openxmlformats.org/officeDocument/2006/relationships/slideLayout" Target="../slideLayouts/slideLayout86.xml"/><Relationship Id="rId46" Type="http://schemas.openxmlformats.org/officeDocument/2006/relationships/slideLayout" Target="../slideLayouts/slideLayout94.xml"/><Relationship Id="rId20" Type="http://schemas.openxmlformats.org/officeDocument/2006/relationships/slideLayout" Target="../slideLayouts/slideLayout68.xml"/><Relationship Id="rId41" Type="http://schemas.openxmlformats.org/officeDocument/2006/relationships/slideLayout" Target="../slideLayouts/slideLayout89.xml"/><Relationship Id="rId1" Type="http://schemas.openxmlformats.org/officeDocument/2006/relationships/slideLayout" Target="../slideLayouts/slideLayout49.xml"/><Relationship Id="rId6" Type="http://schemas.openxmlformats.org/officeDocument/2006/relationships/slideLayout" Target="../slideLayouts/slideLayout5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34963" y="333375"/>
            <a:ext cx="11233150" cy="421005"/>
          </a:xfrm>
          <a:prstGeom prst="rect">
            <a:avLst/>
          </a:prstGeom>
        </p:spPr>
        <p:txBody>
          <a:bodyPr vert="horz" lIns="0" tIns="0" rIns="0" bIns="0" rtlCol="0" anchor="t">
            <a:noAutofit/>
          </a:bodyPr>
          <a:lstStyle/>
          <a:p>
            <a:r>
              <a:rPr lang="en-US" dirty="0"/>
              <a:t>Click to edit title style</a:t>
            </a:r>
          </a:p>
        </p:txBody>
      </p:sp>
      <p:sp>
        <p:nvSpPr>
          <p:cNvPr id="7" name="Text Placeholder 2">
            <a:extLst>
              <a:ext uri="{FF2B5EF4-FFF2-40B4-BE49-F238E27FC236}">
                <a16:creationId xmlns:a16="http://schemas.microsoft.com/office/drawing/2014/main" id="{84EB643E-3109-434C-BA97-15D4C8A5EF9E}"/>
              </a:ext>
            </a:extLst>
          </p:cNvPr>
          <p:cNvSpPr>
            <a:spLocks noGrp="1"/>
          </p:cNvSpPr>
          <p:nvPr>
            <p:ph type="body" idx="1"/>
          </p:nvPr>
        </p:nvSpPr>
        <p:spPr>
          <a:xfrm>
            <a:off x="334962" y="911934"/>
            <a:ext cx="11522075" cy="5344085"/>
          </a:xfrm>
          <a:prstGeom prst="rect">
            <a:avLst/>
          </a:prstGeom>
        </p:spPr>
        <p:txBody>
          <a:bodyPr vert="horz" lIns="0" tIns="0" rIns="0" bIns="0" rtlCol="0">
            <a:noAutofit/>
          </a:body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extBox 26">
            <a:extLst>
              <a:ext uri="{FF2B5EF4-FFF2-40B4-BE49-F238E27FC236}">
                <a16:creationId xmlns:a16="http://schemas.microsoft.com/office/drawing/2014/main" id="{84309424-723D-8A35-92B9-2F15D94C0D32}"/>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4" name="TextBox 20">
            <a:extLst>
              <a:ext uri="{FF2B5EF4-FFF2-40B4-BE49-F238E27FC236}">
                <a16:creationId xmlns:a16="http://schemas.microsoft.com/office/drawing/2014/main" id="{9D572872-9C2D-0C1F-D4D0-A3E9022FFFFD}"/>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6" name="Picture 7">
            <a:extLst>
              <a:ext uri="{FF2B5EF4-FFF2-40B4-BE49-F238E27FC236}">
                <a16:creationId xmlns:a16="http://schemas.microsoft.com/office/drawing/2014/main" id="{59DBC0C9-72A6-2DB5-0DF6-C7C6A1D65C4B}"/>
              </a:ext>
            </a:extLst>
          </p:cNvPr>
          <p:cNvPicPr>
            <a:picLocks noChangeAspect="1"/>
          </p:cNvPicPr>
          <p:nvPr userDrawn="1"/>
        </p:nvPicPr>
        <p:blipFill>
          <a:blip>
            <a:extLst>
              <a:ext uri="{96DAC541-7B7A-43D3-8B79-37D633B846F1}">
                <asvg:svgBlip xmlns:asvg="http://schemas.microsoft.com/office/drawing/2016/SVG/main" r:embed="rId50"/>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1077791022"/>
      </p:ext>
    </p:extLst>
  </p:cSld>
  <p:clrMap bg1="lt1" tx1="dk1" bg2="lt2" tx2="dk2" accent1="accent1" accent2="accent2" accent3="accent3" accent4="accent4" accent5="accent5" accent6="accent6" hlink="hlink" folHlink="folHlink"/>
  <p:sldLayoutIdLst>
    <p:sldLayoutId id="2147485541" r:id="rId1"/>
    <p:sldLayoutId id="2147485718" r:id="rId2"/>
    <p:sldLayoutId id="2147485712" r:id="rId3"/>
    <p:sldLayoutId id="2147485713" r:id="rId4"/>
    <p:sldLayoutId id="2147485714" r:id="rId5"/>
    <p:sldLayoutId id="2147485578" r:id="rId6"/>
    <p:sldLayoutId id="2147485720" r:id="rId7"/>
    <p:sldLayoutId id="2147485722" r:id="rId8"/>
    <p:sldLayoutId id="2147485724" r:id="rId9"/>
    <p:sldLayoutId id="2147485725" r:id="rId10"/>
    <p:sldLayoutId id="2147485726" r:id="rId11"/>
    <p:sldLayoutId id="2147485600" r:id="rId12"/>
    <p:sldLayoutId id="2147485598" r:id="rId13"/>
    <p:sldLayoutId id="2147485657" r:id="rId14"/>
    <p:sldLayoutId id="2147485658" r:id="rId15"/>
    <p:sldLayoutId id="2147485723" r:id="rId16"/>
    <p:sldLayoutId id="2147485715" r:id="rId17"/>
    <p:sldLayoutId id="2147485719" r:id="rId18"/>
    <p:sldLayoutId id="2147485716" r:id="rId19"/>
    <p:sldLayoutId id="2147485823" r:id="rId20"/>
    <p:sldLayoutId id="2147485721" r:id="rId21"/>
    <p:sldLayoutId id="2147485727" r:id="rId22"/>
    <p:sldLayoutId id="2147485728" r:id="rId23"/>
    <p:sldLayoutId id="2147485822" r:id="rId24"/>
    <p:sldLayoutId id="2147485516" r:id="rId25"/>
    <p:sldLayoutId id="2147485567" r:id="rId26"/>
    <p:sldLayoutId id="2147485539" r:id="rId27"/>
    <p:sldLayoutId id="2147485440" r:id="rId28"/>
    <p:sldLayoutId id="2147485441" r:id="rId29"/>
    <p:sldLayoutId id="2147485442" r:id="rId30"/>
    <p:sldLayoutId id="2147485443" r:id="rId31"/>
    <p:sldLayoutId id="2147485445" r:id="rId32"/>
    <p:sldLayoutId id="2147485446" r:id="rId33"/>
    <p:sldLayoutId id="2147485448" r:id="rId34"/>
    <p:sldLayoutId id="2147485449" r:id="rId35"/>
    <p:sldLayoutId id="2147485450" r:id="rId36"/>
    <p:sldLayoutId id="2147485717" r:id="rId37"/>
    <p:sldLayoutId id="2147485591" r:id="rId38"/>
    <p:sldLayoutId id="2147485592" r:id="rId39"/>
    <p:sldLayoutId id="2147485593" r:id="rId40"/>
    <p:sldLayoutId id="2147485452" r:id="rId41"/>
    <p:sldLayoutId id="2147485590" r:id="rId42"/>
    <p:sldLayoutId id="2147485527" r:id="rId43"/>
    <p:sldLayoutId id="2147485453" r:id="rId44"/>
    <p:sldLayoutId id="2147485561" r:id="rId45"/>
    <p:sldLayoutId id="2147485513" r:id="rId46"/>
    <p:sldLayoutId id="2147485570" r:id="rId47"/>
    <p:sldLayoutId id="2147485529" r:id="rId48"/>
  </p:sldLayoutIdLst>
  <p:hf hdr="0" ftr="0" dt="0"/>
  <p:txStyles>
    <p:titleStyle>
      <a:lvl1pPr algn="l" rtl="0" eaLnBrk="1" fontAlgn="base" hangingPunct="1">
        <a:lnSpc>
          <a:spcPct val="85000"/>
        </a:lnSpc>
        <a:spcBef>
          <a:spcPct val="0"/>
        </a:spcBef>
        <a:spcAft>
          <a:spcPct val="0"/>
        </a:spcAft>
        <a:defRPr sz="3200" b="0" i="0" kern="1200" spc="-50">
          <a:solidFill>
            <a:schemeClr val="tx1"/>
          </a:solidFill>
          <a:latin typeface="Arial" panose="020B0604020202020204" pitchFamily="34" charset="0"/>
          <a:ea typeface="ＭＳ Ｐゴシック" charset="0"/>
          <a:cs typeface="Arial" panose="020B0604020202020204" pitchFamily="34" charset="0"/>
        </a:defRPr>
      </a:lvl1pPr>
      <a:lvl2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2pPr>
      <a:lvl3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3pPr>
      <a:lvl4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4pPr>
      <a:lvl5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5pPr>
      <a:lvl6pPr marL="457200" algn="l" rtl="0" eaLnBrk="1" fontAlgn="base" hangingPunct="1">
        <a:lnSpc>
          <a:spcPct val="85000"/>
        </a:lnSpc>
        <a:spcBef>
          <a:spcPct val="0"/>
        </a:spcBef>
        <a:spcAft>
          <a:spcPct val="0"/>
        </a:spcAft>
        <a:defRPr sz="3600" b="1">
          <a:solidFill>
            <a:schemeClr val="accent1"/>
          </a:solidFill>
          <a:latin typeface="Calibri" charset="0"/>
        </a:defRPr>
      </a:lvl6pPr>
      <a:lvl7pPr marL="914400" algn="l" rtl="0" eaLnBrk="1" fontAlgn="base" hangingPunct="1">
        <a:lnSpc>
          <a:spcPct val="85000"/>
        </a:lnSpc>
        <a:spcBef>
          <a:spcPct val="0"/>
        </a:spcBef>
        <a:spcAft>
          <a:spcPct val="0"/>
        </a:spcAft>
        <a:defRPr sz="3600" b="1">
          <a:solidFill>
            <a:schemeClr val="accent1"/>
          </a:solidFill>
          <a:latin typeface="Calibri" charset="0"/>
        </a:defRPr>
      </a:lvl7pPr>
      <a:lvl8pPr marL="1371600" algn="l" rtl="0" eaLnBrk="1" fontAlgn="base" hangingPunct="1">
        <a:lnSpc>
          <a:spcPct val="85000"/>
        </a:lnSpc>
        <a:spcBef>
          <a:spcPct val="0"/>
        </a:spcBef>
        <a:spcAft>
          <a:spcPct val="0"/>
        </a:spcAft>
        <a:defRPr sz="3600" b="1">
          <a:solidFill>
            <a:schemeClr val="accent1"/>
          </a:solidFill>
          <a:latin typeface="Calibri" charset="0"/>
        </a:defRPr>
      </a:lvl8pPr>
      <a:lvl9pPr marL="1828800" algn="l" rtl="0" eaLnBrk="1" fontAlgn="base" hangingPunct="1">
        <a:lnSpc>
          <a:spcPct val="85000"/>
        </a:lnSpc>
        <a:spcBef>
          <a:spcPct val="0"/>
        </a:spcBef>
        <a:spcAft>
          <a:spcPct val="0"/>
        </a:spcAft>
        <a:defRPr sz="3600" b="1">
          <a:solidFill>
            <a:schemeClr val="accent1"/>
          </a:solidFill>
          <a:latin typeface="Calibri" charset="0"/>
        </a:defRPr>
      </a:lvl9pPr>
    </p:titleStyle>
    <p:bodyStyle>
      <a:lvl1pPr marL="342900" indent="-342900" algn="l" rtl="0" eaLnBrk="1" fontAlgn="base" hangingPunct="1">
        <a:lnSpc>
          <a:spcPct val="100000"/>
        </a:lnSpc>
        <a:spcBef>
          <a:spcPts val="600"/>
        </a:spcBef>
        <a:spcAft>
          <a:spcPts val="0"/>
        </a:spcAft>
        <a:buClr>
          <a:srgbClr val="6E2FF1"/>
        </a:buClr>
        <a:buSzPct val="80000"/>
        <a:buFont typeface="Arial" panose="020B0604020202020204" pitchFamily="34" charset="0"/>
        <a:buChar char="•"/>
        <a:defRPr sz="2000" b="0" i="0" kern="1200">
          <a:solidFill>
            <a:srgbClr val="333E48"/>
          </a:solidFill>
          <a:latin typeface="Arial" panose="020B0604020202020204" pitchFamily="34" charset="0"/>
          <a:ea typeface="ＭＳ Ｐゴシック" charset="0"/>
          <a:cs typeface="Arial" panose="020B0604020202020204" pitchFamily="34" charset="0"/>
        </a:defRPr>
      </a:lvl1pPr>
      <a:lvl2pPr marL="581343" indent="-166688"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800" b="0" i="0" kern="1200">
          <a:solidFill>
            <a:srgbClr val="333E48"/>
          </a:solidFill>
          <a:latin typeface="Arial" panose="020B0604020202020204" pitchFamily="34" charset="0"/>
          <a:ea typeface="ＭＳ Ｐゴシック" charset="0"/>
          <a:cs typeface="Arial" panose="020B0604020202020204" pitchFamily="34" charset="0"/>
        </a:defRPr>
      </a:lvl2pPr>
      <a:lvl3pPr marL="855663" indent="-166688"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600" b="0" i="0" kern="1200">
          <a:solidFill>
            <a:srgbClr val="333E48"/>
          </a:solidFill>
          <a:latin typeface="Arial" panose="020B0604020202020204" pitchFamily="34" charset="0"/>
          <a:ea typeface="ＭＳ Ｐゴシック" charset="0"/>
          <a:cs typeface="Arial" panose="020B0604020202020204" pitchFamily="34" charset="0"/>
        </a:defRPr>
      </a:lvl3pPr>
      <a:lvl4pPr marL="1201738" indent="-173038"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600" b="0" i="0" kern="1200">
          <a:solidFill>
            <a:srgbClr val="333E48"/>
          </a:solidFill>
          <a:latin typeface="Arial" panose="020B0604020202020204" pitchFamily="34" charset="0"/>
          <a:ea typeface="ＭＳ Ｐゴシック" charset="0"/>
          <a:cs typeface="Arial" panose="020B0604020202020204" pitchFamily="34" charset="0"/>
        </a:defRPr>
      </a:lvl4pPr>
      <a:lvl5pPr marL="1427163" indent="-168275"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600" b="0" i="0" kern="1200">
          <a:solidFill>
            <a:srgbClr val="333E48"/>
          </a:solidFill>
          <a:latin typeface="Arial" panose="020B0604020202020204" pitchFamily="34" charset="0"/>
          <a:ea typeface="ＭＳ Ｐゴシック" charset="0"/>
          <a:cs typeface="Arial" panose="020B0604020202020204" pitchFamily="34" charset="0"/>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4" orient="horz" pos="210" userDrawn="1">
          <p15:clr>
            <a:srgbClr val="F26B43"/>
          </p15:clr>
        </p15:guide>
        <p15:guide id="5" orient="horz" pos="4110" userDrawn="1">
          <p15:clr>
            <a:srgbClr val="F26B43"/>
          </p15:clr>
        </p15:guide>
        <p15:guide id="6" pos="7469" userDrawn="1">
          <p15:clr>
            <a:srgbClr val="F26B43"/>
          </p15:clr>
        </p15:guide>
        <p15:guide id="7" pos="211" userDrawn="1">
          <p15:clr>
            <a:srgbClr val="F26B43"/>
          </p15:clr>
        </p15:guide>
        <p15:guide id="8" pos="2026" userDrawn="1">
          <p15:clr>
            <a:srgbClr val="F26B43"/>
          </p15:clr>
        </p15:guide>
        <p15:guide id="9" pos="5654"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34963" y="333375"/>
            <a:ext cx="11233150" cy="421005"/>
          </a:xfrm>
          <a:prstGeom prst="rect">
            <a:avLst/>
          </a:prstGeom>
        </p:spPr>
        <p:txBody>
          <a:bodyPr vert="horz" lIns="0" tIns="0" rIns="0" bIns="0" rtlCol="0" anchor="t">
            <a:noAutofit/>
          </a:bodyPr>
          <a:lstStyle/>
          <a:p>
            <a:r>
              <a:rPr lang="en-US" dirty="0"/>
              <a:t>Click to edit title style</a:t>
            </a:r>
          </a:p>
        </p:txBody>
      </p:sp>
      <p:sp>
        <p:nvSpPr>
          <p:cNvPr id="7" name="Text Placeholder 2">
            <a:extLst>
              <a:ext uri="{FF2B5EF4-FFF2-40B4-BE49-F238E27FC236}">
                <a16:creationId xmlns:a16="http://schemas.microsoft.com/office/drawing/2014/main" id="{84EB643E-3109-434C-BA97-15D4C8A5EF9E}"/>
              </a:ext>
            </a:extLst>
          </p:cNvPr>
          <p:cNvSpPr>
            <a:spLocks noGrp="1"/>
          </p:cNvSpPr>
          <p:nvPr>
            <p:ph type="body" idx="1"/>
          </p:nvPr>
        </p:nvSpPr>
        <p:spPr>
          <a:xfrm>
            <a:off x="334962" y="911934"/>
            <a:ext cx="11522075" cy="5344085"/>
          </a:xfrm>
          <a:prstGeom prst="rect">
            <a:avLst/>
          </a:prstGeom>
        </p:spPr>
        <p:txBody>
          <a:bodyPr vert="horz" lIns="0" tIns="0" rIns="0" bIns="0" rtlCol="0">
            <a:noAutofit/>
          </a:body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extBox 26">
            <a:extLst>
              <a:ext uri="{FF2B5EF4-FFF2-40B4-BE49-F238E27FC236}">
                <a16:creationId xmlns:a16="http://schemas.microsoft.com/office/drawing/2014/main" id="{84309424-723D-8A35-92B9-2F15D94C0D32}"/>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4" name="TextBox 20">
            <a:extLst>
              <a:ext uri="{FF2B5EF4-FFF2-40B4-BE49-F238E27FC236}">
                <a16:creationId xmlns:a16="http://schemas.microsoft.com/office/drawing/2014/main" id="{9D572872-9C2D-0C1F-D4D0-A3E9022FFFFD}"/>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50199"/>
                  </a:schemeClr>
                </a:solidFill>
                <a:latin typeface="Arial" panose="020B0604020202020204" pitchFamily="34" charset="0"/>
                <a:cs typeface="Arial" panose="020B0604020202020204" pitchFamily="34" charset="0"/>
              </a:rPr>
              <a:t>© 2026 Arm</a:t>
            </a:r>
          </a:p>
        </p:txBody>
      </p:sp>
      <p:pic>
        <p:nvPicPr>
          <p:cNvPr id="5" name="Picture 8">
            <a:extLst>
              <a:ext uri="{FF2B5EF4-FFF2-40B4-BE49-F238E27FC236}">
                <a16:creationId xmlns:a16="http://schemas.microsoft.com/office/drawing/2014/main" id="{D432EAEC-3A67-5AE0-E8C2-BEDD4E28008B}"/>
              </a:ext>
            </a:extLst>
          </p:cNvPr>
          <p:cNvPicPr>
            <a:picLocks noChangeAspect="1"/>
          </p:cNvPicPr>
          <p:nvPr userDrawn="1"/>
        </p:nvPicPr>
        <p:blipFill>
          <a:blip>
            <a:extLst>
              <a:ext uri="{96DAC541-7B7A-43D3-8B79-37D633B846F1}">
                <asvg:svgBlip xmlns:asvg="http://schemas.microsoft.com/office/drawing/2016/SVG/main" r:embed="rId50"/>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2723087283"/>
      </p:ext>
    </p:extLst>
  </p:cSld>
  <p:clrMap bg1="lt1" tx1="dk1" bg2="lt2" tx2="dk2" accent1="accent1" accent2="accent2" accent3="accent3" accent4="accent4" accent5="accent5" accent6="accent6" hlink="hlink" folHlink="folHlink"/>
  <p:sldLayoutIdLst>
    <p:sldLayoutId id="2147485769" r:id="rId1"/>
    <p:sldLayoutId id="2147485785" r:id="rId2"/>
    <p:sldLayoutId id="2147485770" r:id="rId3"/>
    <p:sldLayoutId id="2147485771" r:id="rId4"/>
    <p:sldLayoutId id="2147485772" r:id="rId5"/>
    <p:sldLayoutId id="2147485824" r:id="rId6"/>
    <p:sldLayoutId id="2147485825" r:id="rId7"/>
    <p:sldLayoutId id="2147485826" r:id="rId8"/>
    <p:sldLayoutId id="2147485827" r:id="rId9"/>
    <p:sldLayoutId id="2147485828" r:id="rId10"/>
    <p:sldLayoutId id="2147485829" r:id="rId11"/>
    <p:sldLayoutId id="2147485830" r:id="rId12"/>
    <p:sldLayoutId id="2147485831" r:id="rId13"/>
    <p:sldLayoutId id="2147485832" r:id="rId14"/>
    <p:sldLayoutId id="2147485833" r:id="rId15"/>
    <p:sldLayoutId id="2147485834" r:id="rId16"/>
    <p:sldLayoutId id="2147485835" r:id="rId17"/>
    <p:sldLayoutId id="2147485836" r:id="rId18"/>
    <p:sldLayoutId id="2147485837" r:id="rId19"/>
    <p:sldLayoutId id="2147485838" r:id="rId20"/>
    <p:sldLayoutId id="2147485839" r:id="rId21"/>
    <p:sldLayoutId id="2147485840" r:id="rId22"/>
    <p:sldLayoutId id="2147485841" r:id="rId23"/>
    <p:sldLayoutId id="2147485842" r:id="rId24"/>
    <p:sldLayoutId id="2147485793" r:id="rId25"/>
    <p:sldLayoutId id="2147485794" r:id="rId26"/>
    <p:sldLayoutId id="2147485795" r:id="rId27"/>
    <p:sldLayoutId id="2147485680" r:id="rId28"/>
    <p:sldLayoutId id="2147485681" r:id="rId29"/>
    <p:sldLayoutId id="2147485682" r:id="rId30"/>
    <p:sldLayoutId id="2147485683" r:id="rId31"/>
    <p:sldLayoutId id="2147485685" r:id="rId32"/>
    <p:sldLayoutId id="2147485686" r:id="rId33"/>
    <p:sldLayoutId id="2147485688" r:id="rId34"/>
    <p:sldLayoutId id="2147485689" r:id="rId35"/>
    <p:sldLayoutId id="2147485690" r:id="rId36"/>
    <p:sldLayoutId id="2147485708" r:id="rId37"/>
    <p:sldLayoutId id="2147485695" r:id="rId38"/>
    <p:sldLayoutId id="2147485696" r:id="rId39"/>
    <p:sldLayoutId id="2147485697" r:id="rId40"/>
    <p:sldLayoutId id="2147485843" r:id="rId41"/>
    <p:sldLayoutId id="2147485844" r:id="rId42"/>
    <p:sldLayoutId id="2147485845" r:id="rId43"/>
    <p:sldLayoutId id="2147485846" r:id="rId44"/>
    <p:sldLayoutId id="2147485847" r:id="rId45"/>
    <p:sldLayoutId id="2147485848" r:id="rId46"/>
    <p:sldLayoutId id="2147485849" r:id="rId47"/>
    <p:sldLayoutId id="2147485850" r:id="rId48"/>
  </p:sldLayoutIdLst>
  <p:hf hdr="0" ftr="0" dt="0"/>
  <p:txStyles>
    <p:titleStyle>
      <a:lvl1pPr algn="l" rtl="0" eaLnBrk="1" fontAlgn="base" hangingPunct="1">
        <a:lnSpc>
          <a:spcPct val="85000"/>
        </a:lnSpc>
        <a:spcBef>
          <a:spcPct val="0"/>
        </a:spcBef>
        <a:spcAft>
          <a:spcPct val="0"/>
        </a:spcAft>
        <a:defRPr sz="3200" b="0" i="0" kern="1200" spc="-50">
          <a:solidFill>
            <a:schemeClr val="bg1"/>
          </a:solidFill>
          <a:latin typeface="Arial" panose="020B0604020202020204" pitchFamily="34" charset="0"/>
          <a:ea typeface="ＭＳ Ｐゴシック" charset="0"/>
          <a:cs typeface="Arial" panose="020B0604020202020204" pitchFamily="34" charset="0"/>
        </a:defRPr>
      </a:lvl1pPr>
      <a:lvl2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2pPr>
      <a:lvl3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3pPr>
      <a:lvl4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4pPr>
      <a:lvl5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5pPr>
      <a:lvl6pPr marL="457200" algn="l" rtl="0" eaLnBrk="1" fontAlgn="base" hangingPunct="1">
        <a:lnSpc>
          <a:spcPct val="85000"/>
        </a:lnSpc>
        <a:spcBef>
          <a:spcPct val="0"/>
        </a:spcBef>
        <a:spcAft>
          <a:spcPct val="0"/>
        </a:spcAft>
        <a:defRPr sz="3600" b="1">
          <a:solidFill>
            <a:schemeClr val="accent1"/>
          </a:solidFill>
          <a:latin typeface="Calibri" charset="0"/>
        </a:defRPr>
      </a:lvl6pPr>
      <a:lvl7pPr marL="914400" algn="l" rtl="0" eaLnBrk="1" fontAlgn="base" hangingPunct="1">
        <a:lnSpc>
          <a:spcPct val="85000"/>
        </a:lnSpc>
        <a:spcBef>
          <a:spcPct val="0"/>
        </a:spcBef>
        <a:spcAft>
          <a:spcPct val="0"/>
        </a:spcAft>
        <a:defRPr sz="3600" b="1">
          <a:solidFill>
            <a:schemeClr val="accent1"/>
          </a:solidFill>
          <a:latin typeface="Calibri" charset="0"/>
        </a:defRPr>
      </a:lvl7pPr>
      <a:lvl8pPr marL="1371600" algn="l" rtl="0" eaLnBrk="1" fontAlgn="base" hangingPunct="1">
        <a:lnSpc>
          <a:spcPct val="85000"/>
        </a:lnSpc>
        <a:spcBef>
          <a:spcPct val="0"/>
        </a:spcBef>
        <a:spcAft>
          <a:spcPct val="0"/>
        </a:spcAft>
        <a:defRPr sz="3600" b="1">
          <a:solidFill>
            <a:schemeClr val="accent1"/>
          </a:solidFill>
          <a:latin typeface="Calibri" charset="0"/>
        </a:defRPr>
      </a:lvl8pPr>
      <a:lvl9pPr marL="1828800" algn="l" rtl="0" eaLnBrk="1" fontAlgn="base" hangingPunct="1">
        <a:lnSpc>
          <a:spcPct val="85000"/>
        </a:lnSpc>
        <a:spcBef>
          <a:spcPct val="0"/>
        </a:spcBef>
        <a:spcAft>
          <a:spcPct val="0"/>
        </a:spcAft>
        <a:defRPr sz="3600" b="1">
          <a:solidFill>
            <a:schemeClr val="accent1"/>
          </a:solidFill>
          <a:latin typeface="Calibri" charset="0"/>
        </a:defRPr>
      </a:lvl9pPr>
    </p:titleStyle>
    <p:bodyStyle>
      <a:lvl1pPr marL="342900" indent="-342900" algn="l" rtl="0" eaLnBrk="1" fontAlgn="base" hangingPunct="1">
        <a:lnSpc>
          <a:spcPct val="100000"/>
        </a:lnSpc>
        <a:spcBef>
          <a:spcPts val="600"/>
        </a:spcBef>
        <a:spcAft>
          <a:spcPts val="0"/>
        </a:spcAft>
        <a:buClr>
          <a:schemeClr val="accent4"/>
        </a:buClr>
        <a:buSzPct val="80000"/>
        <a:buFont typeface="Arial" panose="020B0604020202020204" pitchFamily="34" charset="0"/>
        <a:buChar char="•"/>
        <a:defRPr sz="2000" b="0" i="0" kern="1200">
          <a:solidFill>
            <a:schemeClr val="bg1"/>
          </a:solidFill>
          <a:latin typeface="Arial" panose="020B0604020202020204" pitchFamily="34" charset="0"/>
          <a:ea typeface="ＭＳ Ｐゴシック" charset="0"/>
          <a:cs typeface="Arial" panose="020B0604020202020204" pitchFamily="34" charset="0"/>
        </a:defRPr>
      </a:lvl1pPr>
      <a:lvl2pPr marL="581343" indent="-166688"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800" b="0" i="0" kern="1200">
          <a:solidFill>
            <a:schemeClr val="bg1"/>
          </a:solidFill>
          <a:latin typeface="Arial" panose="020B0604020202020204" pitchFamily="34" charset="0"/>
          <a:ea typeface="ＭＳ Ｐゴシック" charset="0"/>
          <a:cs typeface="Arial" panose="020B0604020202020204" pitchFamily="34" charset="0"/>
        </a:defRPr>
      </a:lvl2pPr>
      <a:lvl3pPr marL="855663" indent="-166688"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600" b="0" i="0" kern="1200">
          <a:solidFill>
            <a:schemeClr val="bg1"/>
          </a:solidFill>
          <a:latin typeface="Arial" panose="020B0604020202020204" pitchFamily="34" charset="0"/>
          <a:ea typeface="ＭＳ Ｐゴシック" charset="0"/>
          <a:cs typeface="Arial" panose="020B0604020202020204" pitchFamily="34" charset="0"/>
        </a:defRPr>
      </a:lvl3pPr>
      <a:lvl4pPr marL="1201738" indent="-173038"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600" b="0" i="0" kern="1200">
          <a:solidFill>
            <a:schemeClr val="bg1"/>
          </a:solidFill>
          <a:latin typeface="Arial" panose="020B0604020202020204" pitchFamily="34" charset="0"/>
          <a:ea typeface="ＭＳ Ｐゴシック" charset="0"/>
          <a:cs typeface="Arial" panose="020B0604020202020204" pitchFamily="34" charset="0"/>
        </a:defRPr>
      </a:lvl4pPr>
      <a:lvl5pPr marL="1427163" indent="-168275"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600" b="0" i="0" kern="1200">
          <a:solidFill>
            <a:schemeClr val="bg1"/>
          </a:solidFill>
          <a:latin typeface="Arial" panose="020B0604020202020204" pitchFamily="34" charset="0"/>
          <a:ea typeface="ＭＳ Ｐゴシック" charset="0"/>
          <a:cs typeface="Arial" panose="020B0604020202020204" pitchFamily="34" charset="0"/>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4" orient="horz" pos="210" userDrawn="1">
          <p15:clr>
            <a:srgbClr val="F26B43"/>
          </p15:clr>
        </p15:guide>
        <p15:guide id="5" orient="horz" pos="4110" userDrawn="1">
          <p15:clr>
            <a:srgbClr val="F26B43"/>
          </p15:clr>
        </p15:guide>
        <p15:guide id="6" pos="7469" userDrawn="1">
          <p15:clr>
            <a:srgbClr val="F26B43"/>
          </p15:clr>
        </p15:guide>
        <p15:guide id="7" pos="211" userDrawn="1">
          <p15:clr>
            <a:srgbClr val="F26B43"/>
          </p15:clr>
        </p15:guide>
        <p15:guide id="8" pos="2026" userDrawn="1">
          <p15:clr>
            <a:srgbClr val="F26B43"/>
          </p15:clr>
        </p15:guide>
        <p15:guide id="9" pos="565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8.xml"/></Relationships>
</file>

<file path=ppt/slides/_rels/slide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xml"/><Relationship Id="rId1" Type="http://schemas.openxmlformats.org/officeDocument/2006/relationships/slideLayout" Target="../slideLayouts/slideLayout2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8.xml"/></Relationships>
</file>

<file path=ppt/slides/_rels/slide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6.xml"/><Relationship Id="rId1" Type="http://schemas.openxmlformats.org/officeDocument/2006/relationships/slideLayout" Target="../slideLayouts/slideLayout2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8.xml"/></Relationships>
</file>

<file path=ppt/slides/_rels/slide17.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notesSlide" Target="../notesSlides/notesSlide16.xml"/><Relationship Id="rId1" Type="http://schemas.openxmlformats.org/officeDocument/2006/relationships/slideLayout" Target="../slideLayouts/slideLayout28.xml"/><Relationship Id="rId4" Type="http://schemas.openxmlformats.org/officeDocument/2006/relationships/image" Target="../media/image37.jp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8.xml"/></Relationships>
</file>

<file path=ppt/slides/_rels/slide20.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notesSlide" Target="../notesSlides/notesSlide19.xml"/><Relationship Id="rId1" Type="http://schemas.openxmlformats.org/officeDocument/2006/relationships/slideLayout" Target="../slideLayouts/slideLayout2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272F2-7B4D-556D-DB89-999AA9031C3F}"/>
              </a:ext>
            </a:extLst>
          </p:cNvPr>
          <p:cNvSpPr>
            <a:spLocks noGrp="1"/>
          </p:cNvSpPr>
          <p:nvPr>
            <p:ph type="title"/>
          </p:nvPr>
        </p:nvSpPr>
        <p:spPr/>
        <p:txBody>
          <a:bodyPr/>
          <a:lstStyle/>
          <a:p>
            <a:r>
              <a:rPr lang="en-US" dirty="0"/>
              <a:t>Performance </a:t>
            </a:r>
            <a:br>
              <a:rPr lang="en-US" dirty="0"/>
            </a:br>
            <a:r>
              <a:rPr lang="en-US" dirty="0"/>
              <a:t>Optimization and</a:t>
            </a:r>
            <a:br>
              <a:rPr lang="en-US" dirty="0"/>
            </a:br>
            <a:r>
              <a:rPr lang="en-US" dirty="0"/>
              <a:t>Programming </a:t>
            </a:r>
            <a:br>
              <a:rPr lang="en-US" dirty="0"/>
            </a:br>
            <a:r>
              <a:rPr lang="en-US" dirty="0"/>
              <a:t>Techniques</a:t>
            </a:r>
            <a:endParaRPr lang="en-GB" dirty="0"/>
          </a:p>
        </p:txBody>
      </p:sp>
    </p:spTree>
    <p:extLst>
      <p:ext uri="{BB962C8B-B14F-4D97-AF65-F5344CB8AC3E}">
        <p14:creationId xmlns:p14="http://schemas.microsoft.com/office/powerpoint/2010/main" val="12372458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lstStyle/>
          <a:p>
            <a:pPr marL="0" indent="0">
              <a:lnSpc>
                <a:spcPct val="150000"/>
              </a:lnSpc>
              <a:buNone/>
            </a:pPr>
            <a:endParaRPr lang="en-GB" dirty="0"/>
          </a:p>
          <a:p>
            <a:pPr marL="0" indent="0">
              <a:lnSpc>
                <a:spcPct val="150000"/>
              </a:lnSpc>
              <a:buNone/>
            </a:pPr>
            <a:r>
              <a:rPr lang="en-GB" dirty="0"/>
              <a:t>Mapping Techniques </a:t>
            </a:r>
          </a:p>
          <a:p>
            <a:pPr marL="0" indent="0">
              <a:lnSpc>
                <a:spcPct val="150000"/>
              </a:lnSpc>
              <a:buNone/>
            </a:pPr>
            <a:r>
              <a:rPr lang="en-GB" dirty="0"/>
              <a:t>Vertex Buffer Objects</a:t>
            </a:r>
          </a:p>
          <a:p>
            <a:pPr marL="0" indent="0">
              <a:lnSpc>
                <a:spcPct val="150000"/>
              </a:lnSpc>
              <a:buNone/>
            </a:pPr>
            <a:r>
              <a:rPr lang="en-GB" dirty="0"/>
              <a:t>Mipmapping</a:t>
            </a:r>
          </a:p>
          <a:p>
            <a:pPr marL="0" indent="0">
              <a:lnSpc>
                <a:spcPct val="150000"/>
              </a:lnSpc>
              <a:buNone/>
            </a:pPr>
            <a:r>
              <a:rPr lang="en-GB" dirty="0"/>
              <a:t>Texture Compression</a:t>
            </a:r>
          </a:p>
          <a:p>
            <a:pPr marL="0" indent="0">
              <a:lnSpc>
                <a:spcPct val="150000"/>
              </a:lnSpc>
              <a:buNone/>
            </a:pPr>
            <a:r>
              <a:rPr lang="en-GB" dirty="0"/>
              <a:t>Graphical Assets</a:t>
            </a:r>
          </a:p>
          <a:p>
            <a:pPr marL="0" indent="0">
              <a:lnSpc>
                <a:spcPct val="150000"/>
              </a:lnSpc>
              <a:buNone/>
            </a:pPr>
            <a:r>
              <a:rPr lang="en-GB" dirty="0"/>
              <a:t>Android APK and File Loading</a:t>
            </a:r>
          </a:p>
          <a:p>
            <a:pPr>
              <a:lnSpc>
                <a:spcPct val="150000"/>
              </a:lnSpc>
            </a:pPr>
            <a:endParaRPr lang="en-GB" sz="2000" dirty="0"/>
          </a:p>
        </p:txBody>
      </p:sp>
      <p:sp>
        <p:nvSpPr>
          <p:cNvPr id="3" name="Title 2"/>
          <p:cNvSpPr>
            <a:spLocks noGrp="1"/>
          </p:cNvSpPr>
          <p:nvPr>
            <p:ph type="title"/>
          </p:nvPr>
        </p:nvSpPr>
        <p:spPr/>
        <p:txBody>
          <a:bodyPr>
            <a:normAutofit/>
          </a:bodyPr>
          <a:lstStyle/>
          <a:p>
            <a:r>
              <a:rPr lang="en-GB" dirty="0"/>
              <a:t>Module Syllabus</a:t>
            </a:r>
          </a:p>
        </p:txBody>
      </p:sp>
    </p:spTree>
    <p:extLst>
      <p:ext uri="{BB962C8B-B14F-4D97-AF65-F5344CB8AC3E}">
        <p14:creationId xmlns:p14="http://schemas.microsoft.com/office/powerpoint/2010/main" val="23337644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lstStyle/>
          <a:p>
            <a:endParaRPr lang="en-GB" dirty="0"/>
          </a:p>
          <a:p>
            <a:pPr marL="0" indent="0">
              <a:buNone/>
            </a:pPr>
            <a:r>
              <a:rPr lang="en-GB" dirty="0"/>
              <a:t>A big issue with the development of graphics for mobile devices is finding a balance between complex and dynamic graphics, and performance.</a:t>
            </a:r>
          </a:p>
          <a:p>
            <a:pPr marL="0" indent="0">
              <a:buNone/>
            </a:pPr>
            <a:endParaRPr lang="en-GB" dirty="0"/>
          </a:p>
          <a:p>
            <a:pPr marL="0" indent="0">
              <a:buNone/>
            </a:pPr>
            <a:r>
              <a:rPr lang="en-GB" dirty="0"/>
              <a:t>For a scene to look realistic, it often requires a large number of vertices and calculations, which means that performance suffers.</a:t>
            </a:r>
          </a:p>
          <a:p>
            <a:pPr marL="0" indent="0">
              <a:buNone/>
            </a:pPr>
            <a:endParaRPr lang="en-GB" dirty="0"/>
          </a:p>
          <a:p>
            <a:pPr marL="0" indent="0">
              <a:buNone/>
            </a:pPr>
            <a:r>
              <a:rPr lang="en-GB" dirty="0"/>
              <a:t>On the other hand, too much focus on performance means that the graphics may have to suffer.</a:t>
            </a:r>
          </a:p>
          <a:p>
            <a:pPr marL="0" indent="0">
              <a:buNone/>
            </a:pPr>
            <a:r>
              <a:rPr lang="en-GB" dirty="0"/>
              <a:t>This issue can be dealt with via a number of methods.</a:t>
            </a:r>
          </a:p>
        </p:txBody>
      </p:sp>
      <p:sp>
        <p:nvSpPr>
          <p:cNvPr id="3" name="Title 2"/>
          <p:cNvSpPr>
            <a:spLocks noGrp="1"/>
          </p:cNvSpPr>
          <p:nvPr>
            <p:ph type="title"/>
          </p:nvPr>
        </p:nvSpPr>
        <p:spPr/>
        <p:txBody>
          <a:bodyPr>
            <a:normAutofit/>
          </a:bodyPr>
          <a:lstStyle/>
          <a:p>
            <a:r>
              <a:rPr lang="en-GB" dirty="0"/>
              <a:t>Complexity vs. Performance</a:t>
            </a:r>
          </a:p>
        </p:txBody>
      </p:sp>
    </p:spTree>
    <p:extLst>
      <p:ext uri="{BB962C8B-B14F-4D97-AF65-F5344CB8AC3E}">
        <p14:creationId xmlns:p14="http://schemas.microsoft.com/office/powerpoint/2010/main" val="24195027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lstStyle/>
          <a:p>
            <a:pPr>
              <a:lnSpc>
                <a:spcPct val="150000"/>
              </a:lnSpc>
            </a:pPr>
            <a:endParaRPr lang="en-GB" dirty="0"/>
          </a:p>
          <a:p>
            <a:pPr marL="0" indent="0">
              <a:lnSpc>
                <a:spcPct val="150000"/>
              </a:lnSpc>
              <a:buNone/>
            </a:pPr>
            <a:r>
              <a:rPr lang="en-GB" dirty="0"/>
              <a:t>Bump mapping</a:t>
            </a:r>
          </a:p>
          <a:p>
            <a:pPr lvl="1">
              <a:lnSpc>
                <a:spcPct val="150000"/>
              </a:lnSpc>
            </a:pPr>
            <a:r>
              <a:rPr lang="en-GB" dirty="0"/>
              <a:t>Normal mapping</a:t>
            </a:r>
          </a:p>
          <a:p>
            <a:pPr marL="0" indent="0">
              <a:lnSpc>
                <a:spcPct val="150000"/>
              </a:lnSpc>
              <a:buNone/>
            </a:pPr>
            <a:r>
              <a:rPr lang="en-GB" dirty="0"/>
              <a:t>Vertex Buffer Objects (VBOs)</a:t>
            </a:r>
          </a:p>
          <a:p>
            <a:pPr marL="0" indent="0">
              <a:lnSpc>
                <a:spcPct val="150000"/>
              </a:lnSpc>
              <a:buNone/>
            </a:pPr>
            <a:r>
              <a:rPr lang="en-GB" dirty="0"/>
              <a:t>Mipmapping and compressed textures</a:t>
            </a:r>
          </a:p>
        </p:txBody>
      </p:sp>
      <p:sp>
        <p:nvSpPr>
          <p:cNvPr id="3" name="Title 2"/>
          <p:cNvSpPr>
            <a:spLocks noGrp="1"/>
          </p:cNvSpPr>
          <p:nvPr>
            <p:ph type="title"/>
          </p:nvPr>
        </p:nvSpPr>
        <p:spPr/>
        <p:txBody>
          <a:bodyPr>
            <a:normAutofit/>
          </a:bodyPr>
          <a:lstStyle/>
          <a:p>
            <a:r>
              <a:rPr lang="en-GB" dirty="0"/>
              <a:t>Methods for Increasing Performance and Complexity</a:t>
            </a:r>
          </a:p>
        </p:txBody>
      </p:sp>
    </p:spTree>
    <p:extLst>
      <p:ext uri="{BB962C8B-B14F-4D97-AF65-F5344CB8AC3E}">
        <p14:creationId xmlns:p14="http://schemas.microsoft.com/office/powerpoint/2010/main" val="5945782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lstStyle/>
          <a:p>
            <a:pPr marL="0" indent="0">
              <a:buNone/>
            </a:pPr>
            <a:endParaRPr lang="en-GB" dirty="0"/>
          </a:p>
          <a:p>
            <a:pPr marL="0" indent="0">
              <a:buNone/>
            </a:pPr>
            <a:r>
              <a:rPr lang="en-GB" dirty="0"/>
              <a:t>Bump mapping is a method used to simulate bumps and divots on an object’s surface.</a:t>
            </a:r>
          </a:p>
          <a:p>
            <a:pPr marL="0" indent="0">
              <a:buNone/>
            </a:pPr>
            <a:endParaRPr lang="en-GB" dirty="0"/>
          </a:p>
          <a:p>
            <a:pPr marL="0" indent="0">
              <a:buNone/>
            </a:pPr>
            <a:r>
              <a:rPr lang="en-GB" dirty="0"/>
              <a:t>This is accomplished without altering the model itself. Instead, bump mapping uses light on surface </a:t>
            </a:r>
            <a:r>
              <a:rPr lang="en-GB" dirty="0" err="1"/>
              <a:t>normals</a:t>
            </a:r>
            <a:r>
              <a:rPr lang="en-GB" dirty="0"/>
              <a:t> to create the illusion of displacements on the model.</a:t>
            </a:r>
          </a:p>
        </p:txBody>
      </p:sp>
      <p:sp>
        <p:nvSpPr>
          <p:cNvPr id="3" name="Title 2"/>
          <p:cNvSpPr>
            <a:spLocks noGrp="1"/>
          </p:cNvSpPr>
          <p:nvPr>
            <p:ph type="title"/>
          </p:nvPr>
        </p:nvSpPr>
        <p:spPr/>
        <p:txBody>
          <a:bodyPr>
            <a:normAutofit/>
          </a:bodyPr>
          <a:lstStyle/>
          <a:p>
            <a:r>
              <a:rPr lang="en-GB" dirty="0"/>
              <a:t>Bump Mapping</a:t>
            </a:r>
          </a:p>
        </p:txBody>
      </p:sp>
      <p:pic>
        <p:nvPicPr>
          <p:cNvPr id="1026" name="Picture 2" descr="https://upload.wikimedia.org/wikipedia/commons/4/4e/Bump_map_vs_isosurface2.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27405" y="2949081"/>
            <a:ext cx="5733536" cy="35852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57162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a:xfrm>
            <a:off x="483865" y="1219200"/>
            <a:ext cx="11154300" cy="4680000"/>
          </a:xfrm>
        </p:spPr>
        <p:txBody>
          <a:bodyPr/>
          <a:lstStyle/>
          <a:p>
            <a:pPr marL="0" indent="0">
              <a:buNone/>
            </a:pPr>
            <a:endParaRPr lang="en-GB" dirty="0"/>
          </a:p>
          <a:p>
            <a:pPr marL="0" indent="0">
              <a:buNone/>
            </a:pPr>
            <a:r>
              <a:rPr lang="en-GB" dirty="0"/>
              <a:t>Normal mapping is an implementation of bump mapping.</a:t>
            </a:r>
          </a:p>
          <a:p>
            <a:endParaRPr lang="en-GB" dirty="0"/>
          </a:p>
          <a:p>
            <a:pPr marL="0" indent="0">
              <a:buNone/>
            </a:pPr>
            <a:r>
              <a:rPr lang="en-GB" dirty="0"/>
              <a:t>This is achieved without the use of any extra polygons, meaning, not only is it more graphically complex, it is also comparably better in terms of performance.</a:t>
            </a:r>
          </a:p>
          <a:p>
            <a:endParaRPr lang="en-GB" dirty="0"/>
          </a:p>
          <a:p>
            <a:pPr marL="0" indent="0">
              <a:buNone/>
            </a:pPr>
            <a:r>
              <a:rPr lang="en-GB" dirty="0"/>
              <a:t>Essentially, a complex geometry is crafted using surface </a:t>
            </a:r>
            <a:r>
              <a:rPr lang="en-GB" dirty="0" err="1"/>
              <a:t>normals</a:t>
            </a:r>
            <a:r>
              <a:rPr lang="en-GB" dirty="0"/>
              <a:t> and is then applied to a simple geometry.</a:t>
            </a:r>
          </a:p>
        </p:txBody>
      </p:sp>
      <p:sp>
        <p:nvSpPr>
          <p:cNvPr id="3" name="Title 2"/>
          <p:cNvSpPr>
            <a:spLocks noGrp="1"/>
          </p:cNvSpPr>
          <p:nvPr>
            <p:ph type="title"/>
          </p:nvPr>
        </p:nvSpPr>
        <p:spPr/>
        <p:txBody>
          <a:bodyPr>
            <a:normAutofit/>
          </a:bodyPr>
          <a:lstStyle/>
          <a:p>
            <a:r>
              <a:rPr lang="en-GB" dirty="0"/>
              <a:t>Normal Mapping</a:t>
            </a:r>
          </a:p>
        </p:txBody>
      </p:sp>
    </p:spTree>
    <p:extLst>
      <p:ext uri="{BB962C8B-B14F-4D97-AF65-F5344CB8AC3E}">
        <p14:creationId xmlns:p14="http://schemas.microsoft.com/office/powerpoint/2010/main" val="15708042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Normal Maps</a:t>
            </a:r>
          </a:p>
        </p:txBody>
      </p:sp>
      <p:sp>
        <p:nvSpPr>
          <p:cNvPr id="5" name="Content Placeholder 1"/>
          <p:cNvSpPr txBox="1">
            <a:spLocks/>
          </p:cNvSpPr>
          <p:nvPr/>
        </p:nvSpPr>
        <p:spPr>
          <a:xfrm>
            <a:off x="483865" y="1440000"/>
            <a:ext cx="11154300" cy="4680000"/>
          </a:xfrm>
          <a:prstGeom prst="rect">
            <a:avLst/>
          </a:prstGeom>
        </p:spPr>
        <p:txBody>
          <a:bodyPr vert="horz" lIns="0" tIns="0" rIns="0" bIns="0">
            <a:noAutofit/>
          </a:bodyPr>
          <a:lstStyle>
            <a:lvl1pPr marL="265113" indent="-265113" algn="l" rtl="0" eaLnBrk="1" latinLnBrk="0" hangingPunct="1">
              <a:spcBef>
                <a:spcPts val="400"/>
              </a:spcBef>
              <a:buClr>
                <a:schemeClr val="accent5"/>
              </a:buClr>
              <a:buSzPct val="95000"/>
              <a:buFont typeface="Wingdings" charset="2"/>
              <a:buChar char="§"/>
              <a:defRPr kumimoji="0" sz="2400" b="0" i="0" kern="1200">
                <a:solidFill>
                  <a:schemeClr val="tx1"/>
                </a:solidFill>
                <a:effectLst/>
                <a:latin typeface="Gill Sans MT"/>
                <a:ea typeface="+mn-ea"/>
                <a:cs typeface="Gill Sans MT"/>
              </a:defRPr>
            </a:lvl1pPr>
            <a:lvl2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2pPr>
            <a:lvl3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3pPr>
            <a:lvl4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4pPr>
            <a:lvl5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5pPr>
            <a:lvl6pPr marL="1490472" indent="-182880" algn="l" rtl="0" eaLnBrk="1" latinLnBrk="0" hangingPunct="1">
              <a:spcBef>
                <a:spcPts val="250"/>
              </a:spcBef>
              <a:buClr>
                <a:schemeClr val="accent3">
                  <a:tint val="85000"/>
                  <a:satMod val="275000"/>
                </a:schemeClr>
              </a:buClr>
              <a:buSzPct val="100000"/>
              <a:buFont typeface="Verdana"/>
              <a:buChar char="◦"/>
              <a:defRPr kumimoji="0" sz="1700" kern="1200" baseline="0">
                <a:solidFill>
                  <a:schemeClr val="tx1"/>
                </a:solidFill>
                <a:latin typeface="+mn-lt"/>
                <a:ea typeface="+mn-ea"/>
                <a:cs typeface="+mn-cs"/>
              </a:defRPr>
            </a:lvl6pPr>
            <a:lvl7pPr marL="1700784"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7pPr>
            <a:lvl8pPr marL="1920240" indent="-182880" algn="l" rtl="0" eaLnBrk="1" latinLnBrk="0" hangingPunct="1">
              <a:spcBef>
                <a:spcPts val="257"/>
              </a:spcBef>
              <a:buClr>
                <a:schemeClr val="accent3">
                  <a:tint val="85000"/>
                  <a:satMod val="275000"/>
                </a:schemeClr>
              </a:buClr>
              <a:buSzPct val="100000"/>
              <a:buFont typeface="Verdana"/>
              <a:buChar char="◦"/>
              <a:defRPr kumimoji="0" sz="1500" kern="1200" baseline="0">
                <a:solidFill>
                  <a:schemeClr val="tx1"/>
                </a:solidFill>
                <a:latin typeface="+mn-lt"/>
                <a:ea typeface="+mn-ea"/>
                <a:cs typeface="+mn-cs"/>
              </a:defRPr>
            </a:lvl8pPr>
            <a:lvl9pPr marL="2148840"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9pPr>
          </a:lstStyle>
          <a:p>
            <a:pPr marL="0" indent="0">
              <a:buNone/>
            </a:pPr>
            <a:endParaRPr lang="en-GB" dirty="0">
              <a:solidFill>
                <a:schemeClr val="tx2"/>
              </a:solidFill>
              <a:latin typeface="+mn-lt"/>
              <a:ea typeface="ＭＳ Ｐゴシック" charset="0"/>
            </a:endParaRPr>
          </a:p>
          <a:p>
            <a:pPr marL="0" indent="0">
              <a:buNone/>
            </a:pPr>
            <a:r>
              <a:rPr lang="en-GB" dirty="0">
                <a:solidFill>
                  <a:schemeClr val="tx2"/>
                </a:solidFill>
                <a:latin typeface="+mn-lt"/>
                <a:ea typeface="ＭＳ Ｐゴシック" charset="0"/>
              </a:rPr>
              <a:t>A normal map is a regular texture that determines what the surface normal will be for each pixel:</a:t>
            </a:r>
          </a:p>
        </p:txBody>
      </p:sp>
      <p:pic>
        <p:nvPicPr>
          <p:cNvPr id="6" name="Picture 2" descr="https://upload.wikimedia.org/wikipedia/commons/thumb/2/2e/Normal_map_example_with_scene_and_result.png/1920px-Normal_map_example_with_scene_and_result.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83223" y="2728206"/>
            <a:ext cx="7015955" cy="2338653"/>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4806116" y="5095415"/>
            <a:ext cx="1970166" cy="475500"/>
          </a:xfrm>
          <a:prstGeom prst="rect">
            <a:avLst/>
          </a:prstGeom>
        </p:spPr>
        <p:txBody>
          <a:bodyPr vert="horz" wrap="none" lIns="0" tIns="0" rIns="0" bIns="0" rtlCol="0" anchor="t">
            <a:normAutofit fontScale="92500" lnSpcReduction="10000"/>
          </a:bodyPr>
          <a:lstStyle/>
          <a:p>
            <a:pPr algn="ctr"/>
            <a:r>
              <a:rPr lang="en-GB" dirty="0"/>
              <a:t>Normal map</a:t>
            </a:r>
          </a:p>
          <a:p>
            <a:pPr algn="ctr"/>
            <a:r>
              <a:rPr lang="en-GB" dirty="0"/>
              <a:t>(calculated from the scene)</a:t>
            </a:r>
          </a:p>
        </p:txBody>
      </p:sp>
      <p:sp>
        <p:nvSpPr>
          <p:cNvPr id="8" name="TextBox 7"/>
          <p:cNvSpPr txBox="1"/>
          <p:nvPr/>
        </p:nvSpPr>
        <p:spPr>
          <a:xfrm>
            <a:off x="2687539" y="5120977"/>
            <a:ext cx="939566" cy="318605"/>
          </a:xfrm>
          <a:prstGeom prst="rect">
            <a:avLst/>
          </a:prstGeom>
        </p:spPr>
        <p:txBody>
          <a:bodyPr vert="horz" wrap="none" lIns="0" tIns="0" rIns="0" bIns="0" rtlCol="0" anchor="t">
            <a:normAutofit/>
          </a:bodyPr>
          <a:lstStyle/>
          <a:p>
            <a:r>
              <a:rPr lang="en-GB" dirty="0"/>
              <a:t>Scene</a:t>
            </a:r>
          </a:p>
        </p:txBody>
      </p:sp>
      <p:sp>
        <p:nvSpPr>
          <p:cNvPr id="9" name="TextBox 8"/>
          <p:cNvSpPr txBox="1"/>
          <p:nvPr/>
        </p:nvSpPr>
        <p:spPr>
          <a:xfrm>
            <a:off x="7312423" y="5112035"/>
            <a:ext cx="2639870" cy="373492"/>
          </a:xfrm>
          <a:prstGeom prst="rect">
            <a:avLst/>
          </a:prstGeom>
        </p:spPr>
        <p:txBody>
          <a:bodyPr vert="horz" wrap="none" lIns="0" tIns="0" rIns="0" bIns="0" rtlCol="0" anchor="t">
            <a:normAutofit/>
          </a:bodyPr>
          <a:lstStyle/>
          <a:p>
            <a:r>
              <a:rPr lang="en-GB" sz="1600" dirty="0"/>
              <a:t>Applied to a flat surface</a:t>
            </a:r>
          </a:p>
        </p:txBody>
      </p:sp>
    </p:spTree>
    <p:extLst>
      <p:ext uri="{BB962C8B-B14F-4D97-AF65-F5344CB8AC3E}">
        <p14:creationId xmlns:p14="http://schemas.microsoft.com/office/powerpoint/2010/main" val="21826411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lstStyle/>
          <a:p>
            <a:endParaRPr lang="en-GB" dirty="0"/>
          </a:p>
          <a:p>
            <a:pPr marL="0" indent="0">
              <a:buNone/>
            </a:pPr>
            <a:r>
              <a:rPr lang="en-GB" dirty="0"/>
              <a:t>Because this course looks at mobile programming for Android phones, the amount of bandwidth that the application will use must be considered.</a:t>
            </a:r>
          </a:p>
          <a:p>
            <a:endParaRPr lang="en-GB" dirty="0"/>
          </a:p>
          <a:p>
            <a:pPr marL="0" indent="0">
              <a:buNone/>
            </a:pPr>
            <a:r>
              <a:rPr lang="en-GB" dirty="0"/>
              <a:t>Bandwidth use can be reduced by implementing Vertex Buffer Objects (VBOs).</a:t>
            </a:r>
          </a:p>
          <a:p>
            <a:endParaRPr lang="en-GB" dirty="0"/>
          </a:p>
          <a:p>
            <a:pPr marL="0" indent="0">
              <a:buNone/>
            </a:pPr>
            <a:r>
              <a:rPr lang="en-GB" dirty="0"/>
              <a:t>Typically, attributes are stored in main memory, then uploaded to the GPU for every frame to be rendered.</a:t>
            </a:r>
          </a:p>
          <a:p>
            <a:endParaRPr lang="en-GB" dirty="0"/>
          </a:p>
          <a:p>
            <a:pPr marL="0" indent="0">
              <a:buNone/>
            </a:pPr>
            <a:r>
              <a:rPr lang="en-GB" dirty="0"/>
              <a:t>VBOs allow for a single data upload.</a:t>
            </a:r>
          </a:p>
          <a:p>
            <a:endParaRPr lang="en-GB" dirty="0"/>
          </a:p>
          <a:p>
            <a:endParaRPr lang="en-GB" dirty="0"/>
          </a:p>
        </p:txBody>
      </p:sp>
      <p:sp>
        <p:nvSpPr>
          <p:cNvPr id="3" name="Title 2"/>
          <p:cNvSpPr>
            <a:spLocks noGrp="1"/>
          </p:cNvSpPr>
          <p:nvPr>
            <p:ph type="title"/>
          </p:nvPr>
        </p:nvSpPr>
        <p:spPr/>
        <p:txBody>
          <a:bodyPr>
            <a:normAutofit/>
          </a:bodyPr>
          <a:lstStyle/>
          <a:p>
            <a:r>
              <a:rPr lang="en-GB" dirty="0"/>
              <a:t>Vertex Buffer Objects (VBO)</a:t>
            </a:r>
          </a:p>
        </p:txBody>
      </p:sp>
    </p:spTree>
    <p:extLst>
      <p:ext uri="{BB962C8B-B14F-4D97-AF65-F5344CB8AC3E}">
        <p14:creationId xmlns:p14="http://schemas.microsoft.com/office/powerpoint/2010/main" val="36899506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lstStyle/>
          <a:p>
            <a:endParaRPr lang="en-GB" dirty="0"/>
          </a:p>
          <a:p>
            <a:pPr marL="0" indent="0">
              <a:buNone/>
            </a:pPr>
            <a:r>
              <a:rPr lang="en-GB" dirty="0"/>
              <a:t>OpenGL ES provides a number of functions to ease use of VBOs in the application.</a:t>
            </a:r>
          </a:p>
          <a:p>
            <a:endParaRPr lang="en-GB" dirty="0"/>
          </a:p>
          <a:p>
            <a:pPr marL="0" indent="0">
              <a:buNone/>
            </a:pPr>
            <a:r>
              <a:rPr lang="en-GB" dirty="0"/>
              <a:t>The first helpful function is the generate buffer command:</a:t>
            </a:r>
          </a:p>
          <a:p>
            <a:endParaRPr lang="en-GB" dirty="0"/>
          </a:p>
          <a:p>
            <a:endParaRPr lang="en-GB" dirty="0"/>
          </a:p>
          <a:p>
            <a:endParaRPr lang="en-GB" dirty="0"/>
          </a:p>
          <a:p>
            <a:endParaRPr lang="en-GB" dirty="0"/>
          </a:p>
          <a:p>
            <a:pPr marL="0" indent="0">
              <a:buNone/>
            </a:pPr>
            <a:r>
              <a:rPr lang="en-GB" dirty="0"/>
              <a:t>This line generates a new vertex buffer object and returns its ID.</a:t>
            </a:r>
          </a:p>
          <a:p>
            <a:endParaRPr lang="en-GB" dirty="0"/>
          </a:p>
          <a:p>
            <a:pPr marL="0" indent="0">
              <a:buNone/>
            </a:pPr>
            <a:r>
              <a:rPr lang="en-GB" dirty="0"/>
              <a:t>It takes two parameters: an </a:t>
            </a:r>
            <a:r>
              <a:rPr lang="en-GB" dirty="0" err="1"/>
              <a:t>int</a:t>
            </a:r>
            <a:r>
              <a:rPr lang="en-GB" dirty="0"/>
              <a:t> representing the number of buffers to be created, and a pointer to an array that will hold their IDs.</a:t>
            </a:r>
          </a:p>
          <a:p>
            <a:endParaRPr lang="en-GB" dirty="0"/>
          </a:p>
        </p:txBody>
      </p:sp>
      <p:sp>
        <p:nvSpPr>
          <p:cNvPr id="3" name="Title 2"/>
          <p:cNvSpPr>
            <a:spLocks noGrp="1"/>
          </p:cNvSpPr>
          <p:nvPr>
            <p:ph type="title"/>
          </p:nvPr>
        </p:nvSpPr>
        <p:spPr/>
        <p:txBody>
          <a:bodyPr>
            <a:normAutofit/>
          </a:bodyPr>
          <a:lstStyle/>
          <a:p>
            <a:r>
              <a:rPr lang="en-GB" dirty="0"/>
              <a:t>VBO Functions</a:t>
            </a:r>
          </a:p>
        </p:txBody>
      </p:sp>
      <p:sp>
        <p:nvSpPr>
          <p:cNvPr id="4" name="Rectangle 3"/>
          <p:cNvSpPr/>
          <p:nvPr/>
        </p:nvSpPr>
        <p:spPr>
          <a:xfrm>
            <a:off x="2743200" y="3048000"/>
            <a:ext cx="5105400" cy="369332"/>
          </a:xfrm>
          <a:prstGeom prst="rect">
            <a:avLst/>
          </a:prstGeom>
        </p:spPr>
        <p:txBody>
          <a:bodyPr wrap="square">
            <a:spAutoFit/>
          </a:bodyPr>
          <a:lstStyle/>
          <a:p>
            <a:r>
              <a:rPr lang="en-GB" dirty="0"/>
              <a:t> </a:t>
            </a:r>
            <a:r>
              <a:rPr lang="en-GB" b="1" dirty="0" err="1">
                <a:solidFill>
                  <a:srgbClr val="FF0000"/>
                </a:solidFill>
              </a:rPr>
              <a:t>glGenBuffer</a:t>
            </a:r>
            <a:r>
              <a:rPr lang="en-GB" b="1" dirty="0">
                <a:solidFill>
                  <a:srgbClr val="FF0000"/>
                </a:solidFill>
              </a:rPr>
              <a:t>(2, </a:t>
            </a:r>
            <a:r>
              <a:rPr lang="en-GB" b="1" dirty="0" err="1">
                <a:solidFill>
                  <a:srgbClr val="FF0000"/>
                </a:solidFill>
              </a:rPr>
              <a:t>vboBufferIds</a:t>
            </a:r>
            <a:r>
              <a:rPr lang="en-GB" b="1" dirty="0">
                <a:solidFill>
                  <a:srgbClr val="FF0000"/>
                </a:solidFill>
              </a:rPr>
              <a:t>[0]);</a:t>
            </a:r>
            <a:endParaRPr lang="en-GB" dirty="0">
              <a:solidFill>
                <a:srgbClr val="FF0000"/>
              </a:solidFill>
            </a:endParaRPr>
          </a:p>
        </p:txBody>
      </p:sp>
    </p:spTree>
    <p:extLst>
      <p:ext uri="{BB962C8B-B14F-4D97-AF65-F5344CB8AC3E}">
        <p14:creationId xmlns:p14="http://schemas.microsoft.com/office/powerpoint/2010/main" val="35473901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lstStyle/>
          <a:p>
            <a:endParaRPr lang="en-GB" dirty="0"/>
          </a:p>
          <a:p>
            <a:pPr marL="0" indent="0">
              <a:buNone/>
            </a:pPr>
            <a:r>
              <a:rPr lang="en-GB" dirty="0"/>
              <a:t>Another useful function is the bind buffer command:</a:t>
            </a:r>
          </a:p>
          <a:p>
            <a:endParaRPr lang="en-GB" dirty="0"/>
          </a:p>
          <a:p>
            <a:endParaRPr lang="en-GB" dirty="0"/>
          </a:p>
          <a:p>
            <a:endParaRPr lang="en-GB" dirty="0"/>
          </a:p>
          <a:p>
            <a:endParaRPr lang="en-GB" dirty="0"/>
          </a:p>
          <a:p>
            <a:pPr marL="0" indent="0">
              <a:buNone/>
            </a:pPr>
            <a:r>
              <a:rPr lang="en-GB" dirty="0"/>
              <a:t>This function selects a buffer as the active vertex buffer object.</a:t>
            </a:r>
          </a:p>
          <a:p>
            <a:endParaRPr lang="en-GB" dirty="0"/>
          </a:p>
          <a:p>
            <a:pPr marL="0" indent="0">
              <a:buNone/>
            </a:pPr>
            <a:r>
              <a:rPr lang="en-GB" dirty="0"/>
              <a:t>It takes two parameters:  a predefined </a:t>
            </a:r>
            <a:r>
              <a:rPr lang="en-GB" dirty="0" err="1"/>
              <a:t>enum</a:t>
            </a:r>
            <a:r>
              <a:rPr lang="en-GB" dirty="0"/>
              <a:t> target, and one of the buffers from the buffer array:</a:t>
            </a:r>
          </a:p>
          <a:p>
            <a:endParaRPr lang="en-GB" dirty="0"/>
          </a:p>
          <a:p>
            <a:pPr marL="0" indent="0">
              <a:buNone/>
            </a:pPr>
            <a:r>
              <a:rPr lang="en-GB" dirty="0"/>
              <a:t>GL_ARRAY_BUFFER or GL_ELEMENT_ARRAY_BUFFER</a:t>
            </a:r>
          </a:p>
        </p:txBody>
      </p:sp>
      <p:sp>
        <p:nvSpPr>
          <p:cNvPr id="3" name="Title 2"/>
          <p:cNvSpPr>
            <a:spLocks noGrp="1"/>
          </p:cNvSpPr>
          <p:nvPr>
            <p:ph type="title"/>
          </p:nvPr>
        </p:nvSpPr>
        <p:spPr/>
        <p:txBody>
          <a:bodyPr>
            <a:normAutofit/>
          </a:bodyPr>
          <a:lstStyle/>
          <a:p>
            <a:r>
              <a:rPr lang="en-GB" dirty="0"/>
              <a:t>VBO Functions</a:t>
            </a:r>
          </a:p>
        </p:txBody>
      </p:sp>
      <p:sp>
        <p:nvSpPr>
          <p:cNvPr id="4" name="Rectangle 3"/>
          <p:cNvSpPr/>
          <p:nvPr/>
        </p:nvSpPr>
        <p:spPr>
          <a:xfrm>
            <a:off x="2895601" y="2069068"/>
            <a:ext cx="5093382" cy="369332"/>
          </a:xfrm>
          <a:prstGeom prst="rect">
            <a:avLst/>
          </a:prstGeom>
        </p:spPr>
        <p:txBody>
          <a:bodyPr wrap="none">
            <a:spAutoFit/>
          </a:bodyPr>
          <a:lstStyle/>
          <a:p>
            <a:r>
              <a:rPr lang="en-GB" dirty="0"/>
              <a:t> </a:t>
            </a:r>
            <a:r>
              <a:rPr lang="en-GB" b="1" dirty="0" err="1">
                <a:solidFill>
                  <a:srgbClr val="FF0000"/>
                </a:solidFill>
              </a:rPr>
              <a:t>glBindBuffer</a:t>
            </a:r>
            <a:r>
              <a:rPr lang="en-GB" b="1" dirty="0">
                <a:solidFill>
                  <a:srgbClr val="FF0000"/>
                </a:solidFill>
              </a:rPr>
              <a:t>(GL_ARRAY_BUFFER, </a:t>
            </a:r>
            <a:r>
              <a:rPr lang="en-GB" b="1" dirty="0" err="1">
                <a:solidFill>
                  <a:srgbClr val="FF0000"/>
                </a:solidFill>
              </a:rPr>
              <a:t>vboBufferIds</a:t>
            </a:r>
            <a:r>
              <a:rPr lang="en-GB" b="1" dirty="0">
                <a:solidFill>
                  <a:srgbClr val="FF0000"/>
                </a:solidFill>
              </a:rPr>
              <a:t>[0]);</a:t>
            </a:r>
            <a:endParaRPr lang="en-GB" dirty="0">
              <a:solidFill>
                <a:srgbClr val="FF0000"/>
              </a:solidFill>
            </a:endParaRPr>
          </a:p>
        </p:txBody>
      </p:sp>
    </p:spTree>
    <p:extLst>
      <p:ext uri="{BB962C8B-B14F-4D97-AF65-F5344CB8AC3E}">
        <p14:creationId xmlns:p14="http://schemas.microsoft.com/office/powerpoint/2010/main" val="22823137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lstStyle/>
          <a:p>
            <a:endParaRPr lang="en-GB" dirty="0"/>
          </a:p>
          <a:p>
            <a:pPr marL="0" indent="0">
              <a:buNone/>
            </a:pPr>
            <a:r>
              <a:rPr lang="en-GB" dirty="0"/>
              <a:t>The final function examined in this module is the buffer data function.</a:t>
            </a:r>
          </a:p>
          <a:p>
            <a:endParaRPr lang="en-GB" dirty="0"/>
          </a:p>
          <a:p>
            <a:endParaRPr lang="en-GB" dirty="0"/>
          </a:p>
          <a:p>
            <a:endParaRPr lang="en-GB" dirty="0"/>
          </a:p>
          <a:p>
            <a:endParaRPr lang="en-GB" dirty="0"/>
          </a:p>
          <a:p>
            <a:pPr marL="0" indent="0">
              <a:buNone/>
            </a:pPr>
            <a:r>
              <a:rPr lang="en-GB" dirty="0"/>
              <a:t>This function uploads data to the active vertex buffer object just selected.</a:t>
            </a:r>
          </a:p>
          <a:p>
            <a:endParaRPr lang="en-GB" dirty="0"/>
          </a:p>
          <a:p>
            <a:pPr marL="0" indent="0">
              <a:buNone/>
            </a:pPr>
            <a:r>
              <a:rPr lang="en-GB" dirty="0"/>
              <a:t>It takes four parameters:  one of the predefined </a:t>
            </a:r>
            <a:r>
              <a:rPr lang="en-GB" dirty="0" err="1"/>
              <a:t>enum</a:t>
            </a:r>
            <a:r>
              <a:rPr lang="en-GB" dirty="0"/>
              <a:t> targets, the size of the vertex buffer, the data to be stored in the buffer, and another </a:t>
            </a:r>
            <a:r>
              <a:rPr lang="en-GB" dirty="0" err="1"/>
              <a:t>enum</a:t>
            </a:r>
            <a:r>
              <a:rPr lang="en-GB" dirty="0"/>
              <a:t> telling OpenGL ES how the buffer will be used:</a:t>
            </a:r>
          </a:p>
          <a:p>
            <a:endParaRPr lang="en-GB" dirty="0"/>
          </a:p>
          <a:p>
            <a:pPr marL="0" indent="0">
              <a:buNone/>
            </a:pPr>
            <a:r>
              <a:rPr lang="en-GB" dirty="0"/>
              <a:t>GL_STATIC_DRAW, GL_DYNAMIC_DRAW, AND GL_STREAM_DRAW</a:t>
            </a:r>
          </a:p>
          <a:p>
            <a:endParaRPr lang="en-GB" dirty="0"/>
          </a:p>
        </p:txBody>
      </p:sp>
      <p:sp>
        <p:nvSpPr>
          <p:cNvPr id="3" name="Title 2"/>
          <p:cNvSpPr>
            <a:spLocks noGrp="1"/>
          </p:cNvSpPr>
          <p:nvPr>
            <p:ph type="title"/>
          </p:nvPr>
        </p:nvSpPr>
        <p:spPr/>
        <p:txBody>
          <a:bodyPr>
            <a:normAutofit/>
          </a:bodyPr>
          <a:lstStyle/>
          <a:p>
            <a:r>
              <a:rPr lang="en-GB" dirty="0"/>
              <a:t>VBO Functions</a:t>
            </a:r>
          </a:p>
        </p:txBody>
      </p:sp>
      <p:sp>
        <p:nvSpPr>
          <p:cNvPr id="4" name="Rectangle 3"/>
          <p:cNvSpPr/>
          <p:nvPr/>
        </p:nvSpPr>
        <p:spPr>
          <a:xfrm>
            <a:off x="1066800" y="2057400"/>
            <a:ext cx="11201400" cy="369332"/>
          </a:xfrm>
          <a:prstGeom prst="rect">
            <a:avLst/>
          </a:prstGeom>
        </p:spPr>
        <p:txBody>
          <a:bodyPr wrap="square">
            <a:spAutoFit/>
          </a:bodyPr>
          <a:lstStyle/>
          <a:p>
            <a:r>
              <a:rPr lang="en-GB" dirty="0"/>
              <a:t> </a:t>
            </a:r>
            <a:r>
              <a:rPr lang="en-GB" b="1" dirty="0">
                <a:solidFill>
                  <a:srgbClr val="FF0000"/>
                </a:solidFill>
              </a:rPr>
              <a:t>glBufferData(GL_ARRAY_BUFFER, vertexBufferSize, cubeVertices, GL_STATIC_DRAW);</a:t>
            </a:r>
            <a:endParaRPr lang="en-GB" dirty="0">
              <a:solidFill>
                <a:srgbClr val="FF0000"/>
              </a:solidFill>
            </a:endParaRPr>
          </a:p>
        </p:txBody>
      </p:sp>
    </p:spTree>
    <p:extLst>
      <p:ext uri="{BB962C8B-B14F-4D97-AF65-F5344CB8AC3E}">
        <p14:creationId xmlns:p14="http://schemas.microsoft.com/office/powerpoint/2010/main" val="31868970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lstStyle/>
          <a:p>
            <a:endParaRPr lang="en-GB" dirty="0"/>
          </a:p>
          <a:p>
            <a:pPr marL="0" indent="0">
              <a:buNone/>
            </a:pPr>
            <a:r>
              <a:rPr lang="en-GB" dirty="0"/>
              <a:t>Mipmapping is a technique that takes an original, full-scale, high resolution image and generates several lower-res images to accompany the original image in a set. </a:t>
            </a:r>
          </a:p>
          <a:p>
            <a:endParaRPr lang="en-GB" dirty="0"/>
          </a:p>
          <a:p>
            <a:pPr marL="0" indent="0">
              <a:buNone/>
            </a:pPr>
            <a:r>
              <a:rPr lang="en-GB" dirty="0"/>
              <a:t>Each image is a power of two smaller than its predecessor.</a:t>
            </a:r>
          </a:p>
          <a:p>
            <a:endParaRPr lang="en-GB" dirty="0"/>
          </a:p>
          <a:p>
            <a:pPr marL="0" indent="0">
              <a:buNone/>
            </a:pPr>
            <a:r>
              <a:rPr lang="en-GB" dirty="0"/>
              <a:t>For example, one image, but different resolutions: a 512 x 512 pixel version, a 256 x 256 pixel version, a 128 x 128 pixel version, etc.</a:t>
            </a:r>
          </a:p>
          <a:p>
            <a:endParaRPr lang="en-GB" dirty="0"/>
          </a:p>
          <a:p>
            <a:pPr marL="0" indent="0">
              <a:buNone/>
            </a:pPr>
            <a:r>
              <a:rPr lang="en-GB" dirty="0"/>
              <a:t>How is this useful in graphics development?</a:t>
            </a:r>
          </a:p>
        </p:txBody>
      </p:sp>
      <p:sp>
        <p:nvSpPr>
          <p:cNvPr id="3" name="Title 2"/>
          <p:cNvSpPr>
            <a:spLocks noGrp="1"/>
          </p:cNvSpPr>
          <p:nvPr>
            <p:ph type="title"/>
          </p:nvPr>
        </p:nvSpPr>
        <p:spPr/>
        <p:txBody>
          <a:bodyPr>
            <a:normAutofit/>
          </a:bodyPr>
          <a:lstStyle/>
          <a:p>
            <a:r>
              <a:rPr lang="en-GB" dirty="0"/>
              <a:t>Mipmapping</a:t>
            </a:r>
          </a:p>
        </p:txBody>
      </p:sp>
    </p:spTree>
    <p:extLst>
      <p:ext uri="{BB962C8B-B14F-4D97-AF65-F5344CB8AC3E}">
        <p14:creationId xmlns:p14="http://schemas.microsoft.com/office/powerpoint/2010/main" val="35196305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lstStyle/>
          <a:p>
            <a:endParaRPr lang="en-GB" dirty="0"/>
          </a:p>
          <a:p>
            <a:pPr marL="0" indent="0">
              <a:buNone/>
            </a:pPr>
            <a:r>
              <a:rPr lang="en-GB" dirty="0"/>
              <a:t>If a texture was, say, 512 x 512 pixels, the developer may wish to use it on a particular object that might not be the same pixels size.</a:t>
            </a:r>
          </a:p>
          <a:p>
            <a:endParaRPr lang="en-GB" dirty="0"/>
          </a:p>
          <a:p>
            <a:pPr marL="0" indent="0">
              <a:buNone/>
            </a:pPr>
            <a:r>
              <a:rPr lang="en-GB" dirty="0"/>
              <a:t>OpenGL ES would try to fit a 512 x 512 pixel texture to a smaller shape, which is not very efficient.</a:t>
            </a:r>
          </a:p>
          <a:p>
            <a:endParaRPr lang="en-GB" dirty="0"/>
          </a:p>
          <a:p>
            <a:pPr marL="0" indent="0">
              <a:buNone/>
            </a:pPr>
            <a:r>
              <a:rPr lang="en-GB" dirty="0"/>
              <a:t>But if the same texture was available in many different sizes, scaling down by a power of two each time, then the developer could apply the texture that is the most suitable size for that object.</a:t>
            </a:r>
          </a:p>
        </p:txBody>
      </p:sp>
      <p:sp>
        <p:nvSpPr>
          <p:cNvPr id="3" name="Title 2"/>
          <p:cNvSpPr>
            <a:spLocks noGrp="1"/>
          </p:cNvSpPr>
          <p:nvPr>
            <p:ph type="title"/>
          </p:nvPr>
        </p:nvSpPr>
        <p:spPr/>
        <p:txBody>
          <a:bodyPr>
            <a:normAutofit/>
          </a:bodyPr>
          <a:lstStyle/>
          <a:p>
            <a:r>
              <a:rPr lang="en-GB" dirty="0"/>
              <a:t>Mipmapping</a:t>
            </a:r>
          </a:p>
        </p:txBody>
      </p:sp>
    </p:spTree>
    <p:extLst>
      <p:ext uri="{BB962C8B-B14F-4D97-AF65-F5344CB8AC3E}">
        <p14:creationId xmlns:p14="http://schemas.microsoft.com/office/powerpoint/2010/main" val="18915469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a:xfrm>
            <a:off x="483865" y="1440000"/>
            <a:ext cx="11154300" cy="2065200"/>
          </a:xfrm>
        </p:spPr>
        <p:txBody>
          <a:bodyPr/>
          <a:lstStyle/>
          <a:p>
            <a:r>
              <a:rPr lang="en-GB" dirty="0"/>
              <a:t>It is possible to provide OpenGL ES with compressed textures that have a much smaller file size than uncompressed version, therefore saving bandwidth.</a:t>
            </a:r>
          </a:p>
          <a:p>
            <a:endParaRPr lang="en-GB" dirty="0"/>
          </a:p>
          <a:p>
            <a:r>
              <a:rPr lang="en-GB" dirty="0"/>
              <a:t>An example is the Ericsson Texture Compression (ETC) format:</a:t>
            </a:r>
          </a:p>
          <a:p>
            <a:pPr lvl="1"/>
            <a:r>
              <a:rPr lang="en-GB" dirty="0"/>
              <a:t>Works on most GPUs</a:t>
            </a:r>
          </a:p>
          <a:p>
            <a:pPr lvl="1"/>
            <a:endParaRPr lang="en-GB" dirty="0"/>
          </a:p>
        </p:txBody>
      </p:sp>
      <p:sp>
        <p:nvSpPr>
          <p:cNvPr id="3" name="Title 2"/>
          <p:cNvSpPr>
            <a:spLocks noGrp="1"/>
          </p:cNvSpPr>
          <p:nvPr>
            <p:ph type="title"/>
          </p:nvPr>
        </p:nvSpPr>
        <p:spPr/>
        <p:txBody>
          <a:bodyPr>
            <a:normAutofit/>
          </a:bodyPr>
          <a:lstStyle/>
          <a:p>
            <a:r>
              <a:rPr lang="en-GB" dirty="0"/>
              <a:t>Compressed Textures</a:t>
            </a:r>
          </a:p>
        </p:txBody>
      </p:sp>
      <p:sp>
        <p:nvSpPr>
          <p:cNvPr id="4" name="Content Placeholder 1"/>
          <p:cNvSpPr txBox="1">
            <a:spLocks/>
          </p:cNvSpPr>
          <p:nvPr/>
        </p:nvSpPr>
        <p:spPr>
          <a:xfrm>
            <a:off x="484403" y="3802200"/>
            <a:ext cx="11154300" cy="2065200"/>
          </a:xfrm>
          <a:prstGeom prst="rect">
            <a:avLst/>
          </a:prstGeom>
        </p:spPr>
        <p:txBody>
          <a:bodyPr vert="horz" lIns="0" tIns="0" rIns="0" bIns="0">
            <a:noAutofit/>
          </a:bodyPr>
          <a:lstStyle>
            <a:lvl1pPr marL="265113" indent="-265113" algn="l" rtl="0" eaLnBrk="1" latinLnBrk="0" hangingPunct="1">
              <a:spcBef>
                <a:spcPts val="400"/>
              </a:spcBef>
              <a:buClr>
                <a:schemeClr val="accent5"/>
              </a:buClr>
              <a:buSzPct val="95000"/>
              <a:buFont typeface="Wingdings" charset="2"/>
              <a:buChar char="§"/>
              <a:defRPr kumimoji="0" sz="2400" b="0" i="0" kern="1200">
                <a:solidFill>
                  <a:schemeClr val="tx1"/>
                </a:solidFill>
                <a:effectLst/>
                <a:latin typeface="Gill Sans MT"/>
                <a:ea typeface="+mn-ea"/>
                <a:cs typeface="Gill Sans MT"/>
              </a:defRPr>
            </a:lvl1pPr>
            <a:lvl2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2pPr>
            <a:lvl3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3pPr>
            <a:lvl4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4pPr>
            <a:lvl5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5pPr>
            <a:lvl6pPr marL="1490472" indent="-182880" algn="l" rtl="0" eaLnBrk="1" latinLnBrk="0" hangingPunct="1">
              <a:spcBef>
                <a:spcPts val="250"/>
              </a:spcBef>
              <a:buClr>
                <a:schemeClr val="accent3">
                  <a:tint val="85000"/>
                  <a:satMod val="275000"/>
                </a:schemeClr>
              </a:buClr>
              <a:buSzPct val="100000"/>
              <a:buFont typeface="Verdana"/>
              <a:buChar char="◦"/>
              <a:defRPr kumimoji="0" sz="1700" kern="1200" baseline="0">
                <a:solidFill>
                  <a:schemeClr val="tx1"/>
                </a:solidFill>
                <a:latin typeface="+mn-lt"/>
                <a:ea typeface="+mn-ea"/>
                <a:cs typeface="+mn-cs"/>
              </a:defRPr>
            </a:lvl6pPr>
            <a:lvl7pPr marL="1700784"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7pPr>
            <a:lvl8pPr marL="1920240" indent="-182880" algn="l" rtl="0" eaLnBrk="1" latinLnBrk="0" hangingPunct="1">
              <a:spcBef>
                <a:spcPts val="257"/>
              </a:spcBef>
              <a:buClr>
                <a:schemeClr val="accent3">
                  <a:tint val="85000"/>
                  <a:satMod val="275000"/>
                </a:schemeClr>
              </a:buClr>
              <a:buSzPct val="100000"/>
              <a:buFont typeface="Verdana"/>
              <a:buChar char="◦"/>
              <a:defRPr kumimoji="0" sz="1500" kern="1200" baseline="0">
                <a:solidFill>
                  <a:schemeClr val="tx1"/>
                </a:solidFill>
                <a:latin typeface="+mn-lt"/>
                <a:ea typeface="+mn-ea"/>
                <a:cs typeface="+mn-cs"/>
              </a:defRPr>
            </a:lvl8pPr>
            <a:lvl9pPr marL="2148840"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9pPr>
          </a:lstStyle>
          <a:p>
            <a:pPr>
              <a:spcAft>
                <a:spcPts val="0"/>
              </a:spcAft>
              <a:buClr>
                <a:srgbClr val="6E2FF1"/>
              </a:buClr>
              <a:buSzPct val="80000"/>
              <a:buFont typeface="Arial" panose="020B0604020202020204" pitchFamily="34" charset="0"/>
              <a:buChar char="•"/>
            </a:pPr>
            <a:r>
              <a:rPr lang="en-GB" sz="2000" dirty="0">
                <a:latin typeface="Arial" panose="020B0604020202020204" pitchFamily="34" charset="0"/>
                <a:ea typeface="ＭＳ Ｐゴシック" charset="0"/>
                <a:cs typeface="Arial" panose="020B0604020202020204" pitchFamily="34" charset="0"/>
              </a:rPr>
              <a:t>Industry is moving towards use of ASTC as the main format:</a:t>
            </a:r>
          </a:p>
          <a:p>
            <a:pPr lvl="1">
              <a:spcAft>
                <a:spcPts val="0"/>
              </a:spcAft>
              <a:buClr>
                <a:srgbClr val="6E2FF1"/>
              </a:buClr>
              <a:buSzPct val="80000"/>
              <a:buFont typeface="Arial" panose="020B0604020202020204" pitchFamily="34" charset="0"/>
              <a:buChar char="•"/>
            </a:pPr>
            <a:r>
              <a:rPr lang="en-GB" sz="1800" dirty="0">
                <a:latin typeface="Arial" panose="020B0604020202020204" pitchFamily="34" charset="0"/>
                <a:ea typeface="ＭＳ Ｐゴシック" charset="0"/>
                <a:cs typeface="Arial" panose="020B0604020202020204" pitchFamily="34" charset="0"/>
              </a:rPr>
              <a:t>Greater compression results than ETC</a:t>
            </a:r>
          </a:p>
        </p:txBody>
      </p:sp>
    </p:spTree>
    <p:extLst>
      <p:ext uri="{BB962C8B-B14F-4D97-AF65-F5344CB8AC3E}">
        <p14:creationId xmlns:p14="http://schemas.microsoft.com/office/powerpoint/2010/main" val="14222969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a:xfrm>
            <a:off x="483865" y="1440000"/>
            <a:ext cx="11154300" cy="846000"/>
          </a:xfrm>
        </p:spPr>
        <p:txBody>
          <a:bodyPr/>
          <a:lstStyle/>
          <a:p>
            <a:pPr marL="0" indent="0">
              <a:buNone/>
            </a:pPr>
            <a:r>
              <a:rPr lang="en-GB" dirty="0"/>
              <a:t>First, compress the texture:</a:t>
            </a:r>
          </a:p>
          <a:p>
            <a:pPr lvl="1"/>
            <a:r>
              <a:rPr lang="en-GB" dirty="0"/>
              <a:t>This can be done using the Mali Texture Compression Tool.</a:t>
            </a:r>
          </a:p>
        </p:txBody>
      </p:sp>
      <p:sp>
        <p:nvSpPr>
          <p:cNvPr id="3" name="Title 2"/>
          <p:cNvSpPr>
            <a:spLocks noGrp="1"/>
          </p:cNvSpPr>
          <p:nvPr>
            <p:ph type="title"/>
          </p:nvPr>
        </p:nvSpPr>
        <p:spPr/>
        <p:txBody>
          <a:bodyPr>
            <a:normAutofit/>
          </a:bodyPr>
          <a:lstStyle/>
          <a:p>
            <a:r>
              <a:rPr lang="en-GB" dirty="0"/>
              <a:t>Generating ETC Compressed Textures</a:t>
            </a:r>
          </a:p>
        </p:txBody>
      </p:sp>
      <p:sp>
        <p:nvSpPr>
          <p:cNvPr id="4" name="Content Placeholder 1"/>
          <p:cNvSpPr txBox="1">
            <a:spLocks/>
          </p:cNvSpPr>
          <p:nvPr/>
        </p:nvSpPr>
        <p:spPr>
          <a:xfrm>
            <a:off x="487988" y="2583000"/>
            <a:ext cx="11154300" cy="846000"/>
          </a:xfrm>
          <a:prstGeom prst="rect">
            <a:avLst/>
          </a:prstGeom>
        </p:spPr>
        <p:txBody>
          <a:bodyPr vert="horz" lIns="0" tIns="0" rIns="0" bIns="0">
            <a:noAutofit/>
          </a:bodyPr>
          <a:lstStyle>
            <a:lvl1pPr marL="265113" indent="-265113" algn="l" rtl="0" eaLnBrk="1" latinLnBrk="0" hangingPunct="1">
              <a:spcBef>
                <a:spcPts val="400"/>
              </a:spcBef>
              <a:buClr>
                <a:schemeClr val="accent5"/>
              </a:buClr>
              <a:buSzPct val="95000"/>
              <a:buFont typeface="Wingdings" charset="2"/>
              <a:buChar char="§"/>
              <a:defRPr kumimoji="0" sz="2400" b="0" i="0" kern="1200">
                <a:solidFill>
                  <a:schemeClr val="tx1"/>
                </a:solidFill>
                <a:effectLst/>
                <a:latin typeface="Gill Sans MT"/>
                <a:ea typeface="+mn-ea"/>
                <a:cs typeface="Gill Sans MT"/>
              </a:defRPr>
            </a:lvl1pPr>
            <a:lvl2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2pPr>
            <a:lvl3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3pPr>
            <a:lvl4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4pPr>
            <a:lvl5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5pPr>
            <a:lvl6pPr marL="1490472" indent="-182880" algn="l" rtl="0" eaLnBrk="1" latinLnBrk="0" hangingPunct="1">
              <a:spcBef>
                <a:spcPts val="250"/>
              </a:spcBef>
              <a:buClr>
                <a:schemeClr val="accent3">
                  <a:tint val="85000"/>
                  <a:satMod val="275000"/>
                </a:schemeClr>
              </a:buClr>
              <a:buSzPct val="100000"/>
              <a:buFont typeface="Verdana"/>
              <a:buChar char="◦"/>
              <a:defRPr kumimoji="0" sz="1700" kern="1200" baseline="0">
                <a:solidFill>
                  <a:schemeClr val="tx1"/>
                </a:solidFill>
                <a:latin typeface="+mn-lt"/>
                <a:ea typeface="+mn-ea"/>
                <a:cs typeface="+mn-cs"/>
              </a:defRPr>
            </a:lvl6pPr>
            <a:lvl7pPr marL="1700784"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7pPr>
            <a:lvl8pPr marL="1920240" indent="-182880" algn="l" rtl="0" eaLnBrk="1" latinLnBrk="0" hangingPunct="1">
              <a:spcBef>
                <a:spcPts val="257"/>
              </a:spcBef>
              <a:buClr>
                <a:schemeClr val="accent3">
                  <a:tint val="85000"/>
                  <a:satMod val="275000"/>
                </a:schemeClr>
              </a:buClr>
              <a:buSzPct val="100000"/>
              <a:buFont typeface="Verdana"/>
              <a:buChar char="◦"/>
              <a:defRPr kumimoji="0" sz="1500" kern="1200" baseline="0">
                <a:solidFill>
                  <a:schemeClr val="tx1"/>
                </a:solidFill>
                <a:latin typeface="+mn-lt"/>
                <a:ea typeface="+mn-ea"/>
                <a:cs typeface="+mn-cs"/>
              </a:defRPr>
            </a:lvl8pPr>
            <a:lvl9pPr marL="2148840"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9pPr>
          </a:lstStyle>
          <a:p>
            <a:pPr marL="0" indent="0">
              <a:spcAft>
                <a:spcPts val="0"/>
              </a:spcAft>
              <a:buClr>
                <a:srgbClr val="6E2FF1"/>
              </a:buClr>
              <a:buSzPct val="80000"/>
              <a:buNone/>
            </a:pPr>
            <a:r>
              <a:rPr lang="en-GB" sz="2000" dirty="0">
                <a:latin typeface="Arial" panose="020B0604020202020204" pitchFamily="34" charset="0"/>
                <a:ea typeface="ＭＳ Ｐゴシック" charset="0"/>
                <a:cs typeface="Arial" panose="020B0604020202020204" pitchFamily="34" charset="0"/>
              </a:rPr>
              <a:t>Open the tool and click “compress selected images”:</a:t>
            </a:r>
          </a:p>
          <a:p>
            <a:pPr lvl="1">
              <a:spcAft>
                <a:spcPts val="0"/>
              </a:spcAft>
              <a:buClr>
                <a:srgbClr val="6E2FF1"/>
              </a:buClr>
              <a:buSzPct val="80000"/>
              <a:buFont typeface="Arial" panose="020B0604020202020204" pitchFamily="34" charset="0"/>
              <a:buChar char="•"/>
            </a:pPr>
            <a:r>
              <a:rPr lang="en-GB" sz="1800" dirty="0">
                <a:latin typeface="Arial" panose="020B0604020202020204" pitchFamily="34" charset="0"/>
                <a:ea typeface="ＭＳ Ｐゴシック" charset="0"/>
                <a:cs typeface="Arial" panose="020B0604020202020204" pitchFamily="34" charset="0"/>
              </a:rPr>
              <a:t>A dialog box shoulder appear: change the tab to “ETC1/ETC2”.</a:t>
            </a:r>
          </a:p>
          <a:p>
            <a:pPr lvl="1">
              <a:spcAft>
                <a:spcPts val="0"/>
              </a:spcAft>
              <a:buClr>
                <a:srgbClr val="6E2FF1"/>
              </a:buClr>
              <a:buSzPct val="80000"/>
              <a:buFont typeface="Arial" panose="020B0604020202020204" pitchFamily="34" charset="0"/>
              <a:buChar char="•"/>
            </a:pPr>
            <a:endParaRPr lang="en-GB" dirty="0">
              <a:latin typeface="Arial" panose="020B0604020202020204" pitchFamily="34" charset="0"/>
              <a:ea typeface="ＭＳ Ｐゴシック" charset="0"/>
              <a:cs typeface="Arial" panose="020B0604020202020204" pitchFamily="34" charset="0"/>
            </a:endParaRPr>
          </a:p>
          <a:p>
            <a:pPr lvl="1"/>
            <a:endParaRPr lang="en-GB" dirty="0"/>
          </a:p>
        </p:txBody>
      </p:sp>
      <p:sp>
        <p:nvSpPr>
          <p:cNvPr id="5" name="Content Placeholder 1"/>
          <p:cNvSpPr txBox="1">
            <a:spLocks/>
          </p:cNvSpPr>
          <p:nvPr/>
        </p:nvSpPr>
        <p:spPr>
          <a:xfrm>
            <a:off x="504300" y="3726000"/>
            <a:ext cx="11154300" cy="846000"/>
          </a:xfrm>
          <a:prstGeom prst="rect">
            <a:avLst/>
          </a:prstGeom>
        </p:spPr>
        <p:txBody>
          <a:bodyPr vert="horz" lIns="0" tIns="0" rIns="0" bIns="0">
            <a:noAutofit/>
          </a:bodyPr>
          <a:lstStyle>
            <a:lvl1pPr marL="265113" indent="-265113" algn="l" rtl="0" eaLnBrk="1" latinLnBrk="0" hangingPunct="1">
              <a:spcBef>
                <a:spcPts val="400"/>
              </a:spcBef>
              <a:buClr>
                <a:schemeClr val="accent5"/>
              </a:buClr>
              <a:buSzPct val="95000"/>
              <a:buFont typeface="Wingdings" charset="2"/>
              <a:buChar char="§"/>
              <a:defRPr kumimoji="0" sz="2400" b="0" i="0" kern="1200">
                <a:solidFill>
                  <a:schemeClr val="tx1"/>
                </a:solidFill>
                <a:effectLst/>
                <a:latin typeface="Gill Sans MT"/>
                <a:ea typeface="+mn-ea"/>
                <a:cs typeface="Gill Sans MT"/>
              </a:defRPr>
            </a:lvl1pPr>
            <a:lvl2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2pPr>
            <a:lvl3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3pPr>
            <a:lvl4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4pPr>
            <a:lvl5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5pPr>
            <a:lvl6pPr marL="1490472" indent="-182880" algn="l" rtl="0" eaLnBrk="1" latinLnBrk="0" hangingPunct="1">
              <a:spcBef>
                <a:spcPts val="250"/>
              </a:spcBef>
              <a:buClr>
                <a:schemeClr val="accent3">
                  <a:tint val="85000"/>
                  <a:satMod val="275000"/>
                </a:schemeClr>
              </a:buClr>
              <a:buSzPct val="100000"/>
              <a:buFont typeface="Verdana"/>
              <a:buChar char="◦"/>
              <a:defRPr kumimoji="0" sz="1700" kern="1200" baseline="0">
                <a:solidFill>
                  <a:schemeClr val="tx1"/>
                </a:solidFill>
                <a:latin typeface="+mn-lt"/>
                <a:ea typeface="+mn-ea"/>
                <a:cs typeface="+mn-cs"/>
              </a:defRPr>
            </a:lvl6pPr>
            <a:lvl7pPr marL="1700784"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7pPr>
            <a:lvl8pPr marL="1920240" indent="-182880" algn="l" rtl="0" eaLnBrk="1" latinLnBrk="0" hangingPunct="1">
              <a:spcBef>
                <a:spcPts val="257"/>
              </a:spcBef>
              <a:buClr>
                <a:schemeClr val="accent3">
                  <a:tint val="85000"/>
                  <a:satMod val="275000"/>
                </a:schemeClr>
              </a:buClr>
              <a:buSzPct val="100000"/>
              <a:buFont typeface="Verdana"/>
              <a:buChar char="◦"/>
              <a:defRPr kumimoji="0" sz="1500" kern="1200" baseline="0">
                <a:solidFill>
                  <a:schemeClr val="tx1"/>
                </a:solidFill>
                <a:latin typeface="+mn-lt"/>
                <a:ea typeface="+mn-ea"/>
                <a:cs typeface="+mn-cs"/>
              </a:defRPr>
            </a:lvl8pPr>
            <a:lvl9pPr marL="2148840"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9pPr>
          </a:lstStyle>
          <a:p>
            <a:pPr marL="0" indent="0">
              <a:spcAft>
                <a:spcPts val="0"/>
              </a:spcAft>
              <a:buClr>
                <a:srgbClr val="6E2FF1"/>
              </a:buClr>
              <a:buSzPct val="80000"/>
              <a:buNone/>
            </a:pPr>
            <a:r>
              <a:rPr lang="en-GB" sz="2000" dirty="0">
                <a:latin typeface="Arial" panose="020B0604020202020204" pitchFamily="34" charset="0"/>
                <a:ea typeface="ＭＳ Ｐゴシック" charset="0"/>
                <a:cs typeface="Arial" panose="020B0604020202020204" pitchFamily="34" charset="0"/>
              </a:rPr>
              <a:t>Make sure the PKM, slow, ETC1 and perceptual options are selected, then press ok.</a:t>
            </a:r>
          </a:p>
          <a:p>
            <a:pPr>
              <a:spcAft>
                <a:spcPts val="0"/>
              </a:spcAft>
              <a:buClr>
                <a:srgbClr val="6E2FF1"/>
              </a:buClr>
              <a:buSzPct val="80000"/>
              <a:buFont typeface="Arial" panose="020B0604020202020204" pitchFamily="34" charset="0"/>
              <a:buChar char="•"/>
            </a:pPr>
            <a:endParaRPr lang="en-GB" sz="2000" dirty="0">
              <a:latin typeface="Arial" panose="020B0604020202020204" pitchFamily="34" charset="0"/>
              <a:ea typeface="ＭＳ Ｐゴシック" charset="0"/>
              <a:cs typeface="Arial" panose="020B0604020202020204" pitchFamily="34" charset="0"/>
            </a:endParaRPr>
          </a:p>
          <a:p>
            <a:pPr marL="0" indent="0">
              <a:spcAft>
                <a:spcPts val="0"/>
              </a:spcAft>
              <a:buClr>
                <a:srgbClr val="6E2FF1"/>
              </a:buClr>
              <a:buSzPct val="80000"/>
              <a:buNone/>
            </a:pPr>
            <a:r>
              <a:rPr lang="en-GB" sz="2000" dirty="0">
                <a:latin typeface="Arial" panose="020B0604020202020204" pitchFamily="34" charset="0"/>
                <a:ea typeface="ＭＳ Ｐゴシック" charset="0"/>
                <a:cs typeface="Arial" panose="020B0604020202020204" pitchFamily="34" charset="0"/>
              </a:rPr>
              <a:t>The tool should produce a .pkm file for each of the textures selected. </a:t>
            </a:r>
          </a:p>
          <a:p>
            <a:pPr lvl="1">
              <a:spcAft>
                <a:spcPts val="0"/>
              </a:spcAft>
              <a:buClr>
                <a:srgbClr val="6E2FF1"/>
              </a:buClr>
              <a:buSzPct val="80000"/>
              <a:buFont typeface="Arial" panose="020B0604020202020204" pitchFamily="34" charset="0"/>
              <a:buChar char="•"/>
            </a:pPr>
            <a:r>
              <a:rPr lang="en-GB" sz="1800" dirty="0">
                <a:latin typeface="Arial" panose="020B0604020202020204" pitchFamily="34" charset="0"/>
                <a:ea typeface="ＭＳ Ｐゴシック" charset="0"/>
                <a:cs typeface="Arial" panose="020B0604020202020204" pitchFamily="34" charset="0"/>
              </a:rPr>
              <a:t>These are the compressed textures required.</a:t>
            </a:r>
          </a:p>
        </p:txBody>
      </p:sp>
    </p:spTree>
    <p:extLst>
      <p:ext uri="{BB962C8B-B14F-4D97-AF65-F5344CB8AC3E}">
        <p14:creationId xmlns:p14="http://schemas.microsoft.com/office/powerpoint/2010/main" val="31057873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ETC File Format</a:t>
            </a:r>
          </a:p>
        </p:txBody>
      </p:sp>
      <p:grpSp>
        <p:nvGrpSpPr>
          <p:cNvPr id="39" name="Group 38"/>
          <p:cNvGrpSpPr/>
          <p:nvPr/>
        </p:nvGrpSpPr>
        <p:grpSpPr>
          <a:xfrm>
            <a:off x="609601" y="3200400"/>
            <a:ext cx="10959073" cy="609600"/>
            <a:chOff x="226219" y="3352800"/>
            <a:chExt cx="10959073" cy="609600"/>
          </a:xfrm>
        </p:grpSpPr>
        <p:sp>
          <p:nvSpPr>
            <p:cNvPr id="4" name="Rectangle 3"/>
            <p:cNvSpPr/>
            <p:nvPr/>
          </p:nvSpPr>
          <p:spPr>
            <a:xfrm>
              <a:off x="226219" y="3352800"/>
              <a:ext cx="685800" cy="60960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en-GB" dirty="0"/>
                <a:t>0</a:t>
              </a:r>
            </a:p>
          </p:txBody>
        </p:sp>
        <p:sp>
          <p:nvSpPr>
            <p:cNvPr id="21" name="Rectangle 20"/>
            <p:cNvSpPr/>
            <p:nvPr/>
          </p:nvSpPr>
          <p:spPr>
            <a:xfrm>
              <a:off x="912019" y="3352800"/>
              <a:ext cx="685800" cy="60960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en-GB" dirty="0"/>
                <a:t>1</a:t>
              </a:r>
            </a:p>
          </p:txBody>
        </p:sp>
        <p:sp>
          <p:nvSpPr>
            <p:cNvPr id="22" name="Rectangle 21"/>
            <p:cNvSpPr/>
            <p:nvPr/>
          </p:nvSpPr>
          <p:spPr>
            <a:xfrm>
              <a:off x="1597819" y="3356386"/>
              <a:ext cx="685800" cy="606014"/>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en-GB" dirty="0"/>
                <a:t>2</a:t>
              </a:r>
            </a:p>
          </p:txBody>
        </p:sp>
        <p:sp>
          <p:nvSpPr>
            <p:cNvPr id="23" name="Rectangle 22"/>
            <p:cNvSpPr/>
            <p:nvPr/>
          </p:nvSpPr>
          <p:spPr>
            <a:xfrm>
              <a:off x="2283619" y="3356386"/>
              <a:ext cx="685800" cy="606014"/>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en-GB" dirty="0"/>
                <a:t>3</a:t>
              </a:r>
            </a:p>
          </p:txBody>
        </p:sp>
        <p:sp>
          <p:nvSpPr>
            <p:cNvPr id="24" name="Rectangle 23"/>
            <p:cNvSpPr/>
            <p:nvPr/>
          </p:nvSpPr>
          <p:spPr>
            <a:xfrm>
              <a:off x="2969419" y="3352800"/>
              <a:ext cx="685800" cy="606014"/>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en-GB" dirty="0"/>
                <a:t>4</a:t>
              </a:r>
            </a:p>
          </p:txBody>
        </p:sp>
        <p:sp>
          <p:nvSpPr>
            <p:cNvPr id="26" name="Rectangle 25"/>
            <p:cNvSpPr/>
            <p:nvPr/>
          </p:nvSpPr>
          <p:spPr>
            <a:xfrm>
              <a:off x="3655219" y="3352800"/>
              <a:ext cx="685800" cy="606014"/>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en-GB" dirty="0"/>
                <a:t>5</a:t>
              </a:r>
            </a:p>
          </p:txBody>
        </p:sp>
        <p:sp>
          <p:nvSpPr>
            <p:cNvPr id="28" name="Rectangle 27"/>
            <p:cNvSpPr/>
            <p:nvPr/>
          </p:nvSpPr>
          <p:spPr>
            <a:xfrm>
              <a:off x="4341019" y="3352800"/>
              <a:ext cx="685800" cy="606014"/>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en-GB" dirty="0"/>
                <a:t>6</a:t>
              </a:r>
            </a:p>
          </p:txBody>
        </p:sp>
        <p:sp>
          <p:nvSpPr>
            <p:cNvPr id="29" name="Rectangle 28"/>
            <p:cNvSpPr/>
            <p:nvPr/>
          </p:nvSpPr>
          <p:spPr>
            <a:xfrm>
              <a:off x="5026819" y="3356386"/>
              <a:ext cx="685800" cy="606014"/>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en-GB" dirty="0"/>
                <a:t>7</a:t>
              </a:r>
            </a:p>
          </p:txBody>
        </p:sp>
        <p:sp>
          <p:nvSpPr>
            <p:cNvPr id="30" name="Rectangle 29"/>
            <p:cNvSpPr/>
            <p:nvPr/>
          </p:nvSpPr>
          <p:spPr>
            <a:xfrm>
              <a:off x="5712619" y="3352800"/>
              <a:ext cx="685800" cy="606014"/>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en-GB" dirty="0"/>
                <a:t>8</a:t>
              </a:r>
            </a:p>
          </p:txBody>
        </p:sp>
        <p:sp>
          <p:nvSpPr>
            <p:cNvPr id="31" name="Rectangle 30"/>
            <p:cNvSpPr/>
            <p:nvPr/>
          </p:nvSpPr>
          <p:spPr>
            <a:xfrm>
              <a:off x="6398419" y="3352800"/>
              <a:ext cx="685800" cy="606014"/>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en-GB" dirty="0"/>
                <a:t>9</a:t>
              </a:r>
            </a:p>
          </p:txBody>
        </p:sp>
        <p:sp>
          <p:nvSpPr>
            <p:cNvPr id="32" name="Rectangle 31"/>
            <p:cNvSpPr/>
            <p:nvPr/>
          </p:nvSpPr>
          <p:spPr>
            <a:xfrm>
              <a:off x="7070184" y="3356386"/>
              <a:ext cx="685800" cy="606014"/>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en-GB" dirty="0"/>
                <a:t>10</a:t>
              </a:r>
            </a:p>
          </p:txBody>
        </p:sp>
        <p:sp>
          <p:nvSpPr>
            <p:cNvPr id="33" name="Rectangle 32"/>
            <p:cNvSpPr/>
            <p:nvPr/>
          </p:nvSpPr>
          <p:spPr>
            <a:xfrm>
              <a:off x="7755984" y="3352800"/>
              <a:ext cx="685800" cy="606014"/>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en-GB" dirty="0"/>
                <a:t>11</a:t>
              </a:r>
            </a:p>
          </p:txBody>
        </p:sp>
        <p:sp>
          <p:nvSpPr>
            <p:cNvPr id="34" name="Rectangle 33"/>
            <p:cNvSpPr/>
            <p:nvPr/>
          </p:nvSpPr>
          <p:spPr>
            <a:xfrm>
              <a:off x="8441784" y="3356386"/>
              <a:ext cx="685800" cy="606014"/>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en-GB" dirty="0"/>
                <a:t>12</a:t>
              </a:r>
            </a:p>
          </p:txBody>
        </p:sp>
        <p:sp>
          <p:nvSpPr>
            <p:cNvPr id="35" name="Rectangle 34"/>
            <p:cNvSpPr/>
            <p:nvPr/>
          </p:nvSpPr>
          <p:spPr>
            <a:xfrm>
              <a:off x="9127584" y="3352800"/>
              <a:ext cx="685800" cy="606014"/>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en-GB" dirty="0"/>
                <a:t>13</a:t>
              </a:r>
            </a:p>
          </p:txBody>
        </p:sp>
        <p:sp>
          <p:nvSpPr>
            <p:cNvPr id="36" name="Rectangle 35"/>
            <p:cNvSpPr/>
            <p:nvPr/>
          </p:nvSpPr>
          <p:spPr>
            <a:xfrm>
              <a:off x="9813384" y="3352800"/>
              <a:ext cx="685800" cy="606014"/>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en-GB" dirty="0"/>
                <a:t>14</a:t>
              </a:r>
            </a:p>
          </p:txBody>
        </p:sp>
        <p:sp>
          <p:nvSpPr>
            <p:cNvPr id="37" name="Rectangle 36"/>
            <p:cNvSpPr/>
            <p:nvPr/>
          </p:nvSpPr>
          <p:spPr>
            <a:xfrm>
              <a:off x="10499492" y="3352800"/>
              <a:ext cx="685800" cy="606014"/>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en-GB" dirty="0"/>
                <a:t>15</a:t>
              </a:r>
            </a:p>
          </p:txBody>
        </p:sp>
      </p:grpSp>
      <p:sp>
        <p:nvSpPr>
          <p:cNvPr id="40" name="TextBox 39"/>
          <p:cNvSpPr txBox="1"/>
          <p:nvPr/>
        </p:nvSpPr>
        <p:spPr>
          <a:xfrm>
            <a:off x="1295400" y="2057400"/>
            <a:ext cx="2895600" cy="609600"/>
          </a:xfrm>
          <a:prstGeom prst="rect">
            <a:avLst/>
          </a:prstGeom>
        </p:spPr>
        <p:txBody>
          <a:bodyPr vert="horz" wrap="none" lIns="0" tIns="0" rIns="0" bIns="0" rtlCol="0" anchor="t">
            <a:normAutofit/>
          </a:bodyPr>
          <a:lstStyle/>
          <a:p>
            <a:endParaRPr lang="en-GB" dirty="0"/>
          </a:p>
        </p:txBody>
      </p:sp>
      <p:sp>
        <p:nvSpPr>
          <p:cNvPr id="41" name="TextBox 40"/>
          <p:cNvSpPr txBox="1"/>
          <p:nvPr/>
        </p:nvSpPr>
        <p:spPr>
          <a:xfrm>
            <a:off x="1219200" y="2133600"/>
            <a:ext cx="914400" cy="914400"/>
          </a:xfrm>
          <a:prstGeom prst="rect">
            <a:avLst/>
          </a:prstGeom>
        </p:spPr>
        <p:txBody>
          <a:bodyPr vert="horz" wrap="none" lIns="0" tIns="0" rIns="0" bIns="0" rtlCol="0" anchor="t">
            <a:normAutofit/>
          </a:bodyPr>
          <a:lstStyle/>
          <a:p>
            <a:r>
              <a:rPr lang="en-GB" dirty="0"/>
              <a:t>File format name and version</a:t>
            </a:r>
          </a:p>
        </p:txBody>
      </p:sp>
      <p:cxnSp>
        <p:nvCxnSpPr>
          <p:cNvPr id="47" name="Straight Arrow Connector 46"/>
          <p:cNvCxnSpPr>
            <a:endCxn id="22" idx="0"/>
          </p:cNvCxnSpPr>
          <p:nvPr/>
        </p:nvCxnSpPr>
        <p:spPr>
          <a:xfrm flipH="1">
            <a:off x="2324100" y="2514600"/>
            <a:ext cx="342900" cy="68938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9" name="Straight Arrow Connector 48"/>
          <p:cNvCxnSpPr>
            <a:endCxn id="23" idx="0"/>
          </p:cNvCxnSpPr>
          <p:nvPr/>
        </p:nvCxnSpPr>
        <p:spPr>
          <a:xfrm>
            <a:off x="2667000" y="2514600"/>
            <a:ext cx="342900" cy="68938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51" name="Straight Arrow Connector 50"/>
          <p:cNvCxnSpPr>
            <a:endCxn id="24" idx="0"/>
          </p:cNvCxnSpPr>
          <p:nvPr/>
        </p:nvCxnSpPr>
        <p:spPr>
          <a:xfrm>
            <a:off x="2667000" y="2514600"/>
            <a:ext cx="1028700" cy="6858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53" name="Straight Arrow Connector 52"/>
          <p:cNvCxnSpPr>
            <a:endCxn id="26" idx="0"/>
          </p:cNvCxnSpPr>
          <p:nvPr/>
        </p:nvCxnSpPr>
        <p:spPr>
          <a:xfrm>
            <a:off x="2667000" y="2514600"/>
            <a:ext cx="1714500" cy="6858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55" name="Straight Arrow Connector 54"/>
          <p:cNvCxnSpPr>
            <a:endCxn id="21" idx="0"/>
          </p:cNvCxnSpPr>
          <p:nvPr/>
        </p:nvCxnSpPr>
        <p:spPr>
          <a:xfrm flipH="1">
            <a:off x="1638300" y="2514600"/>
            <a:ext cx="1028700" cy="6858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57" name="Straight Arrow Connector 56"/>
          <p:cNvCxnSpPr>
            <a:endCxn id="4" idx="0"/>
          </p:cNvCxnSpPr>
          <p:nvPr/>
        </p:nvCxnSpPr>
        <p:spPr>
          <a:xfrm flipH="1">
            <a:off x="952500" y="2514600"/>
            <a:ext cx="1714500" cy="6858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5181600" y="4648200"/>
            <a:ext cx="914400" cy="914400"/>
          </a:xfrm>
          <a:prstGeom prst="rect">
            <a:avLst/>
          </a:prstGeom>
        </p:spPr>
        <p:txBody>
          <a:bodyPr vert="horz" wrap="none" lIns="0" tIns="0" rIns="0" bIns="0" rtlCol="0" anchor="t">
            <a:normAutofit/>
          </a:bodyPr>
          <a:lstStyle/>
          <a:p>
            <a:r>
              <a:rPr lang="en-GB" dirty="0"/>
              <a:t>Blank</a:t>
            </a:r>
          </a:p>
        </p:txBody>
      </p:sp>
      <p:cxnSp>
        <p:nvCxnSpPr>
          <p:cNvPr id="60" name="Straight Arrow Connector 59"/>
          <p:cNvCxnSpPr>
            <a:endCxn id="28" idx="2"/>
          </p:cNvCxnSpPr>
          <p:nvPr/>
        </p:nvCxnSpPr>
        <p:spPr>
          <a:xfrm flipH="1" flipV="1">
            <a:off x="5067300" y="3806414"/>
            <a:ext cx="342900" cy="68938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62" name="Straight Arrow Connector 61"/>
          <p:cNvCxnSpPr>
            <a:endCxn id="29" idx="2"/>
          </p:cNvCxnSpPr>
          <p:nvPr/>
        </p:nvCxnSpPr>
        <p:spPr>
          <a:xfrm flipV="1">
            <a:off x="5410200" y="3810000"/>
            <a:ext cx="342900" cy="6858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63" name="TextBox 62"/>
          <p:cNvSpPr txBox="1"/>
          <p:nvPr/>
        </p:nvSpPr>
        <p:spPr>
          <a:xfrm>
            <a:off x="6096000" y="2133600"/>
            <a:ext cx="914400" cy="914400"/>
          </a:xfrm>
          <a:prstGeom prst="rect">
            <a:avLst/>
          </a:prstGeom>
        </p:spPr>
        <p:txBody>
          <a:bodyPr vert="horz" wrap="none" lIns="0" tIns="0" rIns="0" bIns="0" rtlCol="0" anchor="t">
            <a:normAutofit/>
          </a:bodyPr>
          <a:lstStyle/>
          <a:p>
            <a:r>
              <a:rPr lang="en-GB" dirty="0"/>
              <a:t>Padded width</a:t>
            </a:r>
          </a:p>
        </p:txBody>
      </p:sp>
      <p:cxnSp>
        <p:nvCxnSpPr>
          <p:cNvPr id="65" name="Straight Arrow Connector 64"/>
          <p:cNvCxnSpPr>
            <a:endCxn id="30" idx="0"/>
          </p:cNvCxnSpPr>
          <p:nvPr/>
        </p:nvCxnSpPr>
        <p:spPr>
          <a:xfrm flipH="1">
            <a:off x="6438900" y="2514600"/>
            <a:ext cx="342900" cy="6858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67" name="Straight Arrow Connector 66"/>
          <p:cNvCxnSpPr>
            <a:endCxn id="31" idx="0"/>
          </p:cNvCxnSpPr>
          <p:nvPr/>
        </p:nvCxnSpPr>
        <p:spPr>
          <a:xfrm>
            <a:off x="6781800" y="2514600"/>
            <a:ext cx="342900" cy="6858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68" name="TextBox 67"/>
          <p:cNvSpPr txBox="1"/>
          <p:nvPr/>
        </p:nvSpPr>
        <p:spPr>
          <a:xfrm>
            <a:off x="7467600" y="4648200"/>
            <a:ext cx="914400" cy="914400"/>
          </a:xfrm>
          <a:prstGeom prst="rect">
            <a:avLst/>
          </a:prstGeom>
        </p:spPr>
        <p:txBody>
          <a:bodyPr vert="horz" wrap="none" lIns="0" tIns="0" rIns="0" bIns="0" rtlCol="0" anchor="t">
            <a:normAutofit/>
          </a:bodyPr>
          <a:lstStyle/>
          <a:p>
            <a:r>
              <a:rPr lang="en-GB" dirty="0"/>
              <a:t>Padded height</a:t>
            </a:r>
          </a:p>
        </p:txBody>
      </p:sp>
      <p:cxnSp>
        <p:nvCxnSpPr>
          <p:cNvPr id="70" name="Straight Arrow Connector 69"/>
          <p:cNvCxnSpPr>
            <a:endCxn id="32" idx="2"/>
          </p:cNvCxnSpPr>
          <p:nvPr/>
        </p:nvCxnSpPr>
        <p:spPr>
          <a:xfrm flipH="1" flipV="1">
            <a:off x="7796465" y="3810000"/>
            <a:ext cx="342900" cy="6858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72" name="Straight Arrow Connector 71"/>
          <p:cNvCxnSpPr>
            <a:endCxn id="33" idx="2"/>
          </p:cNvCxnSpPr>
          <p:nvPr/>
        </p:nvCxnSpPr>
        <p:spPr>
          <a:xfrm flipV="1">
            <a:off x="8139365" y="3806414"/>
            <a:ext cx="342900" cy="68938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73" name="TextBox 72"/>
          <p:cNvSpPr txBox="1"/>
          <p:nvPr/>
        </p:nvSpPr>
        <p:spPr>
          <a:xfrm>
            <a:off x="9220200" y="2133600"/>
            <a:ext cx="914400" cy="914400"/>
          </a:xfrm>
          <a:prstGeom prst="rect">
            <a:avLst/>
          </a:prstGeom>
        </p:spPr>
        <p:txBody>
          <a:bodyPr vert="horz" wrap="none" lIns="0" tIns="0" rIns="0" bIns="0" rtlCol="0" anchor="t">
            <a:normAutofit/>
          </a:bodyPr>
          <a:lstStyle/>
          <a:p>
            <a:r>
              <a:rPr lang="en-GB" dirty="0"/>
              <a:t>Width</a:t>
            </a:r>
          </a:p>
        </p:txBody>
      </p:sp>
      <p:cxnSp>
        <p:nvCxnSpPr>
          <p:cNvPr id="75" name="Straight Arrow Connector 74"/>
          <p:cNvCxnSpPr>
            <a:endCxn id="34" idx="0"/>
          </p:cNvCxnSpPr>
          <p:nvPr/>
        </p:nvCxnSpPr>
        <p:spPr>
          <a:xfrm flipH="1">
            <a:off x="9168065" y="2514600"/>
            <a:ext cx="342900" cy="68938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77" name="Straight Arrow Connector 76"/>
          <p:cNvCxnSpPr>
            <a:endCxn id="35" idx="0"/>
          </p:cNvCxnSpPr>
          <p:nvPr/>
        </p:nvCxnSpPr>
        <p:spPr>
          <a:xfrm>
            <a:off x="9510965" y="2514600"/>
            <a:ext cx="342900" cy="6858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78" name="TextBox 77"/>
          <p:cNvSpPr txBox="1"/>
          <p:nvPr/>
        </p:nvSpPr>
        <p:spPr>
          <a:xfrm>
            <a:off x="10591800" y="4648200"/>
            <a:ext cx="914400" cy="914400"/>
          </a:xfrm>
          <a:prstGeom prst="rect">
            <a:avLst/>
          </a:prstGeom>
        </p:spPr>
        <p:txBody>
          <a:bodyPr vert="horz" wrap="none" lIns="0" tIns="0" rIns="0" bIns="0" rtlCol="0" anchor="t">
            <a:normAutofit/>
          </a:bodyPr>
          <a:lstStyle/>
          <a:p>
            <a:r>
              <a:rPr lang="en-GB" dirty="0"/>
              <a:t>Height</a:t>
            </a:r>
          </a:p>
        </p:txBody>
      </p:sp>
      <p:cxnSp>
        <p:nvCxnSpPr>
          <p:cNvPr id="80" name="Straight Arrow Connector 79"/>
          <p:cNvCxnSpPr>
            <a:endCxn id="36" idx="2"/>
          </p:cNvCxnSpPr>
          <p:nvPr/>
        </p:nvCxnSpPr>
        <p:spPr>
          <a:xfrm flipH="1" flipV="1">
            <a:off x="10539665" y="3806414"/>
            <a:ext cx="342900" cy="68938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82" name="Straight Arrow Connector 81"/>
          <p:cNvCxnSpPr>
            <a:endCxn id="37" idx="2"/>
          </p:cNvCxnSpPr>
          <p:nvPr/>
        </p:nvCxnSpPr>
        <p:spPr>
          <a:xfrm flipV="1">
            <a:off x="10882873" y="3806414"/>
            <a:ext cx="342900" cy="68938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101470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a:xfrm>
            <a:off x="334963" y="952036"/>
            <a:ext cx="7867341" cy="5212544"/>
          </a:xfrm>
        </p:spPr>
        <p:txBody>
          <a:bodyPr/>
          <a:lstStyle/>
          <a:p>
            <a:endParaRPr lang="en-GB" dirty="0"/>
          </a:p>
          <a:p>
            <a:pPr marL="0" indent="0">
              <a:buNone/>
            </a:pPr>
            <a:endParaRPr lang="en-GB" dirty="0"/>
          </a:p>
          <a:p>
            <a:pPr marL="0" indent="0">
              <a:buNone/>
            </a:pPr>
            <a:r>
              <a:rPr lang="en-GB" dirty="0"/>
              <a:t>Block-based texture compression</a:t>
            </a:r>
          </a:p>
          <a:p>
            <a:endParaRPr lang="en-GB" dirty="0"/>
          </a:p>
          <a:p>
            <a:pPr marL="0" indent="0">
              <a:buNone/>
            </a:pPr>
            <a:r>
              <a:rPr lang="en-GB" dirty="0"/>
              <a:t>Lossy compression is a form of compression that is irreversible as some data is lost in the process.</a:t>
            </a:r>
          </a:p>
          <a:p>
            <a:endParaRPr lang="en-GB" dirty="0"/>
          </a:p>
          <a:p>
            <a:pPr marL="0" indent="0">
              <a:buNone/>
            </a:pPr>
            <a:r>
              <a:rPr lang="en-GB" dirty="0"/>
              <a:t>2D and 3D textures</a:t>
            </a:r>
          </a:p>
          <a:p>
            <a:endParaRPr lang="en-GB" dirty="0"/>
          </a:p>
        </p:txBody>
      </p:sp>
      <p:sp>
        <p:nvSpPr>
          <p:cNvPr id="3" name="Title 2"/>
          <p:cNvSpPr>
            <a:spLocks noGrp="1"/>
          </p:cNvSpPr>
          <p:nvPr>
            <p:ph type="title"/>
          </p:nvPr>
        </p:nvSpPr>
        <p:spPr/>
        <p:txBody>
          <a:bodyPr>
            <a:normAutofit/>
          </a:bodyPr>
          <a:lstStyle/>
          <a:p>
            <a:r>
              <a:rPr lang="en-GB" dirty="0"/>
              <a:t>Adaptive Scalable Texture </a:t>
            </a:r>
            <a:r>
              <a:rPr lang="en-GB" dirty="0" err="1"/>
              <a:t>Compressin</a:t>
            </a:r>
            <a:r>
              <a:rPr lang="en-GB" dirty="0"/>
              <a:t> (ASTC) Format</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58200" y="3810000"/>
            <a:ext cx="3200400" cy="2133600"/>
          </a:xfrm>
          <a:prstGeom prst="rect">
            <a:avLst/>
          </a:prstGeo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458200" y="914400"/>
            <a:ext cx="3200400" cy="2133600"/>
          </a:xfrm>
          <a:prstGeom prst="rect">
            <a:avLst/>
          </a:prstGeom>
        </p:spPr>
      </p:pic>
      <p:sp>
        <p:nvSpPr>
          <p:cNvPr id="6" name="TextBox 5"/>
          <p:cNvSpPr txBox="1"/>
          <p:nvPr/>
        </p:nvSpPr>
        <p:spPr>
          <a:xfrm>
            <a:off x="9296400" y="3061699"/>
            <a:ext cx="914400" cy="914400"/>
          </a:xfrm>
          <a:prstGeom prst="rect">
            <a:avLst/>
          </a:prstGeom>
        </p:spPr>
        <p:txBody>
          <a:bodyPr vert="horz" wrap="none" lIns="0" tIns="0" rIns="0" bIns="0" rtlCol="0" anchor="t">
            <a:normAutofit/>
          </a:bodyPr>
          <a:lstStyle/>
          <a:p>
            <a:r>
              <a:rPr lang="en-GB" sz="1300" i="1" dirty="0"/>
              <a:t>Low compression</a:t>
            </a:r>
          </a:p>
        </p:txBody>
      </p:sp>
      <p:sp>
        <p:nvSpPr>
          <p:cNvPr id="7" name="TextBox 6"/>
          <p:cNvSpPr txBox="1"/>
          <p:nvPr/>
        </p:nvSpPr>
        <p:spPr>
          <a:xfrm>
            <a:off x="9296400" y="5943600"/>
            <a:ext cx="914400" cy="914400"/>
          </a:xfrm>
          <a:prstGeom prst="rect">
            <a:avLst/>
          </a:prstGeom>
        </p:spPr>
        <p:txBody>
          <a:bodyPr vert="horz" wrap="none" lIns="0" tIns="0" rIns="0" bIns="0" rtlCol="0" anchor="t">
            <a:normAutofit/>
          </a:bodyPr>
          <a:lstStyle/>
          <a:p>
            <a:r>
              <a:rPr lang="en-GB" sz="1300" i="1" dirty="0"/>
              <a:t>High compression</a:t>
            </a:r>
          </a:p>
        </p:txBody>
      </p:sp>
    </p:spTree>
    <p:extLst>
      <p:ext uri="{BB962C8B-B14F-4D97-AF65-F5344CB8AC3E}">
        <p14:creationId xmlns:p14="http://schemas.microsoft.com/office/powerpoint/2010/main" val="2347085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a:xfrm>
            <a:off x="538977" y="1239112"/>
            <a:ext cx="11154300" cy="1684200"/>
          </a:xfrm>
        </p:spPr>
        <p:txBody>
          <a:bodyPr/>
          <a:lstStyle/>
          <a:p>
            <a:pPr marL="0" indent="0">
              <a:buNone/>
            </a:pPr>
            <a:endParaRPr lang="en-GB" dirty="0"/>
          </a:p>
          <a:p>
            <a:pPr marL="0" indent="0">
              <a:buNone/>
            </a:pPr>
            <a:r>
              <a:rPr lang="en-GB" dirty="0"/>
              <a:t>The image is split up into blocks.</a:t>
            </a:r>
          </a:p>
          <a:p>
            <a:endParaRPr lang="en-GB" dirty="0"/>
          </a:p>
          <a:p>
            <a:pPr marL="0" indent="0">
              <a:buNone/>
            </a:pPr>
            <a:r>
              <a:rPr lang="en-GB" dirty="0"/>
              <a:t>The decoder can then figure out which </a:t>
            </a:r>
            <a:r>
              <a:rPr lang="en-GB" dirty="0" err="1"/>
              <a:t>texels</a:t>
            </a:r>
            <a:r>
              <a:rPr lang="en-GB" dirty="0"/>
              <a:t> are in which block:</a:t>
            </a:r>
          </a:p>
          <a:p>
            <a:pPr lvl="1"/>
            <a:r>
              <a:rPr lang="en-GB" dirty="0"/>
              <a:t>The decoder can also determine where they can be found in memory.</a:t>
            </a:r>
          </a:p>
          <a:p>
            <a:endParaRPr lang="en-GB" dirty="0"/>
          </a:p>
          <a:p>
            <a:endParaRPr lang="en-GB" dirty="0"/>
          </a:p>
          <a:p>
            <a:endParaRPr lang="en-GB" dirty="0"/>
          </a:p>
          <a:p>
            <a:endParaRPr lang="en-GB" dirty="0"/>
          </a:p>
          <a:p>
            <a:pPr marL="0" indent="0">
              <a:buNone/>
            </a:pPr>
            <a:r>
              <a:rPr lang="en-GB" dirty="0"/>
              <a:t>Provides a fixed rate of bits per pixel</a:t>
            </a:r>
          </a:p>
        </p:txBody>
      </p:sp>
      <p:sp>
        <p:nvSpPr>
          <p:cNvPr id="3" name="Title 2"/>
          <p:cNvSpPr>
            <a:spLocks noGrp="1"/>
          </p:cNvSpPr>
          <p:nvPr>
            <p:ph type="title"/>
          </p:nvPr>
        </p:nvSpPr>
        <p:spPr/>
        <p:txBody>
          <a:bodyPr>
            <a:normAutofit/>
          </a:bodyPr>
          <a:lstStyle/>
          <a:p>
            <a:r>
              <a:rPr lang="en-GB" dirty="0"/>
              <a:t>Block-based Compression</a:t>
            </a:r>
          </a:p>
        </p:txBody>
      </p:sp>
      <p:sp>
        <p:nvSpPr>
          <p:cNvPr id="4" name="Content Placeholder 1"/>
          <p:cNvSpPr txBox="1">
            <a:spLocks/>
          </p:cNvSpPr>
          <p:nvPr/>
        </p:nvSpPr>
        <p:spPr>
          <a:xfrm>
            <a:off x="480504" y="3200400"/>
            <a:ext cx="11154300" cy="1143000"/>
          </a:xfrm>
          <a:prstGeom prst="rect">
            <a:avLst/>
          </a:prstGeom>
        </p:spPr>
        <p:txBody>
          <a:bodyPr vert="horz" lIns="0" tIns="0" rIns="0" bIns="0">
            <a:noAutofit/>
          </a:bodyPr>
          <a:lstStyle>
            <a:lvl1pPr marL="265113" indent="-265113" algn="l" rtl="0" eaLnBrk="1" latinLnBrk="0" hangingPunct="1">
              <a:spcBef>
                <a:spcPts val="400"/>
              </a:spcBef>
              <a:buClr>
                <a:schemeClr val="accent5"/>
              </a:buClr>
              <a:buSzPct val="95000"/>
              <a:buFont typeface="Wingdings" charset="2"/>
              <a:buChar char="§"/>
              <a:defRPr kumimoji="0" sz="2400" b="0" i="0" kern="1200">
                <a:solidFill>
                  <a:schemeClr val="tx1"/>
                </a:solidFill>
                <a:effectLst/>
                <a:latin typeface="Gill Sans MT"/>
                <a:ea typeface="+mn-ea"/>
                <a:cs typeface="Gill Sans MT"/>
              </a:defRPr>
            </a:lvl1pPr>
            <a:lvl2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2pPr>
            <a:lvl3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3pPr>
            <a:lvl4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4pPr>
            <a:lvl5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5pPr>
            <a:lvl6pPr marL="1490472" indent="-182880" algn="l" rtl="0" eaLnBrk="1" latinLnBrk="0" hangingPunct="1">
              <a:spcBef>
                <a:spcPts val="250"/>
              </a:spcBef>
              <a:buClr>
                <a:schemeClr val="accent3">
                  <a:tint val="85000"/>
                  <a:satMod val="275000"/>
                </a:schemeClr>
              </a:buClr>
              <a:buSzPct val="100000"/>
              <a:buFont typeface="Verdana"/>
              <a:buChar char="◦"/>
              <a:defRPr kumimoji="0" sz="1700" kern="1200" baseline="0">
                <a:solidFill>
                  <a:schemeClr val="tx1"/>
                </a:solidFill>
                <a:latin typeface="+mn-lt"/>
                <a:ea typeface="+mn-ea"/>
                <a:cs typeface="+mn-cs"/>
              </a:defRPr>
            </a:lvl6pPr>
            <a:lvl7pPr marL="1700784"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7pPr>
            <a:lvl8pPr marL="1920240" indent="-182880" algn="l" rtl="0" eaLnBrk="1" latinLnBrk="0" hangingPunct="1">
              <a:spcBef>
                <a:spcPts val="257"/>
              </a:spcBef>
              <a:buClr>
                <a:schemeClr val="accent3">
                  <a:tint val="85000"/>
                  <a:satMod val="275000"/>
                </a:schemeClr>
              </a:buClr>
              <a:buSzPct val="100000"/>
              <a:buFont typeface="Verdana"/>
              <a:buChar char="◦"/>
              <a:defRPr kumimoji="0" sz="1500" kern="1200" baseline="0">
                <a:solidFill>
                  <a:schemeClr val="tx1"/>
                </a:solidFill>
                <a:latin typeface="+mn-lt"/>
                <a:ea typeface="+mn-ea"/>
                <a:cs typeface="+mn-cs"/>
              </a:defRPr>
            </a:lvl8pPr>
            <a:lvl9pPr marL="2148840"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9pPr>
          </a:lstStyle>
          <a:p>
            <a:pPr marL="0" indent="0">
              <a:spcAft>
                <a:spcPts val="0"/>
              </a:spcAft>
              <a:buClr>
                <a:srgbClr val="6E2FF1"/>
              </a:buClr>
              <a:buSzPct val="80000"/>
              <a:buNone/>
            </a:pPr>
            <a:r>
              <a:rPr lang="en-GB" sz="2000" dirty="0">
                <a:latin typeface="Arial" panose="020B0604020202020204" pitchFamily="34" charset="0"/>
                <a:ea typeface="ＭＳ Ｐゴシック" charset="0"/>
                <a:cs typeface="Arial" panose="020B0604020202020204" pitchFamily="34" charset="0"/>
              </a:rPr>
              <a:t>Each block has two values:</a:t>
            </a:r>
          </a:p>
          <a:p>
            <a:pPr lvl="1">
              <a:spcAft>
                <a:spcPts val="0"/>
              </a:spcAft>
              <a:buClr>
                <a:srgbClr val="6E2FF1"/>
              </a:buClr>
              <a:buSzPct val="80000"/>
              <a:buFont typeface="Arial" panose="020B0604020202020204" pitchFamily="34" charset="0"/>
              <a:buChar char="•"/>
            </a:pPr>
            <a:r>
              <a:rPr lang="en-GB" sz="1800" dirty="0">
                <a:latin typeface="Arial" panose="020B0604020202020204" pitchFamily="34" charset="0"/>
                <a:ea typeface="ＭＳ Ｐゴシック" charset="0"/>
                <a:cs typeface="Arial" panose="020B0604020202020204" pitchFamily="34" charset="0"/>
              </a:rPr>
              <a:t>Texel footprint: the number of pixels/</a:t>
            </a:r>
            <a:r>
              <a:rPr lang="en-GB" sz="1800" dirty="0" err="1">
                <a:latin typeface="Arial" panose="020B0604020202020204" pitchFamily="34" charset="0"/>
                <a:ea typeface="ＭＳ Ｐゴシック" charset="0"/>
                <a:cs typeface="Arial" panose="020B0604020202020204" pitchFamily="34" charset="0"/>
              </a:rPr>
              <a:t>texels</a:t>
            </a:r>
            <a:r>
              <a:rPr lang="en-GB" sz="1800" dirty="0">
                <a:latin typeface="Arial" panose="020B0604020202020204" pitchFamily="34" charset="0"/>
                <a:ea typeface="ＭＳ Ｐゴシック" charset="0"/>
                <a:cs typeface="Arial" panose="020B0604020202020204" pitchFamily="34" charset="0"/>
              </a:rPr>
              <a:t> it covers</a:t>
            </a:r>
          </a:p>
          <a:p>
            <a:pPr lvl="1">
              <a:spcAft>
                <a:spcPts val="0"/>
              </a:spcAft>
              <a:buClr>
                <a:srgbClr val="6E2FF1"/>
              </a:buClr>
              <a:buSzPct val="80000"/>
              <a:buFont typeface="Arial" panose="020B0604020202020204" pitchFamily="34" charset="0"/>
              <a:buChar char="•"/>
            </a:pPr>
            <a:r>
              <a:rPr lang="en-GB" sz="1800" dirty="0">
                <a:latin typeface="Arial" panose="020B0604020202020204" pitchFamily="34" charset="0"/>
                <a:ea typeface="ＭＳ Ｐゴシック" charset="0"/>
                <a:cs typeface="Arial" panose="020B0604020202020204" pitchFamily="34" charset="0"/>
              </a:rPr>
              <a:t>Data size: the number of bits the block takes up in memory</a:t>
            </a:r>
          </a:p>
          <a:p>
            <a:pPr marL="538162" lvl="1" indent="0">
              <a:spcAft>
                <a:spcPts val="0"/>
              </a:spcAft>
              <a:buClr>
                <a:srgbClr val="6E2FF1"/>
              </a:buClr>
              <a:buSzPct val="80000"/>
              <a:buFont typeface="Arial" panose="020B0604020202020204" pitchFamily="34" charset="0"/>
              <a:buNone/>
            </a:pPr>
            <a:endParaRPr lang="en-GB" dirty="0">
              <a:latin typeface="Arial" panose="020B0604020202020204" pitchFamily="34" charset="0"/>
              <a:ea typeface="ＭＳ Ｐゴシック" charset="0"/>
              <a:cs typeface="Arial" panose="020B0604020202020204" pitchFamily="34" charset="0"/>
            </a:endParaRPr>
          </a:p>
          <a:p>
            <a:pPr marL="0" indent="0">
              <a:buNone/>
            </a:pPr>
            <a:endParaRPr lang="en-GB" dirty="0"/>
          </a:p>
        </p:txBody>
      </p:sp>
    </p:spTree>
    <p:extLst>
      <p:ext uri="{BB962C8B-B14F-4D97-AF65-F5344CB8AC3E}">
        <p14:creationId xmlns:p14="http://schemas.microsoft.com/office/powerpoint/2010/main" val="7055275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a:xfrm>
            <a:off x="483866" y="1371600"/>
            <a:ext cx="10488935" cy="4680000"/>
          </a:xfrm>
        </p:spPr>
        <p:txBody>
          <a:bodyPr/>
          <a:lstStyle/>
          <a:p>
            <a:pPr marL="0" indent="0">
              <a:buNone/>
            </a:pPr>
            <a:endParaRPr lang="en-GB" dirty="0"/>
          </a:p>
          <a:p>
            <a:pPr marL="0" indent="0">
              <a:buNone/>
            </a:pPr>
            <a:r>
              <a:rPr lang="en-GB" dirty="0"/>
              <a:t>In the labs so far, scenes and objects have been manually created and stored in source files.</a:t>
            </a:r>
          </a:p>
          <a:p>
            <a:endParaRPr lang="en-GB" dirty="0"/>
          </a:p>
          <a:p>
            <a:pPr marL="0" indent="0">
              <a:buNone/>
            </a:pPr>
            <a:r>
              <a:rPr lang="en-GB" dirty="0"/>
              <a:t>In the real world, graphics developers use </a:t>
            </a:r>
            <a:r>
              <a:rPr lang="en-GB" dirty="0" err="1"/>
              <a:t>modeling</a:t>
            </a:r>
            <a:r>
              <a:rPr lang="en-GB" dirty="0"/>
              <a:t> tools to create scenes. </a:t>
            </a:r>
          </a:p>
          <a:p>
            <a:endParaRPr lang="en-GB" dirty="0"/>
          </a:p>
          <a:p>
            <a:pPr marL="0" indent="0">
              <a:buNone/>
            </a:pPr>
            <a:r>
              <a:rPr lang="en-GB" dirty="0"/>
              <a:t>The models created can be used as assets in this course’s application.</a:t>
            </a:r>
          </a:p>
        </p:txBody>
      </p:sp>
      <p:sp>
        <p:nvSpPr>
          <p:cNvPr id="3" name="Title 2"/>
          <p:cNvSpPr>
            <a:spLocks noGrp="1"/>
          </p:cNvSpPr>
          <p:nvPr>
            <p:ph type="title"/>
          </p:nvPr>
        </p:nvSpPr>
        <p:spPr/>
        <p:txBody>
          <a:bodyPr>
            <a:normAutofit/>
          </a:bodyPr>
          <a:lstStyle/>
          <a:p>
            <a:r>
              <a:rPr lang="en-GB" dirty="0"/>
              <a:t>Graphical Assets</a:t>
            </a:r>
          </a:p>
        </p:txBody>
      </p:sp>
    </p:spTree>
    <p:extLst>
      <p:ext uri="{BB962C8B-B14F-4D97-AF65-F5344CB8AC3E}">
        <p14:creationId xmlns:p14="http://schemas.microsoft.com/office/powerpoint/2010/main" val="33272236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a:xfrm>
            <a:off x="483865" y="1447800"/>
            <a:ext cx="11154300" cy="4680000"/>
          </a:xfrm>
        </p:spPr>
        <p:txBody>
          <a:bodyPr/>
          <a:lstStyle/>
          <a:p>
            <a:endParaRPr lang="en-GB" dirty="0"/>
          </a:p>
          <a:p>
            <a:pPr marL="0" indent="0">
              <a:buNone/>
            </a:pPr>
            <a:r>
              <a:rPr lang="en-GB" dirty="0"/>
              <a:t>A digital asset is anything that can be accessed in binary format included in a creation/project.</a:t>
            </a:r>
          </a:p>
          <a:p>
            <a:endParaRPr lang="en-GB" dirty="0"/>
          </a:p>
          <a:p>
            <a:pPr marL="0" indent="0">
              <a:buNone/>
            </a:pPr>
            <a:r>
              <a:rPr lang="en-GB" dirty="0"/>
              <a:t>In the field of computer graphics, this could be an image, a model, an animation, etc.</a:t>
            </a:r>
          </a:p>
          <a:p>
            <a:endParaRPr lang="en-GB" dirty="0"/>
          </a:p>
          <a:p>
            <a:pPr marL="0" indent="0">
              <a:buNone/>
            </a:pPr>
            <a:r>
              <a:rPr lang="en-GB" dirty="0"/>
              <a:t>Commonly used to eliminate the lengthy process of manually creating things</a:t>
            </a:r>
          </a:p>
        </p:txBody>
      </p:sp>
      <p:sp>
        <p:nvSpPr>
          <p:cNvPr id="3" name="Title 2"/>
          <p:cNvSpPr>
            <a:spLocks noGrp="1"/>
          </p:cNvSpPr>
          <p:nvPr>
            <p:ph type="title"/>
          </p:nvPr>
        </p:nvSpPr>
        <p:spPr/>
        <p:txBody>
          <a:bodyPr>
            <a:normAutofit/>
          </a:bodyPr>
          <a:lstStyle/>
          <a:p>
            <a:r>
              <a:rPr lang="en-GB" dirty="0"/>
              <a:t>Graphical Assets</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75382" y="4979624"/>
            <a:ext cx="1192575" cy="1192575"/>
          </a:xfrm>
          <a:prstGeom prst="rect">
            <a:avLst/>
          </a:prstGeom>
        </p:spPr>
      </p:pic>
      <p:sp>
        <p:nvSpPr>
          <p:cNvPr id="5" name="TextBox 4"/>
          <p:cNvSpPr txBox="1"/>
          <p:nvPr/>
        </p:nvSpPr>
        <p:spPr>
          <a:xfrm>
            <a:off x="5334001" y="6248400"/>
            <a:ext cx="1684747" cy="304800"/>
          </a:xfrm>
          <a:prstGeom prst="rect">
            <a:avLst/>
          </a:prstGeom>
        </p:spPr>
        <p:txBody>
          <a:bodyPr vert="horz" wrap="none" lIns="0" tIns="0" rIns="0" bIns="0" rtlCol="0" anchor="t">
            <a:normAutofit/>
          </a:bodyPr>
          <a:lstStyle/>
          <a:p>
            <a:r>
              <a:rPr lang="en-GB" sz="1300" i="1" dirty="0"/>
              <a:t>Wood texture asset</a:t>
            </a:r>
          </a:p>
        </p:txBody>
      </p:sp>
    </p:spTree>
    <p:extLst>
      <p:ext uri="{BB962C8B-B14F-4D97-AF65-F5344CB8AC3E}">
        <p14:creationId xmlns:p14="http://schemas.microsoft.com/office/powerpoint/2010/main" val="42921487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lstStyle/>
          <a:p>
            <a:pPr marL="0" indent="0">
              <a:buNone/>
            </a:pPr>
            <a:endParaRPr lang="en-GB" dirty="0"/>
          </a:p>
          <a:p>
            <a:pPr marL="0" indent="0">
              <a:buNone/>
            </a:pPr>
            <a:r>
              <a:rPr lang="en-GB" dirty="0"/>
              <a:t>There are a number of libraries and methods used to load assets for graphics development.</a:t>
            </a:r>
          </a:p>
          <a:p>
            <a:endParaRPr lang="en-GB" dirty="0"/>
          </a:p>
          <a:p>
            <a:pPr marL="0" indent="0">
              <a:buNone/>
            </a:pPr>
            <a:r>
              <a:rPr lang="en-GB" dirty="0"/>
              <a:t>The library examined in this course is the Open Asset Importer Library.</a:t>
            </a:r>
          </a:p>
        </p:txBody>
      </p:sp>
      <p:sp>
        <p:nvSpPr>
          <p:cNvPr id="3" name="Title 2"/>
          <p:cNvSpPr>
            <a:spLocks noGrp="1"/>
          </p:cNvSpPr>
          <p:nvPr>
            <p:ph type="title"/>
          </p:nvPr>
        </p:nvSpPr>
        <p:spPr/>
        <p:txBody>
          <a:bodyPr>
            <a:normAutofit/>
          </a:bodyPr>
          <a:lstStyle/>
          <a:p>
            <a:r>
              <a:rPr lang="en-GB" dirty="0"/>
              <a:t>Loading Assets</a:t>
            </a:r>
          </a:p>
        </p:txBody>
      </p:sp>
    </p:spTree>
    <p:extLst>
      <p:ext uri="{BB962C8B-B14F-4D97-AF65-F5344CB8AC3E}">
        <p14:creationId xmlns:p14="http://schemas.microsoft.com/office/powerpoint/2010/main" val="23816876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a:xfrm>
            <a:off x="463037" y="1524000"/>
            <a:ext cx="11154300" cy="4680000"/>
          </a:xfrm>
        </p:spPr>
        <p:txBody>
          <a:bodyPr/>
          <a:lstStyle/>
          <a:p>
            <a:pPr marL="0" indent="0">
              <a:buNone/>
            </a:pPr>
            <a:r>
              <a:rPr lang="en-GB" dirty="0"/>
              <a:t>The Open Asset Importer Library is an open-source library that provides support and functionality for loading 3D model formats.</a:t>
            </a:r>
          </a:p>
          <a:p>
            <a:endParaRPr lang="en-GB" dirty="0"/>
          </a:p>
          <a:p>
            <a:pPr marL="0" indent="0">
              <a:buNone/>
            </a:pPr>
            <a:r>
              <a:rPr lang="en-GB" dirty="0"/>
              <a:t>It enables the developer to load assets and include them in scenes without manually creating them.</a:t>
            </a:r>
          </a:p>
          <a:p>
            <a:endParaRPr lang="en-GB" dirty="0"/>
          </a:p>
          <a:p>
            <a:pPr marL="0" indent="0">
              <a:buNone/>
            </a:pPr>
            <a:r>
              <a:rPr lang="en-GB" dirty="0"/>
              <a:t>Written in C++</a:t>
            </a:r>
          </a:p>
          <a:p>
            <a:endParaRPr lang="en-GB" dirty="0"/>
          </a:p>
          <a:p>
            <a:endParaRPr lang="en-GB" dirty="0"/>
          </a:p>
        </p:txBody>
      </p:sp>
      <p:sp>
        <p:nvSpPr>
          <p:cNvPr id="3" name="Title 2"/>
          <p:cNvSpPr>
            <a:spLocks noGrp="1"/>
          </p:cNvSpPr>
          <p:nvPr>
            <p:ph type="title"/>
          </p:nvPr>
        </p:nvSpPr>
        <p:spPr/>
        <p:txBody>
          <a:bodyPr>
            <a:normAutofit/>
          </a:bodyPr>
          <a:lstStyle/>
          <a:p>
            <a:r>
              <a:rPr lang="en-GB" dirty="0"/>
              <a:t>Open Asset Importer Library</a:t>
            </a:r>
          </a:p>
        </p:txBody>
      </p:sp>
    </p:spTree>
    <p:extLst>
      <p:ext uri="{BB962C8B-B14F-4D97-AF65-F5344CB8AC3E}">
        <p14:creationId xmlns:p14="http://schemas.microsoft.com/office/powerpoint/2010/main" val="16837995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lstStyle/>
          <a:p>
            <a:endParaRPr lang="en-GB" dirty="0"/>
          </a:p>
          <a:p>
            <a:pPr marL="0" indent="0">
              <a:buNone/>
            </a:pPr>
            <a:r>
              <a:rPr lang="en-GB" dirty="0"/>
              <a:t>The Open Asset Importer Library can load a number of formats.</a:t>
            </a:r>
          </a:p>
          <a:p>
            <a:endParaRPr lang="en-GB" dirty="0"/>
          </a:p>
          <a:p>
            <a:pPr marL="0" indent="0">
              <a:buNone/>
            </a:pPr>
            <a:r>
              <a:rPr lang="en-GB" dirty="0"/>
              <a:t>Assets are converted into a standard format.</a:t>
            </a:r>
          </a:p>
          <a:p>
            <a:endParaRPr lang="en-GB" dirty="0"/>
          </a:p>
          <a:p>
            <a:pPr marL="0" indent="0">
              <a:lnSpc>
                <a:spcPct val="150000"/>
              </a:lnSpc>
              <a:buNone/>
            </a:pPr>
            <a:r>
              <a:rPr lang="en-GB" dirty="0"/>
              <a:t>Different model formats can store a variety of different features:</a:t>
            </a:r>
          </a:p>
          <a:p>
            <a:pPr lvl="1">
              <a:lnSpc>
                <a:spcPct val="150000"/>
              </a:lnSpc>
            </a:pPr>
            <a:r>
              <a:rPr lang="en-GB" dirty="0"/>
              <a:t>Geometry</a:t>
            </a:r>
          </a:p>
          <a:p>
            <a:pPr lvl="1">
              <a:lnSpc>
                <a:spcPct val="150000"/>
              </a:lnSpc>
            </a:pPr>
            <a:r>
              <a:rPr lang="en-GB" dirty="0"/>
              <a:t>Normals</a:t>
            </a:r>
          </a:p>
          <a:p>
            <a:pPr lvl="1">
              <a:lnSpc>
                <a:spcPct val="150000"/>
              </a:lnSpc>
            </a:pPr>
            <a:r>
              <a:rPr lang="en-GB" dirty="0"/>
              <a:t>Textures</a:t>
            </a:r>
          </a:p>
          <a:p>
            <a:pPr lvl="1">
              <a:lnSpc>
                <a:spcPct val="150000"/>
              </a:lnSpc>
            </a:pPr>
            <a:r>
              <a:rPr lang="en-GB" dirty="0"/>
              <a:t>Materials</a:t>
            </a:r>
          </a:p>
        </p:txBody>
      </p:sp>
      <p:sp>
        <p:nvSpPr>
          <p:cNvPr id="3" name="Title 2"/>
          <p:cNvSpPr>
            <a:spLocks noGrp="1"/>
          </p:cNvSpPr>
          <p:nvPr>
            <p:ph type="title"/>
          </p:nvPr>
        </p:nvSpPr>
        <p:spPr/>
        <p:txBody>
          <a:bodyPr>
            <a:normAutofit/>
          </a:bodyPr>
          <a:lstStyle/>
          <a:p>
            <a:r>
              <a:rPr lang="en-GB" dirty="0"/>
              <a:t>Open Asset Importer Library</a:t>
            </a:r>
          </a:p>
        </p:txBody>
      </p:sp>
    </p:spTree>
    <p:extLst>
      <p:ext uri="{BB962C8B-B14F-4D97-AF65-F5344CB8AC3E}">
        <p14:creationId xmlns:p14="http://schemas.microsoft.com/office/powerpoint/2010/main" val="4967081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lstStyle/>
          <a:p>
            <a:pPr marL="0" indent="0">
              <a:buNone/>
            </a:pPr>
            <a:endParaRPr lang="en-GB" dirty="0"/>
          </a:p>
          <a:p>
            <a:pPr marL="0" indent="0">
              <a:buNone/>
            </a:pPr>
            <a:r>
              <a:rPr lang="en-GB" dirty="0"/>
              <a:t>The Android Application Package (APK) is a file format used to deploy applications to Android systems.</a:t>
            </a:r>
          </a:p>
          <a:p>
            <a:endParaRPr lang="en-GB" dirty="0"/>
          </a:p>
          <a:p>
            <a:pPr marL="0" indent="0">
              <a:lnSpc>
                <a:spcPct val="150000"/>
              </a:lnSpc>
              <a:buNone/>
            </a:pPr>
            <a:r>
              <a:rPr lang="en-GB" dirty="0"/>
              <a:t>This file will contain, precompiled, everything the application needs to run, including:</a:t>
            </a:r>
          </a:p>
          <a:p>
            <a:pPr lvl="1">
              <a:lnSpc>
                <a:spcPct val="150000"/>
              </a:lnSpc>
            </a:pPr>
            <a:r>
              <a:rPr lang="en-GB" dirty="0"/>
              <a:t>Classes</a:t>
            </a:r>
          </a:p>
          <a:p>
            <a:pPr lvl="1">
              <a:lnSpc>
                <a:spcPct val="150000"/>
              </a:lnSpc>
            </a:pPr>
            <a:r>
              <a:rPr lang="en-GB" dirty="0"/>
              <a:t>Assets</a:t>
            </a:r>
          </a:p>
          <a:p>
            <a:pPr lvl="1">
              <a:lnSpc>
                <a:spcPct val="150000"/>
              </a:lnSpc>
            </a:pPr>
            <a:r>
              <a:rPr lang="en-GB" dirty="0"/>
              <a:t>Libraries</a:t>
            </a:r>
          </a:p>
        </p:txBody>
      </p:sp>
      <p:sp>
        <p:nvSpPr>
          <p:cNvPr id="3" name="Title 2"/>
          <p:cNvSpPr>
            <a:spLocks noGrp="1"/>
          </p:cNvSpPr>
          <p:nvPr>
            <p:ph type="title"/>
          </p:nvPr>
        </p:nvSpPr>
        <p:spPr/>
        <p:txBody>
          <a:bodyPr>
            <a:normAutofit/>
          </a:bodyPr>
          <a:lstStyle/>
          <a:p>
            <a:r>
              <a:rPr lang="en-GB" dirty="0"/>
              <a:t>Android Application Package:  APK</a:t>
            </a:r>
          </a:p>
        </p:txBody>
      </p:sp>
    </p:spTree>
    <p:extLst>
      <p:ext uri="{BB962C8B-B14F-4D97-AF65-F5344CB8AC3E}">
        <p14:creationId xmlns:p14="http://schemas.microsoft.com/office/powerpoint/2010/main" val="8603066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lstStyle/>
          <a:p>
            <a:endParaRPr lang="en-GB" dirty="0"/>
          </a:p>
          <a:p>
            <a:pPr marL="0" indent="0">
              <a:buNone/>
            </a:pPr>
            <a:r>
              <a:rPr lang="en-GB" dirty="0"/>
              <a:t>Developers often want to load assets, e.g., models or textures, from a file into an application.</a:t>
            </a:r>
          </a:p>
          <a:p>
            <a:endParaRPr lang="en-GB" dirty="0"/>
          </a:p>
          <a:p>
            <a:pPr marL="0" indent="0">
              <a:lnSpc>
                <a:spcPct val="150000"/>
              </a:lnSpc>
              <a:buNone/>
            </a:pPr>
            <a:r>
              <a:rPr lang="en-GB" dirty="0"/>
              <a:t>Assets can be extracted into three main types of locations:</a:t>
            </a:r>
          </a:p>
          <a:p>
            <a:pPr lvl="1">
              <a:lnSpc>
                <a:spcPct val="150000"/>
              </a:lnSpc>
            </a:pPr>
            <a:r>
              <a:rPr lang="en-GB" dirty="0"/>
              <a:t>Private locations</a:t>
            </a:r>
          </a:p>
          <a:p>
            <a:pPr lvl="1">
              <a:lnSpc>
                <a:spcPct val="150000"/>
              </a:lnSpc>
            </a:pPr>
            <a:r>
              <a:rPr lang="en-GB" dirty="0"/>
              <a:t>Public locations</a:t>
            </a:r>
          </a:p>
          <a:p>
            <a:pPr lvl="1">
              <a:lnSpc>
                <a:spcPct val="150000"/>
              </a:lnSpc>
            </a:pPr>
            <a:r>
              <a:rPr lang="en-GB" dirty="0"/>
              <a:t>Temporary locations</a:t>
            </a:r>
          </a:p>
        </p:txBody>
      </p:sp>
      <p:sp>
        <p:nvSpPr>
          <p:cNvPr id="3" name="Title 2"/>
          <p:cNvSpPr>
            <a:spLocks noGrp="1"/>
          </p:cNvSpPr>
          <p:nvPr>
            <p:ph type="title"/>
          </p:nvPr>
        </p:nvSpPr>
        <p:spPr/>
        <p:txBody>
          <a:bodyPr>
            <a:normAutofit/>
          </a:bodyPr>
          <a:lstStyle/>
          <a:p>
            <a:r>
              <a:rPr lang="en-GB" dirty="0"/>
              <a:t>Android File Loading</a:t>
            </a:r>
          </a:p>
        </p:txBody>
      </p:sp>
    </p:spTree>
    <p:extLst>
      <p:ext uri="{BB962C8B-B14F-4D97-AF65-F5344CB8AC3E}">
        <p14:creationId xmlns:p14="http://schemas.microsoft.com/office/powerpoint/2010/main" val="27893652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lstStyle/>
          <a:p>
            <a:endParaRPr lang="en-GB" dirty="0"/>
          </a:p>
          <a:p>
            <a:pPr marL="0" indent="0">
              <a:buNone/>
            </a:pPr>
            <a:r>
              <a:rPr lang="en-GB" dirty="0"/>
              <a:t>A private location is one that can only be accessed by a particular application.</a:t>
            </a:r>
          </a:p>
          <a:p>
            <a:endParaRPr lang="en-GB" dirty="0"/>
          </a:p>
          <a:p>
            <a:pPr marL="0" indent="0">
              <a:buNone/>
            </a:pPr>
            <a:r>
              <a:rPr lang="en-GB" dirty="0"/>
              <a:t>Data stored here is usually sensitive and/or things that the developer does not want everyone to access.</a:t>
            </a:r>
          </a:p>
          <a:p>
            <a:endParaRPr lang="en-GB" dirty="0"/>
          </a:p>
          <a:p>
            <a:pPr marL="0" indent="0">
              <a:buNone/>
            </a:pPr>
            <a:r>
              <a:rPr lang="en-GB" dirty="0"/>
              <a:t>However, note that if the developer has root permissions for a device, they could still access this type of directory, so it should not be assumed to be fully secure.</a:t>
            </a:r>
          </a:p>
          <a:p>
            <a:endParaRPr lang="en-GB" dirty="0"/>
          </a:p>
          <a:p>
            <a:endParaRPr lang="en-GB" dirty="0"/>
          </a:p>
        </p:txBody>
      </p:sp>
      <p:sp>
        <p:nvSpPr>
          <p:cNvPr id="3" name="Title 2"/>
          <p:cNvSpPr>
            <a:spLocks noGrp="1"/>
          </p:cNvSpPr>
          <p:nvPr>
            <p:ph type="title"/>
          </p:nvPr>
        </p:nvSpPr>
        <p:spPr/>
        <p:txBody>
          <a:bodyPr>
            <a:normAutofit/>
          </a:bodyPr>
          <a:lstStyle/>
          <a:p>
            <a:r>
              <a:rPr lang="en-GB" dirty="0"/>
              <a:t>Extracting to a Private Location</a:t>
            </a:r>
          </a:p>
        </p:txBody>
      </p:sp>
    </p:spTree>
    <p:extLst>
      <p:ext uri="{BB962C8B-B14F-4D97-AF65-F5344CB8AC3E}">
        <p14:creationId xmlns:p14="http://schemas.microsoft.com/office/powerpoint/2010/main" val="5965584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lstStyle/>
          <a:p>
            <a:endParaRPr lang="en-GB" dirty="0"/>
          </a:p>
          <a:p>
            <a:pPr marL="0" indent="0">
              <a:buNone/>
            </a:pPr>
            <a:r>
              <a:rPr lang="en-GB" dirty="0"/>
              <a:t>A public location is one that can be accessed by numerous applications.</a:t>
            </a:r>
          </a:p>
          <a:p>
            <a:endParaRPr lang="en-GB" dirty="0"/>
          </a:p>
          <a:p>
            <a:pPr marL="0" indent="0">
              <a:lnSpc>
                <a:spcPct val="150000"/>
              </a:lnSpc>
              <a:buNone/>
            </a:pPr>
            <a:r>
              <a:rPr lang="en-GB" dirty="0"/>
              <a:t>Data stored in a public directory is data used by a number of applications, e.g.:</a:t>
            </a:r>
          </a:p>
          <a:p>
            <a:pPr lvl="1">
              <a:lnSpc>
                <a:spcPct val="150000"/>
              </a:lnSpc>
            </a:pPr>
            <a:r>
              <a:rPr lang="en-GB" dirty="0"/>
              <a:t>Music</a:t>
            </a:r>
          </a:p>
          <a:p>
            <a:pPr lvl="2">
              <a:lnSpc>
                <a:spcPct val="150000"/>
              </a:lnSpc>
            </a:pPr>
            <a:r>
              <a:rPr lang="en-GB" sz="1800" dirty="0"/>
              <a:t>Pictures</a:t>
            </a:r>
          </a:p>
          <a:p>
            <a:pPr lvl="3">
              <a:lnSpc>
                <a:spcPct val="150000"/>
              </a:lnSpc>
            </a:pPr>
            <a:r>
              <a:rPr lang="en-GB" sz="1800" dirty="0"/>
              <a:t>Downloads</a:t>
            </a:r>
            <a:r>
              <a:rPr lang="en-GB" dirty="0"/>
              <a:t> </a:t>
            </a:r>
          </a:p>
          <a:p>
            <a:pPr>
              <a:lnSpc>
                <a:spcPct val="150000"/>
              </a:lnSpc>
            </a:pPr>
            <a:endParaRPr lang="en-GB" dirty="0"/>
          </a:p>
          <a:p>
            <a:endParaRPr lang="en-GB" dirty="0"/>
          </a:p>
        </p:txBody>
      </p:sp>
      <p:sp>
        <p:nvSpPr>
          <p:cNvPr id="3" name="Title 2"/>
          <p:cNvSpPr>
            <a:spLocks noGrp="1"/>
          </p:cNvSpPr>
          <p:nvPr>
            <p:ph type="title"/>
          </p:nvPr>
        </p:nvSpPr>
        <p:spPr/>
        <p:txBody>
          <a:bodyPr>
            <a:normAutofit/>
          </a:bodyPr>
          <a:lstStyle/>
          <a:p>
            <a:r>
              <a:rPr lang="en-GB" dirty="0"/>
              <a:t>Extracting to a Public Location</a:t>
            </a:r>
          </a:p>
        </p:txBody>
      </p:sp>
    </p:spTree>
    <p:extLst>
      <p:ext uri="{BB962C8B-B14F-4D97-AF65-F5344CB8AC3E}">
        <p14:creationId xmlns:p14="http://schemas.microsoft.com/office/powerpoint/2010/main" val="30373383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lstStyle/>
          <a:p>
            <a:endParaRPr lang="en-GB" dirty="0"/>
          </a:p>
          <a:p>
            <a:pPr marL="0" indent="0">
              <a:buNone/>
            </a:pPr>
            <a:r>
              <a:rPr lang="en-GB" dirty="0"/>
              <a:t>A temporary location should not be used for permanent storage.</a:t>
            </a:r>
          </a:p>
          <a:p>
            <a:endParaRPr lang="en-GB" dirty="0"/>
          </a:p>
          <a:p>
            <a:pPr marL="0" indent="0">
              <a:buNone/>
            </a:pPr>
            <a:r>
              <a:rPr lang="en-GB" dirty="0"/>
              <a:t>Data stored here should generally be for the short term, because Android will delete the folder when it fills up.</a:t>
            </a:r>
          </a:p>
        </p:txBody>
      </p:sp>
      <p:sp>
        <p:nvSpPr>
          <p:cNvPr id="3" name="Title 2"/>
          <p:cNvSpPr>
            <a:spLocks noGrp="1"/>
          </p:cNvSpPr>
          <p:nvPr>
            <p:ph type="title"/>
          </p:nvPr>
        </p:nvSpPr>
        <p:spPr/>
        <p:txBody>
          <a:bodyPr>
            <a:normAutofit/>
          </a:bodyPr>
          <a:lstStyle/>
          <a:p>
            <a:r>
              <a:rPr lang="en-GB" dirty="0"/>
              <a:t>Extracting to a Temporary Location</a:t>
            </a:r>
          </a:p>
        </p:txBody>
      </p:sp>
    </p:spTree>
    <p:extLst>
      <p:ext uri="{BB962C8B-B14F-4D97-AF65-F5344CB8AC3E}">
        <p14:creationId xmlns:p14="http://schemas.microsoft.com/office/powerpoint/2010/main" val="3907556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213210085"/>
      </p:ext>
    </p:extLst>
  </p:cSld>
  <p:clrMapOvr>
    <a:masterClrMapping/>
  </p:clrMapOvr>
</p:sld>
</file>

<file path=ppt/theme/theme1.xml><?xml version="1.0" encoding="utf-8"?>
<a:theme xmlns:a="http://schemas.openxmlformats.org/drawingml/2006/main" name="Arm_Public_2026_Lightmode">
  <a:themeElements>
    <a:clrScheme name="Arm 2026">
      <a:dk1>
        <a:srgbClr val="000000"/>
      </a:dk1>
      <a:lt1>
        <a:srgbClr val="FFFFFF"/>
      </a:lt1>
      <a:dk2>
        <a:srgbClr val="080224"/>
      </a:dk2>
      <a:lt2>
        <a:srgbClr val="F3F3F3"/>
      </a:lt2>
      <a:accent1>
        <a:srgbClr val="0057FF"/>
      </a:accent1>
      <a:accent2>
        <a:srgbClr val="3B3252"/>
      </a:accent2>
      <a:accent3>
        <a:srgbClr val="FFAE2C"/>
      </a:accent3>
      <a:accent4>
        <a:srgbClr val="02EAEA"/>
      </a:accent4>
      <a:accent5>
        <a:srgbClr val="F26419"/>
      </a:accent5>
      <a:accent6>
        <a:srgbClr val="6F6F6F"/>
      </a:accent6>
      <a:hlink>
        <a:srgbClr val="7133F7"/>
      </a:hlink>
      <a:folHlink>
        <a:srgbClr val="002F6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7233F7"/>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0" indent="0" algn="l" defTabSz="914400" rtl="0" eaLnBrk="1" latinLnBrk="0" hangingPunct="1">
          <a:lnSpc>
            <a:spcPct val="90000"/>
          </a:lnSpc>
          <a:spcBef>
            <a:spcPts val="0"/>
          </a:spcBef>
          <a:spcAft>
            <a:spcPts val="600"/>
          </a:spcAft>
          <a:buFont typeface="Arial" panose="020B0604020202020204" pitchFamily="34" charset="0"/>
          <a:buNone/>
          <a:defRPr sz="2100" kern="1200" dirty="0" err="1" smtClean="0">
            <a:solidFill>
              <a:schemeClr val="tx2"/>
            </a:solidFill>
            <a:latin typeface="+mn-lt"/>
            <a:ea typeface="+mn-ea"/>
            <a:cs typeface="+mn-cs"/>
          </a:defRPr>
        </a:defPPr>
      </a:lstStyle>
    </a:txDef>
  </a:objectDefaults>
  <a:extraClrSchemeLst/>
  <a:extLst>
    <a:ext uri="{05A4C25C-085E-4340-85A3-A5531E510DB2}">
      <thm15:themeFamily xmlns:thm15="http://schemas.microsoft.com/office/thememl/2012/main" name="Arm_Public_2026" id="{3B4724F7-E3D1-6743-8E7B-BFDD10AD19B1}" vid="{CCFE33B7-E389-0548-B385-4E4AFCC9E000}"/>
    </a:ext>
  </a:extLst>
</a:theme>
</file>

<file path=ppt/theme/theme2.xml><?xml version="1.0" encoding="utf-8"?>
<a:theme xmlns:a="http://schemas.openxmlformats.org/drawingml/2006/main" name="Arm_Public_2026_Darkmode">
  <a:themeElements>
    <a:clrScheme name="Arm Test 5">
      <a:dk1>
        <a:srgbClr val="000000"/>
      </a:dk1>
      <a:lt1>
        <a:srgbClr val="FFFFFF"/>
      </a:lt1>
      <a:dk2>
        <a:srgbClr val="080023"/>
      </a:dk2>
      <a:lt2>
        <a:srgbClr val="F3F3F3"/>
      </a:lt2>
      <a:accent1>
        <a:srgbClr val="0054FC"/>
      </a:accent1>
      <a:accent2>
        <a:srgbClr val="3B3252"/>
      </a:accent2>
      <a:accent3>
        <a:srgbClr val="FCAB2A"/>
      </a:accent3>
      <a:accent4>
        <a:srgbClr val="00EAE7"/>
      </a:accent4>
      <a:accent5>
        <a:srgbClr val="F37929"/>
      </a:accent5>
      <a:accent6>
        <a:srgbClr val="6F6F6F"/>
      </a:accent6>
      <a:hlink>
        <a:srgbClr val="6E2FF0"/>
      </a:hlink>
      <a:folHlink>
        <a:srgbClr val="002F6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0" indent="0" algn="l" defTabSz="914400" rtl="0" eaLnBrk="1" latinLnBrk="0" hangingPunct="1">
          <a:lnSpc>
            <a:spcPct val="90000"/>
          </a:lnSpc>
          <a:spcBef>
            <a:spcPts val="0"/>
          </a:spcBef>
          <a:spcAft>
            <a:spcPts val="600"/>
          </a:spcAft>
          <a:buFont typeface="Arial" panose="020B0604020202020204" pitchFamily="34" charset="0"/>
          <a:buNone/>
          <a:defRPr sz="2100" kern="1200" dirty="0" err="1" smtClean="0">
            <a:solidFill>
              <a:schemeClr val="tx2"/>
            </a:solidFill>
            <a:latin typeface="+mn-lt"/>
            <a:ea typeface="+mn-ea"/>
            <a:cs typeface="+mn-cs"/>
          </a:defRPr>
        </a:defPPr>
      </a:lstStyle>
    </a:txDef>
  </a:objectDefaults>
  <a:extraClrSchemeLst/>
  <a:extLst>
    <a:ext uri="{05A4C25C-085E-4340-85A3-A5531E510DB2}">
      <thm15:themeFamily xmlns:thm15="http://schemas.microsoft.com/office/thememl/2012/main" name="Arm_Public_2026" id="{3B4724F7-E3D1-6743-8E7B-BFDD10AD19B1}" vid="{C25F682B-5088-4F4D-B54C-ED554F8117F3}"/>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mso-contentType ?>
<customXsn xmlns="http://schemas.microsoft.com/office/2006/metadata/customXsn">
  <xsnLocation/>
  <cached>True</cached>
  <openByDefault>True</openByDefault>
  <xsnScope/>
</customXsn>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Current_x0020_Version xmlns="f2ad5090-61a8-4b8c-ab70-68f4ff4d1933">9.0</Current_x0020_Version>
    <Document_x0020_Author xmlns="f2ad5090-61a8-4b8c-ab70-68f4ff4d1933">
      <UserInfo>
        <DisplayName/>
        <AccountId xsi:nil="true"/>
        <AccountType/>
      </UserInfo>
    </Document_x0020_Author>
    <_dlc_DocId xmlns="f2ad5090-61a8-4b8c-ab70-68f4ff4d1933">ARM-ECM-0633231</_dlc_DocId>
    <Document_x0020_Confidentiality xmlns="f2ad5090-61a8-4b8c-ab70-68f4ff4d1933">Confidential-Restricted</Document_x0020_Confidentiality>
    <_dlc_DocIdUrl xmlns="f2ad5090-61a8-4b8c-ab70-68f4ff4d1933">
      <Url>http://teamsites.arm.com/sites/cthub/_layouts/DocIdRedir.aspx?ID=ARM-ECM-0633231</Url>
      <Description>ARM-ECM-0633231</Description>
    </_dlc_DocIdUrl>
    <Category xmlns="c0950e01-db07-4e41-9c32-b7a8e9fccc9b">Private Presentation Templates</Category>
    <ARM_x0020_Legacy_x0020_ID xmlns="f2ad5090-61a8-4b8c-ab70-68f4ff4d1933" xsi:nil="true"/>
    <TaxCatchAll xmlns="f2ad5090-61a8-4b8c-ab70-68f4ff4d1933">
      <Value>7</Value>
      <Value>1</Value>
    </TaxCatchAll>
    <j60c3ced31bb40378c6254d49035d966 xmlns="f2ad5090-61a8-4b8c-ab70-68f4ff4d1933">
      <Terms xmlns="http://schemas.microsoft.com/office/infopath/2007/PartnerControls">
        <TermInfo xmlns="http://schemas.microsoft.com/office/infopath/2007/PartnerControls">
          <TermName xmlns="http://schemas.microsoft.com/office/infopath/2007/PartnerControls">2017</TermName>
          <TermId xmlns="http://schemas.microsoft.com/office/infopath/2007/PartnerControls">58467e81-5d99-44a5-abb5-12a016b65e9e</TermId>
        </TermInfo>
      </Terms>
    </j60c3ced31bb40378c6254d49035d966>
    <RoutingRuleDescription xmlns="http://schemas.microsoft.com/sharepoint/v3" xsi:nil="true"/>
    <_Status xmlns="http://schemas.microsoft.com/sharepoint/v3/fields">Not Started</_Status>
  </documentManagement>
</p:properties>
</file>

<file path=customXml/item4.xml><?xml version="1.0" encoding="utf-8"?>
<ct:contentTypeSchema xmlns:ct="http://schemas.microsoft.com/office/2006/metadata/contentType" xmlns:ma="http://schemas.microsoft.com/office/2006/metadata/properties/metaAttributes" ct:_="" ma:_="" ma:contentTypeName="ARM Document" ma:contentTypeID="0x0101005C6975769EB1684CAB07571CAE07A11B0100BC81FA0C64ACC243A77959D9266C7751" ma:contentTypeVersion="27" ma:contentTypeDescription="" ma:contentTypeScope="" ma:versionID="c3d44a507a30e34bb56df6cb41b0e970">
  <xsd:schema xmlns:xsd="http://www.w3.org/2001/XMLSchema" xmlns:xs="http://www.w3.org/2001/XMLSchema" xmlns:p="http://schemas.microsoft.com/office/2006/metadata/properties" xmlns:ns1="http://schemas.microsoft.com/sharepoint/v3" xmlns:ns2="f2ad5090-61a8-4b8c-ab70-68f4ff4d1933" xmlns:ns3="http://schemas.microsoft.com/sharepoint/v3/fields" xmlns:ns4="c0950e01-db07-4e41-9c32-b7a8e9fccc9b" targetNamespace="http://schemas.microsoft.com/office/2006/metadata/properties" ma:root="true" ma:fieldsID="d6365f768a9cf65e3d0aaa644537f94f" ns1:_="" ns2:_="" ns3:_="" ns4:_="">
    <xsd:import namespace="http://schemas.microsoft.com/sharepoint/v3"/>
    <xsd:import namespace="f2ad5090-61a8-4b8c-ab70-68f4ff4d1933"/>
    <xsd:import namespace="http://schemas.microsoft.com/sharepoint/v3/fields"/>
    <xsd:import namespace="c0950e01-db07-4e41-9c32-b7a8e9fccc9b"/>
    <xsd:element name="properties">
      <xsd:complexType>
        <xsd:sequence>
          <xsd:element name="documentManagement">
            <xsd:complexType>
              <xsd:all>
                <xsd:element ref="ns1:RoutingRuleDescription" minOccurs="0"/>
                <xsd:element ref="ns2:Document_x0020_Author" minOccurs="0"/>
                <xsd:element ref="ns3:_Status"/>
                <xsd:element ref="ns2:Document_x0020_Confidentiality"/>
                <xsd:element ref="ns2:_dlc_DocId" minOccurs="0"/>
                <xsd:element ref="ns2:_dlc_DocIdUrl" minOccurs="0"/>
                <xsd:element ref="ns2:_dlc_DocIdPersistId" minOccurs="0"/>
                <xsd:element ref="ns2:ARM_x0020_Legacy_x0020_ID" minOccurs="0"/>
                <xsd:element ref="ns2:Current_x0020_Version" minOccurs="0"/>
                <xsd:element ref="ns2:j60c3ced31bb40378c6254d49035d966" minOccurs="0"/>
                <xsd:element ref="ns2:TaxCatchAll" minOccurs="0"/>
                <xsd:element ref="ns2:TaxCatchAllLabel" minOccurs="0"/>
                <xsd:element ref="ns4:Categor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RoutingRuleDescription" ma:index="2" nillable="true" ma:displayName="Description" ma:internalName="RoutingRuleDescription" ma:readOnly="fals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2ad5090-61a8-4b8c-ab70-68f4ff4d1933" elementFormDefault="qualified">
    <xsd:import namespace="http://schemas.microsoft.com/office/2006/documentManagement/types"/>
    <xsd:import namespace="http://schemas.microsoft.com/office/infopath/2007/PartnerControls"/>
    <xsd:element name="Document_x0020_Author" ma:index="3" nillable="true" ma:displayName="Document Author" ma:list="UserInfo" ma:SharePointGroup="0" ma:internalName="Document_x0020_Author"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ocument_x0020_Confidentiality" ma:index="5" ma:displayName="Document Confidentiality" ma:default="Confidential" ma:format="Dropdown" ma:internalName="Document_x0020_Confidentiality">
      <xsd:simpleType>
        <xsd:restriction base="dms:Choice">
          <xsd:enumeration value="Secret"/>
          <xsd:enumeration value="Confidential-Restricted"/>
          <xsd:enumeration value="Confidential"/>
          <xsd:enumeration value="Non-Confidential"/>
          <xsd:enumeration value="Personal"/>
        </xsd:restriction>
      </xsd:simpleType>
    </xsd:element>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ARM_x0020_Legacy_x0020_ID" ma:index="16" nillable="true" ma:displayName="ARM Legacy ID" ma:internalName="ARM_x0020_Legacy_x0020_ID">
      <xsd:simpleType>
        <xsd:restriction base="dms:Text">
          <xsd:maxLength value="255"/>
        </xsd:restriction>
      </xsd:simpleType>
    </xsd:element>
    <xsd:element name="Current_x0020_Version" ma:index="17" nillable="true" ma:displayName="Current Version" ma:description="The current version number of the file in SharePoint." ma:internalName="Current_x0020_Version" ma:readOnly="false">
      <xsd:simpleType>
        <xsd:restriction base="dms:Text">
          <xsd:maxLength value="255"/>
        </xsd:restriction>
      </xsd:simpleType>
    </xsd:element>
    <xsd:element name="j60c3ced31bb40378c6254d49035d966" ma:index="18" nillable="true" ma:taxonomy="true" ma:internalName="j60c3ced31bb40378c6254d49035d966" ma:taxonomyFieldName="Calendar_x0020_Year" ma:displayName="Calendar Year" ma:readOnly="false" ma:default="7;#2017|58467e81-5d99-44a5-abb5-12a016b65e9e" ma:fieldId="{360c3ced-31bb-4037-8c62-54d49035d966}" ma:sspId="982c6e79-63e2-4d63-9b21-99d1544b0b75" ma:termSetId="c604d99f-773e-49a6-a2c0-6d4bc7541120" ma:anchorId="00000000-0000-0000-0000-000000000000" ma:open="false" ma:isKeyword="false">
      <xsd:complexType>
        <xsd:sequence>
          <xsd:element ref="pc:Terms" minOccurs="0" maxOccurs="1"/>
        </xsd:sequence>
      </xsd:complexType>
    </xsd:element>
    <xsd:element name="TaxCatchAll" ma:index="19" nillable="true" ma:displayName="Taxonomy Catch All Column" ma:hidden="true" ma:list="{a9424fa9-fdb0-43c3-9a79-ae027323b92a}" ma:internalName="TaxCatchAll" ma:showField="CatchAllData" ma:web="f2ad5090-61a8-4b8c-ab70-68f4ff4d1933">
      <xsd:complexType>
        <xsd:complexContent>
          <xsd:extension base="dms:MultiChoiceLookup">
            <xsd:sequence>
              <xsd:element name="Value" type="dms:Lookup" maxOccurs="unbounded" minOccurs="0" nillable="true"/>
            </xsd:sequence>
          </xsd:extension>
        </xsd:complexContent>
      </xsd:complexType>
    </xsd:element>
    <xsd:element name="TaxCatchAllLabel" ma:index="20" nillable="true" ma:displayName="Taxonomy Catch All Column1" ma:hidden="true" ma:list="{a9424fa9-fdb0-43c3-9a79-ae027323b92a}" ma:internalName="TaxCatchAllLabel" ma:readOnly="true" ma:showField="CatchAllDataLabel" ma:web="f2ad5090-61a8-4b8c-ab70-68f4ff4d1933">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Status" ma:index="4" ma:displayName="Status" ma:default="Not Started" ma:internalName="_Status" ma:readOnly="false">
      <xsd:simpleType>
        <xsd:union memberTypes="dms:Text">
          <xsd:simpleType>
            <xsd:restriction base="dms:Choice">
              <xsd:enumeration value="Not Started"/>
              <xsd:enumeration value="Draft"/>
              <xsd:enumeration value="Reviewed"/>
              <xsd:enumeration value="Scheduled"/>
              <xsd:enumeration value="Published"/>
              <xsd:enumeration value="Final"/>
              <xsd:enumeration value="Expired"/>
            </xsd:restriction>
          </xsd:simpleType>
        </xsd:union>
      </xsd:simpleType>
    </xsd:element>
  </xsd:schema>
  <xsd:schema xmlns:xsd="http://www.w3.org/2001/XMLSchema" xmlns:xs="http://www.w3.org/2001/XMLSchema" xmlns:dms="http://schemas.microsoft.com/office/2006/documentManagement/types" xmlns:pc="http://schemas.microsoft.com/office/infopath/2007/PartnerControls" targetNamespace="c0950e01-db07-4e41-9c32-b7a8e9fccc9b" elementFormDefault="qualified">
    <xsd:import namespace="http://schemas.microsoft.com/office/2006/documentManagement/types"/>
    <xsd:import namespace="http://schemas.microsoft.com/office/infopath/2007/PartnerControls"/>
    <xsd:element name="Category" ma:index="22" nillable="true" ma:displayName="Category" ma:format="Dropdown" ma:internalName="Category">
      <xsd:simpleType>
        <xsd:restriction base="dms:Choice">
          <xsd:enumeration value="Word Documents - UK"/>
          <xsd:enumeration value="Word Documents - US"/>
          <xsd:enumeration value="Board Presentation Templates"/>
          <xsd:enumeration value="Public Presentation Templates"/>
          <xsd:enumeration value="Private Presentation Templates"/>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11" ma:displayName="Content Type"/>
        <xsd:element ref="dc:title" minOccurs="0" maxOccurs="1" ma:index="1" ma:displayName="Title"/>
        <xsd:element ref="dc:subject" minOccurs="0" maxOccurs="1"/>
        <xsd:element ref="dc:description" minOccurs="0" maxOccurs="1"/>
        <xsd:element name="keywords" minOccurs="0" maxOccurs="1" type="xsd:string" ma:index="6" ma:displayName="Keywords"/>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axOccurs="1" ma:displayName="Status">
          <xsd:simpleType xmlns:xs="http://www.w3.org/2001/XMLSchema">
            <xsd:restriction base="xsd:string">
              <xsd:minLength value="1"/>
            </xsd:restriction>
          </xsd:simpleType>
        </xsd:element>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5.xml><?xml version="1.0" encoding="utf-8"?>
<?mso-contentType ?>
<spe:Receivers xmlns:spe="http://schemas.microsoft.com/sharepoint/events">
  <Receiver>
    <Name>Document ID Generator</Name>
    <Synchronization>Synchronous</Synchronization>
    <Type>10001</Type>
    <SequenceNumber>1000</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10002</Type>
    <SequenceNumber>1001</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10004</Type>
    <SequenceNumber>1002</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10006</Type>
    <SequenceNumber>1003</SequenceNumber>
    <Assembly>Microsoft.Office.DocumentManagement, Version=14.0.0.0, Culture=neutral, PublicKeyToken=71e9bce111e9429c</Assembly>
    <Class>Microsoft.Office.DocumentManagement.Internal.DocIdHandler</Class>
    <Data/>
    <Filter/>
  </Receiver>
</spe:Receivers>
</file>

<file path=customXml/itemProps1.xml><?xml version="1.0" encoding="utf-8"?>
<ds:datastoreItem xmlns:ds="http://schemas.openxmlformats.org/officeDocument/2006/customXml" ds:itemID="{C959113B-7FA4-40AB-AF85-5C5588D4771C}">
  <ds:schemaRefs>
    <ds:schemaRef ds:uri="http://schemas.microsoft.com/office/2006/metadata/customXsn"/>
  </ds:schemaRefs>
</ds:datastoreItem>
</file>

<file path=customXml/itemProps2.xml><?xml version="1.0" encoding="utf-8"?>
<ds:datastoreItem xmlns:ds="http://schemas.openxmlformats.org/officeDocument/2006/customXml" ds:itemID="{82EFBBFE-5AFC-4CAD-AD38-1CB870BDB255}">
  <ds:schemaRefs>
    <ds:schemaRef ds:uri="http://schemas.microsoft.com/sharepoint/v3/contenttype/forms"/>
  </ds:schemaRefs>
</ds:datastoreItem>
</file>

<file path=customXml/itemProps3.xml><?xml version="1.0" encoding="utf-8"?>
<ds:datastoreItem xmlns:ds="http://schemas.openxmlformats.org/officeDocument/2006/customXml" ds:itemID="{B61D4E06-5D3F-4994-A4A7-4BA626FA722D}">
  <ds:schemaRefs>
    <ds:schemaRef ds:uri="http://schemas.microsoft.com/sharepoint/v3"/>
    <ds:schemaRef ds:uri="http://purl.org/dc/elements/1.1/"/>
    <ds:schemaRef ds:uri="http://schemas.microsoft.com/office/2006/documentManagement/types"/>
    <ds:schemaRef ds:uri="http://www.w3.org/XML/1998/namespace"/>
    <ds:schemaRef ds:uri="http://schemas.microsoft.com/office/infopath/2007/PartnerControls"/>
    <ds:schemaRef ds:uri="http://schemas.openxmlformats.org/package/2006/metadata/core-properties"/>
    <ds:schemaRef ds:uri="c0950e01-db07-4e41-9c32-b7a8e9fccc9b"/>
    <ds:schemaRef ds:uri="http://purl.org/dc/dcmitype/"/>
    <ds:schemaRef ds:uri="http://purl.org/dc/terms/"/>
    <ds:schemaRef ds:uri="http://schemas.microsoft.com/sharepoint/v3/fields"/>
    <ds:schemaRef ds:uri="f2ad5090-61a8-4b8c-ab70-68f4ff4d1933"/>
    <ds:schemaRef ds:uri="http://schemas.microsoft.com/office/2006/metadata/properties"/>
  </ds:schemaRefs>
</ds:datastoreItem>
</file>

<file path=customXml/itemProps4.xml><?xml version="1.0" encoding="utf-8"?>
<ds:datastoreItem xmlns:ds="http://schemas.openxmlformats.org/officeDocument/2006/customXml" ds:itemID="{5675509F-A6F5-4147-861D-E4CC99F48FA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f2ad5090-61a8-4b8c-ab70-68f4ff4d1933"/>
    <ds:schemaRef ds:uri="http://schemas.microsoft.com/sharepoint/v3/fields"/>
    <ds:schemaRef ds:uri="c0950e01-db07-4e41-9c32-b7a8e9fccc9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5.xml><?xml version="1.0" encoding="utf-8"?>
<ds:datastoreItem xmlns:ds="http://schemas.openxmlformats.org/officeDocument/2006/customXml" ds:itemID="{1E7F2E56-8924-419D-99E9-79DB71144EB2}">
  <ds:schemaRefs>
    <ds:schemaRef ds:uri="http://schemas.microsoft.com/sharepoint/events"/>
  </ds:schemaRefs>
</ds:datastoreItem>
</file>

<file path=docProps/app.xml><?xml version="1.0" encoding="utf-8"?>
<Properties xmlns="http://schemas.openxmlformats.org/officeDocument/2006/extended-properties" xmlns:vt="http://schemas.openxmlformats.org/officeDocument/2006/docPropsVTypes">
  <Template>Arm_Public_2026</Template>
  <TotalTime>28</TotalTime>
  <Words>2946</Words>
  <Application>Microsoft Office PowerPoint</Application>
  <PresentationFormat>Widescreen</PresentationFormat>
  <Paragraphs>330</Paragraphs>
  <Slides>29</Slides>
  <Notes>28</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29</vt:i4>
      </vt:variant>
    </vt:vector>
  </HeadingPairs>
  <TitlesOfParts>
    <vt:vector size="34" baseType="lpstr">
      <vt:lpstr>Arial</vt:lpstr>
      <vt:lpstr>Calibri</vt:lpstr>
      <vt:lpstr>Wingdings</vt:lpstr>
      <vt:lpstr>Arm_Public_2026_Lightmode</vt:lpstr>
      <vt:lpstr>Arm_Public_2026_Darkmode</vt:lpstr>
      <vt:lpstr>Performance  Optimization and Programming  Techniques</vt:lpstr>
      <vt:lpstr>Module Syllabus</vt:lpstr>
      <vt:lpstr>Complexity vs. Performance</vt:lpstr>
      <vt:lpstr>Methods for Increasing Performance and Complexity</vt:lpstr>
      <vt:lpstr>Bump Mapping</vt:lpstr>
      <vt:lpstr>Normal Mapping</vt:lpstr>
      <vt:lpstr>Normal Maps</vt:lpstr>
      <vt:lpstr>Vertex Buffer Objects (VBO)</vt:lpstr>
      <vt:lpstr>VBO Functions</vt:lpstr>
      <vt:lpstr>VBO Functions</vt:lpstr>
      <vt:lpstr>VBO Functions</vt:lpstr>
      <vt:lpstr>Mipmapping</vt:lpstr>
      <vt:lpstr>Mipmapping</vt:lpstr>
      <vt:lpstr>Compressed Textures</vt:lpstr>
      <vt:lpstr>Generating ETC Compressed Textures</vt:lpstr>
      <vt:lpstr>ETC File Format</vt:lpstr>
      <vt:lpstr>Adaptive Scalable Texture Compressin (ASTC) Format</vt:lpstr>
      <vt:lpstr>Block-based Compression</vt:lpstr>
      <vt:lpstr>Graphical Assets</vt:lpstr>
      <vt:lpstr>Graphical Assets</vt:lpstr>
      <vt:lpstr>Loading Assets</vt:lpstr>
      <vt:lpstr>Open Asset Importer Library</vt:lpstr>
      <vt:lpstr>Open Asset Importer Library</vt:lpstr>
      <vt:lpstr>Android Application Package:  APK</vt:lpstr>
      <vt:lpstr>Android File Loading</vt:lpstr>
      <vt:lpstr>Extracting to a Private Location</vt:lpstr>
      <vt:lpstr>Extracting to a Public Location</vt:lpstr>
      <vt:lpstr>Extracting to a Temporary Location</vt:lpstr>
      <vt:lpstr>PowerPoint Presentation</vt:lpstr>
    </vt:vector>
  </TitlesOfParts>
  <Manager/>
  <Company>Arm</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Tom Carter</dc:creator>
  <cp:keywords/>
  <dc:description/>
  <cp:lastModifiedBy>Tom Carter</cp:lastModifiedBy>
  <cp:revision>3</cp:revision>
  <dcterms:created xsi:type="dcterms:W3CDTF">2026-02-03T12:01:19Z</dcterms:created>
  <dcterms:modified xsi:type="dcterms:W3CDTF">2026-08-03T12:37:33Z</dcterms:modified>
  <cp:category/>
  <cp:contentStatus>Published</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45c40ffca3445d9bf3205a60bd2f6d6">
    <vt:lpwstr>Confidential|28d1025d-1415-4984-b35e-5b79e7d32b5c</vt:lpwstr>
  </property>
  <property fmtid="{D5CDD505-2E9C-101B-9397-08002B2CF9AE}" pid="3" name="TaxKeyword">
    <vt:lpwstr/>
  </property>
  <property fmtid="{D5CDD505-2E9C-101B-9397-08002B2CF9AE}" pid="4" name="_dlc_policyId">
    <vt:lpwstr>0x0101004E4B3E189D714F49A85ED613D6AE4F95|-1756139441</vt:lpwstr>
  </property>
  <property fmtid="{D5CDD505-2E9C-101B-9397-08002B2CF9AE}" pid="5" name="_dlc_DocIdItemGuid">
    <vt:lpwstr>e89a121e-355c-4cb1-879e-045fefeb8c84</vt:lpwstr>
  </property>
  <property fmtid="{D5CDD505-2E9C-101B-9397-08002B2CF9AE}" pid="6" name="_dlc_ItemStageId">
    <vt:lpwstr>1</vt:lpwstr>
  </property>
  <property fmtid="{D5CDD505-2E9C-101B-9397-08002B2CF9AE}" pid="7" name="j60c3ced31bb40378c6254d49035d966">
    <vt:lpwstr>2015|ee47c3e7-6a69-4f36-9adf-1007c8d399a4</vt:lpwstr>
  </property>
  <property fmtid="{D5CDD505-2E9C-101B-9397-08002B2CF9AE}" pid="8" name="vti_description">
    <vt:lpwstr/>
  </property>
  <property fmtid="{D5CDD505-2E9C-101B-9397-08002B2CF9AE}" pid="9" name="WorkflowChangePath">
    <vt:lpwstr>1069b4ef-e6f3-4ad7-8c8e-772136578697,10;</vt:lpwstr>
  </property>
  <property fmtid="{D5CDD505-2E9C-101B-9397-08002B2CF9AE}" pid="10" name="Confidentiality">
    <vt:lpwstr>1;#Confidential|28d1025d-1415-4984-b35e-5b79e7d32b5c</vt:lpwstr>
  </property>
  <property fmtid="{D5CDD505-2E9C-101B-9397-08002B2CF9AE}" pid="11" name="ContentTypeId">
    <vt:lpwstr>0x0101005C6975769EB1684CAB07571CAE07A11B0100BC81FA0C64ACC243A77959D9266C7751</vt:lpwstr>
  </property>
  <property fmtid="{D5CDD505-2E9C-101B-9397-08002B2CF9AE}" pid="12" name="Calendar Year">
    <vt:lpwstr>7;#2017|58467e81-5d99-44a5-abb5-12a016b65e9e</vt:lpwstr>
  </property>
  <property fmtid="{D5CDD505-2E9C-101B-9397-08002B2CF9AE}" pid="13" name="TaxCatchAll">
    <vt:lpwstr/>
  </property>
  <property fmtid="{D5CDD505-2E9C-101B-9397-08002B2CF9AE}" pid="14" name="TaxKeywordTaxHTField">
    <vt:lpwstr/>
  </property>
  <property fmtid="{D5CDD505-2E9C-101B-9397-08002B2CF9AE}" pid="15" name="ItemRetentionFormula">
    <vt:lpwstr/>
  </property>
  <property fmtid="{D5CDD505-2E9C-101B-9397-08002B2CF9AE}" pid="16" name="_dlc_LastRun">
    <vt:lpwstr>08/15/2015 23:02:11</vt:lpwstr>
  </property>
</Properties>
</file>